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3645B-C8AE-6440-C76D-9F6DBFD48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7CE033-6101-2287-0C86-C296039A8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0BF6E-86EF-B661-C057-9089D2E4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C5AF5-211B-9A0D-AA58-28B15AD2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57E36-CB66-0687-0C73-908224B3D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510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0F17-00D6-BF24-D8C2-8B7E3C2A8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882EB-4B1C-1EA9-D3A9-1611BF26A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DFACE-AEFF-ADB3-30A2-55CE0DAE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2A5E2-C7F2-56FC-CE52-FD3EA0A4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CF3C9-A9EB-69D0-82AB-40B4031C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36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CF09-CEE3-3804-C6AF-766CF5D93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B1742-C6A4-3841-D4AF-299B42D94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32BFD-FCCA-A8B2-8D42-39DA7682F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B4A19-AA3C-046F-7E27-FFFC7751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F0D02-4780-077F-0CF7-147ACA0D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63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10DAD-CD96-388D-5BE2-5E6717CA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621E2-27A1-CBEE-09CA-91FB09CCE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1D6AC-304B-92A0-76CF-B70CFC81F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37C13-10CA-FC0C-A025-DF71BC04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4FD22-8BBB-BF8E-1980-AD0E0CCD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A4F38-2966-F9D8-3BD7-91EBEE42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97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971F2-55A0-3A76-99A8-DECFA19B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F8E23-FECB-93DE-8637-449EA38B6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4C085-CBC4-6464-61C4-95D7B4F45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8F1F2-20D7-67F5-22DA-225B68541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565A77-6265-6CFB-4032-FBB2E2A62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CD883-48A1-91F9-F48D-890CE7FA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72F880-6C54-84D2-EACD-828BC506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16319A-C854-FF51-A0FC-D1991EED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55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A628-67F0-CDA2-2928-325544D31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E59CF-EFE3-9A35-1FF7-CF298F42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8633E-2D97-49AC-5AC1-E15CFDBB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B24DF-8F81-5C04-BDD7-70BBF3FD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34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B6487-8803-5C95-1E7D-27406E705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A248A-CC31-1DAA-2FB7-63FBA993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5A4B0-09DE-9D7F-CB9D-10DC8F27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293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261C-FAD3-A1B0-1447-CDD64657C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F8AF5-45C1-5C60-600A-B331441BE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A3631-F285-C324-CCEE-1FC8C24ED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712CC-D4F8-9AA8-9890-6F39D560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BBEFA-232A-FE00-285B-1F4EC8A1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61396-7737-4A0D-C610-1441D9D3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583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1DBF-FFD0-F206-104B-B946F059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6114B-924C-73BD-9625-8A3DAE33F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60944-E5B8-0E65-A0BF-F5A407182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83F3B-F621-9510-3609-CA846905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4DBD1-A74B-C738-A2DB-905C0DFC2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82DF7-CBC2-666C-D765-D67B78BF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150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D832-4A8C-3B98-FA33-26C28DE15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4EAE0-2C3B-9080-633C-3C66B60BE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20DB6-E833-4A82-CAD1-59D3E9F7D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5FD86-1393-48A0-ED08-CAC988109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62786-64E0-D9F0-073D-6E07085E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00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239C2-87CA-0150-C69F-127B129FD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69367-CB30-3559-9192-54925A383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08534-9B6F-497D-C69A-60741336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8EAA6-E471-2825-7775-7796118C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A12CA-6A45-36AB-7D22-8FBEAE09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722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4DE591-5E8D-19C3-FC14-01A36D4FC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AF54F-583C-0A11-CA99-8E32C7020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304A1-1B5D-3EC1-E63C-62EF3219A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77C66F-4C40-4609-A588-88666B97F130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833D0-B324-3257-CA4A-4947B533C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B6E85-3D78-73AD-E100-19D70ECA2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70EB1-8CE0-461D-AC39-1C1F2787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283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83F332-2BED-C598-E144-C4DF5B6A1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224204"/>
              </p:ext>
            </p:extLst>
          </p:nvPr>
        </p:nvGraphicFramePr>
        <p:xfrm>
          <a:off x="2032000" y="71966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8036065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38904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430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457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Makeup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31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763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Abbas Husain</dc:creator>
  <cp:lastModifiedBy>Abbas Husain</cp:lastModifiedBy>
  <cp:revision>1</cp:revision>
  <dcterms:created xsi:type="dcterms:W3CDTF">2026-03-09T10:49:35Z</dcterms:created>
  <dcterms:modified xsi:type="dcterms:W3CDTF">2026-03-09T10:53:26Z</dcterms:modified>
</cp:coreProperties>
</file>