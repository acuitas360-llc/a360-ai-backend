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1" r:id="rId4"/>
    <p:sldMasterId id="2147485448" r:id="rId5"/>
    <p:sldMasterId id="2147485476" r:id="rId6"/>
  </p:sldMasterIdLst>
  <p:notesMasterIdLst>
    <p:notesMasterId r:id="rId9"/>
  </p:notesMasterIdLst>
  <p:sldIdLst>
    <p:sldId id="2147483615" r:id="rId7"/>
    <p:sldId id="214748360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76" userDrawn="1">
          <p15:clr>
            <a:srgbClr val="A4A3A4"/>
          </p15:clr>
        </p15:guide>
        <p15:guide id="2" orient="horz" pos="2544" userDrawn="1">
          <p15:clr>
            <a:srgbClr val="A4A3A4"/>
          </p15:clr>
        </p15:guide>
        <p15:guide id="3" orient="horz" pos="845" userDrawn="1">
          <p15:clr>
            <a:srgbClr val="A4A3A4"/>
          </p15:clr>
        </p15:guide>
        <p15:guide id="4" orient="horz" pos="3960" userDrawn="1">
          <p15:clr>
            <a:srgbClr val="A4A3A4"/>
          </p15:clr>
        </p15:guide>
        <p15:guide id="5" pos="386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709DD0D-4102-49B7-AE17-8743DAEF4EE4}" name="Ganadhar Reddy" initials="GR" userId="S::greddy@acuitas360.com::b910b586-a944-479f-a296-2270f4facc79" providerId="AD"/>
  <p188:author id="{12B93331-455A-1C34-4B40-2FCEC6DFE9CD}" name="Deepak Dubey" initials="DD" userId="S::Ddubey@acuitas360.com::0f025daf-9fe6-4edb-b6db-85f4837a9750" providerId="AD"/>
  <p188:author id="{3CE01369-2100-67C4-B75E-CE5012E683A5}" name="Swapnika Kunchala" initials="" userId="S::skunchala@acuitas360.com::2e116999-dc4f-4e8a-af77-e3bc19473f4c" providerId="AD"/>
  <p188:author id="{CA9BEE73-4702-41D8-2AA6-F3EF60A0297C}" name="Deepak Dubey" initials="DD" userId="S::ddubey@acuitas360.com::0f025daf-9fe6-4edb-b6db-85f4837a9750" providerId="AD"/>
  <p188:author id="{AB674DAE-D7EE-4848-1ECB-02D35170278D}" name="Aman Kumar" initials="AK" userId="S::akumar@acuitas360.com::a3b31158-55cd-4d04-8f6e-ddc52ff4f52e" providerId="AD"/>
  <p188:author id="{FC3A19D5-F5FC-FFBC-5C76-028A9CF5C20A}" name="Ganadhar Reddy" initials="GR" userId="S::Greddy@acuitas360.com::b910b586-a944-479f-a296-2270f4facc79" providerId="AD"/>
  <p188:author id="{C24FAAE6-263E-1ADE-26EC-2C7D00F137A3}" name="Swapnika K" initials="SK" userId="281db392f1d372fc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anadhar Reddy (Contractor)" initials="GR(" lastIdx="3" clrIdx="0">
    <p:extLst>
      <p:ext uri="{19B8F6BF-5375-455C-9EA6-DF929625EA0E}">
        <p15:presenceInfo xmlns:p15="http://schemas.microsoft.com/office/powerpoint/2012/main" userId="Ganadhar Reddy (Contractor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AB1E"/>
    <a:srgbClr val="00859D"/>
    <a:srgbClr val="B8F4FF"/>
    <a:srgbClr val="A3D087"/>
    <a:srgbClr val="017298"/>
    <a:srgbClr val="C9E3B8"/>
    <a:srgbClr val="FFB71B"/>
    <a:srgbClr val="B88310"/>
    <a:srgbClr val="FFCC99"/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2F2DE2-38B0-4A30-97F5-A1D48EDF4CD0}" v="1" dt="2026-06-24T15:13:24.987"/>
    <p1510:client id="{8C9CD928-9D16-4878-AFA6-5C7A540B16BF}" v="168" dt="2026-06-24T11:14:43.1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249" autoAdjust="0"/>
  </p:normalViewPr>
  <p:slideViewPr>
    <p:cSldViewPr snapToGrid="0">
      <p:cViewPr varScale="1">
        <p:scale>
          <a:sx n="104" d="100"/>
          <a:sy n="104" d="100"/>
        </p:scale>
        <p:origin x="834" y="108"/>
      </p:cViewPr>
      <p:guideLst>
        <p:guide orient="horz" pos="2376"/>
        <p:guide orient="horz" pos="2544"/>
        <p:guide orient="horz" pos="845"/>
        <p:guide orient="horz" pos="3960"/>
        <p:guide pos="386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viewProps" Target="viewProps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microsoft.com/office/2016/11/relationships/changesInfo" Target="changesInfos/changesInfo1.xml"/><Relationship Id="rId10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kita Dubey" userId="f74eff0e-1ec4-4a94-bcde-eb39ebcac7a8" providerId="ADAL" clId="{7CCEFB0A-FA39-42FC-A34F-412D5EF32852}"/>
    <pc:docChg chg="undo redo custSel addSld delSld modSld sldOrd addMainMaster delMainMaster">
      <pc:chgData name="Nikita Dubey" userId="f74eff0e-1ec4-4a94-bcde-eb39ebcac7a8" providerId="ADAL" clId="{7CCEFB0A-FA39-42FC-A34F-412D5EF32852}" dt="2026-06-24T11:22:26.399" v="27890" actId="113"/>
      <pc:docMkLst>
        <pc:docMk/>
      </pc:docMkLst>
      <pc:sldChg chg="addSp delSp modSp new mod">
        <pc:chgData name="Nikita Dubey" userId="f74eff0e-1ec4-4a94-bcde-eb39ebcac7a8" providerId="ADAL" clId="{7CCEFB0A-FA39-42FC-A34F-412D5EF32852}" dt="2026-06-24T09:24:50.020" v="27189" actId="20577"/>
        <pc:sldMkLst>
          <pc:docMk/>
          <pc:sldMk cId="296841277" sldId="2147483605"/>
        </pc:sldMkLst>
        <pc:spChg chg="add del mod">
          <ac:chgData name="Nikita Dubey" userId="f74eff0e-1ec4-4a94-bcde-eb39ebcac7a8" providerId="ADAL" clId="{7CCEFB0A-FA39-42FC-A34F-412D5EF32852}" dt="2026-06-24T09:07:49.053" v="27144" actId="20577"/>
          <ac:spMkLst>
            <pc:docMk/>
            <pc:sldMk cId="296841277" sldId="2147483605"/>
            <ac:spMk id="9" creationId="{07741C1A-BDC7-2B8B-8563-F5AAA5D02869}"/>
          </ac:spMkLst>
        </pc:spChg>
        <pc:spChg chg="add del mod">
          <ac:chgData name="Nikita Dubey" userId="f74eff0e-1ec4-4a94-bcde-eb39ebcac7a8" providerId="ADAL" clId="{7CCEFB0A-FA39-42FC-A34F-412D5EF32852}" dt="2026-06-24T09:24:50.020" v="27189" actId="20577"/>
          <ac:spMkLst>
            <pc:docMk/>
            <pc:sldMk cId="296841277" sldId="2147483605"/>
            <ac:spMk id="11" creationId="{18E7F200-4EFE-3C46-4BE0-9E3869E65A6D}"/>
          </ac:spMkLst>
        </pc:spChg>
        <pc:graphicFrameChg chg="add del mod">
          <ac:chgData name="Nikita Dubey" userId="f74eff0e-1ec4-4a94-bcde-eb39ebcac7a8" providerId="ADAL" clId="{7CCEFB0A-FA39-42FC-A34F-412D5EF32852}" dt="2026-06-24T09:17:03.939" v="27161" actId="113"/>
          <ac:graphicFrameMkLst>
            <pc:docMk/>
            <pc:sldMk cId="296841277" sldId="2147483605"/>
            <ac:graphicFrameMk id="10" creationId="{7217D51B-84EC-FDA7-BD38-7FAC88B167D9}"/>
          </ac:graphicFrameMkLst>
        </pc:graphicFrameChg>
        <pc:graphicFrameChg chg="add del mod modGraphic">
          <ac:chgData name="Nikita Dubey" userId="f74eff0e-1ec4-4a94-bcde-eb39ebcac7a8" providerId="ADAL" clId="{7CCEFB0A-FA39-42FC-A34F-412D5EF32852}" dt="2026-06-24T09:08:17.033" v="27154" actId="20577"/>
          <ac:graphicFrameMkLst>
            <pc:docMk/>
            <pc:sldMk cId="296841277" sldId="2147483605"/>
            <ac:graphicFrameMk id="12" creationId="{F74173FD-232E-B165-900E-BE44201E1B35}"/>
          </ac:graphicFrameMkLst>
        </pc:graphicFrameChg>
        <pc:graphicFrameChg chg="add del mod modGraphic">
          <ac:chgData name="Nikita Dubey" userId="f74eff0e-1ec4-4a94-bcde-eb39ebcac7a8" providerId="ADAL" clId="{7CCEFB0A-FA39-42FC-A34F-412D5EF32852}" dt="2026-06-24T09:07:27.551" v="27134"/>
          <ac:graphicFrameMkLst>
            <pc:docMk/>
            <pc:sldMk cId="296841277" sldId="2147483605"/>
            <ac:graphicFrameMk id="13" creationId="{5B649DE7-DCB0-2ACE-FFF5-E0EB351DF9B3}"/>
          </ac:graphicFrameMkLst>
        </pc:graphicFrameChg>
      </pc:sldChg>
      <pc:sldChg chg="addSp delSp modSp new mod">
        <pc:chgData name="Nikita Dubey" userId="f74eff0e-1ec4-4a94-bcde-eb39ebcac7a8" providerId="ADAL" clId="{7CCEFB0A-FA39-42FC-A34F-412D5EF32852}" dt="2026-06-24T09:27:22.862" v="27201"/>
        <pc:sldMkLst>
          <pc:docMk/>
          <pc:sldMk cId="820893338" sldId="2147483606"/>
        </pc:sldMkLst>
        <pc:spChg chg="add mod">
          <ac:chgData name="Nikita Dubey" userId="f74eff0e-1ec4-4a94-bcde-eb39ebcac7a8" providerId="ADAL" clId="{7CCEFB0A-FA39-42FC-A34F-412D5EF32852}" dt="2026-06-24T09:24:59.448" v="27191" actId="20577"/>
          <ac:spMkLst>
            <pc:docMk/>
            <pc:sldMk cId="820893338" sldId="2147483606"/>
            <ac:spMk id="9" creationId="{97372E55-B9CD-C2AB-DE6C-45249E3B5DE4}"/>
          </ac:spMkLst>
        </pc:spChg>
        <pc:spChg chg="add mod">
          <ac:chgData name="Nikita Dubey" userId="f74eff0e-1ec4-4a94-bcde-eb39ebcac7a8" providerId="ADAL" clId="{7CCEFB0A-FA39-42FC-A34F-412D5EF32852}" dt="2026-06-24T09:25:02.750" v="27193" actId="20577"/>
          <ac:spMkLst>
            <pc:docMk/>
            <pc:sldMk cId="820893338" sldId="2147483606"/>
            <ac:spMk id="10" creationId="{4680CB84-893F-306C-824A-006C6288B09A}"/>
          </ac:spMkLst>
        </pc:spChg>
        <pc:graphicFrameChg chg="add mod modGraphic">
          <ac:chgData name="Nikita Dubey" userId="f74eff0e-1ec4-4a94-bcde-eb39ebcac7a8" providerId="ADAL" clId="{7CCEFB0A-FA39-42FC-A34F-412D5EF32852}" dt="2026-06-24T09:20:28.014" v="27163"/>
          <ac:graphicFrameMkLst>
            <pc:docMk/>
            <pc:sldMk cId="820893338" sldId="2147483606"/>
            <ac:graphicFrameMk id="11" creationId="{381DD4F9-5FB0-27DF-EC38-C343B4E72A62}"/>
          </ac:graphicFrameMkLst>
        </pc:graphicFrameChg>
        <pc:graphicFrameChg chg="add mod modGraphic">
          <ac:chgData name="Nikita Dubey" userId="f74eff0e-1ec4-4a94-bcde-eb39ebcac7a8" providerId="ADAL" clId="{7CCEFB0A-FA39-42FC-A34F-412D5EF32852}" dt="2026-06-24T09:21:19.238" v="27180" actId="20577"/>
          <ac:graphicFrameMkLst>
            <pc:docMk/>
            <pc:sldMk cId="820893338" sldId="2147483606"/>
            <ac:graphicFrameMk id="12" creationId="{F051942B-5E76-48B2-8578-849742901CAF}"/>
          </ac:graphicFrameMkLst>
        </pc:graphicFrameChg>
        <pc:graphicFrameChg chg="add mod">
          <ac:chgData name="Nikita Dubey" userId="f74eff0e-1ec4-4a94-bcde-eb39ebcac7a8" providerId="ADAL" clId="{7CCEFB0A-FA39-42FC-A34F-412D5EF32852}" dt="2026-06-24T09:27:22.862" v="27201"/>
          <ac:graphicFrameMkLst>
            <pc:docMk/>
            <pc:sldMk cId="820893338" sldId="2147483606"/>
            <ac:graphicFrameMk id="14" creationId="{8D0D870C-A208-715E-E670-41C391E6F116}"/>
          </ac:graphicFrameMkLst>
        </pc:graphicFrameChg>
      </pc:sldChg>
      <pc:sldChg chg="addSp delSp modSp new mod">
        <pc:chgData name="Nikita Dubey" userId="f74eff0e-1ec4-4a94-bcde-eb39ebcac7a8" providerId="ADAL" clId="{7CCEFB0A-FA39-42FC-A34F-412D5EF32852}" dt="2026-06-24T09:48:53.095" v="27373" actId="27918"/>
        <pc:sldMkLst>
          <pc:docMk/>
          <pc:sldMk cId="3094413156" sldId="2147483608"/>
        </pc:sldMkLst>
        <pc:spChg chg="add mod">
          <ac:chgData name="Nikita Dubey" userId="f74eff0e-1ec4-4a94-bcde-eb39ebcac7a8" providerId="ADAL" clId="{7CCEFB0A-FA39-42FC-A34F-412D5EF32852}" dt="2026-06-24T09:45:51.784" v="27336" actId="20577"/>
          <ac:spMkLst>
            <pc:docMk/>
            <pc:sldMk cId="3094413156" sldId="2147483608"/>
            <ac:spMk id="9" creationId="{B11BD178-6D43-6083-84C3-3160AF6240CB}"/>
          </ac:spMkLst>
        </pc:spChg>
        <pc:spChg chg="add mod">
          <ac:chgData name="Nikita Dubey" userId="f74eff0e-1ec4-4a94-bcde-eb39ebcac7a8" providerId="ADAL" clId="{7CCEFB0A-FA39-42FC-A34F-412D5EF32852}" dt="2026-06-24T09:45:58.071" v="27338" actId="20577"/>
          <ac:spMkLst>
            <pc:docMk/>
            <pc:sldMk cId="3094413156" sldId="2147483608"/>
            <ac:spMk id="10" creationId="{596984C6-1735-46E6-2380-72EEF466BEB8}"/>
          </ac:spMkLst>
        </pc:spChg>
        <pc:graphicFrameChg chg="add mod modGraphic">
          <ac:chgData name="Nikita Dubey" userId="f74eff0e-1ec4-4a94-bcde-eb39ebcac7a8" providerId="ADAL" clId="{7CCEFB0A-FA39-42FC-A34F-412D5EF32852}" dt="2026-06-24T09:47:42.987" v="27368" actId="20577"/>
          <ac:graphicFrameMkLst>
            <pc:docMk/>
            <pc:sldMk cId="3094413156" sldId="2147483608"/>
            <ac:graphicFrameMk id="11" creationId="{FEE0AE9A-86E6-FFF8-3F6F-002A5426E01B}"/>
          </ac:graphicFrameMkLst>
        </pc:graphicFrameChg>
      </pc:sldChg>
      <pc:sldChg chg="addSp delSp modSp new mod">
        <pc:chgData name="Nikita Dubey" userId="f74eff0e-1ec4-4a94-bcde-eb39ebcac7a8" providerId="ADAL" clId="{7CCEFB0A-FA39-42FC-A34F-412D5EF32852}" dt="2026-06-24T09:57:04.727" v="27386" actId="20577"/>
        <pc:sldMkLst>
          <pc:docMk/>
          <pc:sldMk cId="3149469241" sldId="2147483609"/>
        </pc:sldMkLst>
        <pc:spChg chg="add mod">
          <ac:chgData name="Nikita Dubey" userId="f74eff0e-1ec4-4a94-bcde-eb39ebcac7a8" providerId="ADAL" clId="{7CCEFB0A-FA39-42FC-A34F-412D5EF32852}" dt="2026-06-24T09:57:04.727" v="27386" actId="20577"/>
          <ac:spMkLst>
            <pc:docMk/>
            <pc:sldMk cId="3149469241" sldId="2147483609"/>
            <ac:spMk id="12" creationId="{BBF6F1F8-728C-D5EB-4716-64149FD64100}"/>
          </ac:spMkLst>
        </pc:spChg>
        <pc:graphicFrameChg chg="add mod">
          <ac:chgData name="Nikita Dubey" userId="f74eff0e-1ec4-4a94-bcde-eb39ebcac7a8" providerId="ADAL" clId="{7CCEFB0A-FA39-42FC-A34F-412D5EF32852}" dt="2026-06-17T10:37:12.221" v="26191"/>
          <ac:graphicFrameMkLst>
            <pc:docMk/>
            <pc:sldMk cId="3149469241" sldId="2147483609"/>
            <ac:graphicFrameMk id="8" creationId="{D54500D1-92F6-E2AD-689B-89BFC8B5CFA6}"/>
          </ac:graphicFrameMkLst>
        </pc:graphicFrameChg>
      </pc:sldChg>
      <pc:sldChg chg="addSp delSp modSp new mod">
        <pc:chgData name="Nikita Dubey" userId="f74eff0e-1ec4-4a94-bcde-eb39ebcac7a8" providerId="ADAL" clId="{7CCEFB0A-FA39-42FC-A34F-412D5EF32852}" dt="2026-06-24T11:21:25.376" v="27889" actId="113"/>
        <pc:sldMkLst>
          <pc:docMk/>
          <pc:sldMk cId="3227478498" sldId="2147483610"/>
        </pc:sldMkLst>
        <pc:spChg chg="add mod">
          <ac:chgData name="Nikita Dubey" userId="f74eff0e-1ec4-4a94-bcde-eb39ebcac7a8" providerId="ADAL" clId="{7CCEFB0A-FA39-42FC-A34F-412D5EF32852}" dt="2026-06-24T09:57:20.086" v="27388" actId="20577"/>
          <ac:spMkLst>
            <pc:docMk/>
            <pc:sldMk cId="3227478498" sldId="2147483610"/>
            <ac:spMk id="11" creationId="{773BB25D-C3D8-332D-7302-56C4B3A7B08B}"/>
          </ac:spMkLst>
        </pc:spChg>
        <pc:graphicFrameChg chg="add mod modGraphic">
          <ac:chgData name="Nikita Dubey" userId="f74eff0e-1ec4-4a94-bcde-eb39ebcac7a8" providerId="ADAL" clId="{7CCEFB0A-FA39-42FC-A34F-412D5EF32852}" dt="2026-06-24T11:21:25.376" v="27889" actId="113"/>
          <ac:graphicFrameMkLst>
            <pc:docMk/>
            <pc:sldMk cId="3227478498" sldId="2147483610"/>
            <ac:graphicFrameMk id="10" creationId="{BD75984E-3B7A-F239-F2D4-C9F5E05CCB46}"/>
          </ac:graphicFrameMkLst>
        </pc:graphicFrameChg>
      </pc:sldChg>
      <pc:sldChg chg="addSp delSp modSp new mod">
        <pc:chgData name="Nikita Dubey" userId="f74eff0e-1ec4-4a94-bcde-eb39ebcac7a8" providerId="ADAL" clId="{7CCEFB0A-FA39-42FC-A34F-412D5EF32852}" dt="2026-06-24T11:22:26.399" v="27890" actId="113"/>
        <pc:sldMkLst>
          <pc:docMk/>
          <pc:sldMk cId="253946847" sldId="2147483611"/>
        </pc:sldMkLst>
        <pc:spChg chg="add mod">
          <ac:chgData name="Nikita Dubey" userId="f74eff0e-1ec4-4a94-bcde-eb39ebcac7a8" providerId="ADAL" clId="{7CCEFB0A-FA39-42FC-A34F-412D5EF32852}" dt="2026-06-24T10:03:01.863" v="27449" actId="20577"/>
          <ac:spMkLst>
            <pc:docMk/>
            <pc:sldMk cId="253946847" sldId="2147483611"/>
            <ac:spMk id="11" creationId="{7F2A969B-EE3D-3357-F4EE-613682B324EE}"/>
          </ac:spMkLst>
        </pc:spChg>
        <pc:graphicFrameChg chg="add mod modGraphic">
          <ac:chgData name="Nikita Dubey" userId="f74eff0e-1ec4-4a94-bcde-eb39ebcac7a8" providerId="ADAL" clId="{7CCEFB0A-FA39-42FC-A34F-412D5EF32852}" dt="2026-06-24T11:22:26.399" v="27890" actId="113"/>
          <ac:graphicFrameMkLst>
            <pc:docMk/>
            <pc:sldMk cId="253946847" sldId="2147483611"/>
            <ac:graphicFrameMk id="13" creationId="{C2A193BC-1511-5D89-85FF-0BE60A6A0158}"/>
          </ac:graphicFrameMkLst>
        </pc:graphicFrameChg>
      </pc:sldChg>
      <pc:sldChg chg="addSp delSp modSp new mod">
        <pc:chgData name="Nikita Dubey" userId="f74eff0e-1ec4-4a94-bcde-eb39ebcac7a8" providerId="ADAL" clId="{7CCEFB0A-FA39-42FC-A34F-412D5EF32852}" dt="2026-06-24T10:08:48.790" v="27531" actId="20577"/>
        <pc:sldMkLst>
          <pc:docMk/>
          <pc:sldMk cId="2630842467" sldId="2147483612"/>
        </pc:sldMkLst>
        <pc:spChg chg="add mod">
          <ac:chgData name="Nikita Dubey" userId="f74eff0e-1ec4-4a94-bcde-eb39ebcac7a8" providerId="ADAL" clId="{7CCEFB0A-FA39-42FC-A34F-412D5EF32852}" dt="2026-06-24T10:06:24.381" v="27497" actId="20577"/>
          <ac:spMkLst>
            <pc:docMk/>
            <pc:sldMk cId="2630842467" sldId="2147483612"/>
            <ac:spMk id="10" creationId="{CC286480-2664-77E3-E77B-8F7E60A389AC}"/>
          </ac:spMkLst>
        </pc:spChg>
        <pc:spChg chg="add mod">
          <ac:chgData name="Nikita Dubey" userId="f74eff0e-1ec4-4a94-bcde-eb39ebcac7a8" providerId="ADAL" clId="{7CCEFB0A-FA39-42FC-A34F-412D5EF32852}" dt="2026-06-24T10:08:48.790" v="27531" actId="20577"/>
          <ac:spMkLst>
            <pc:docMk/>
            <pc:sldMk cId="2630842467" sldId="2147483612"/>
            <ac:spMk id="14" creationId="{66135FE9-1ADA-CF00-CD36-56BD1D804C3A}"/>
          </ac:spMkLst>
        </pc:spChg>
      </pc:sldChg>
      <pc:sldChg chg="addSp delSp modSp new mod">
        <pc:chgData name="Nikita Dubey" userId="f74eff0e-1ec4-4a94-bcde-eb39ebcac7a8" providerId="ADAL" clId="{7CCEFB0A-FA39-42FC-A34F-412D5EF32852}" dt="2026-06-24T10:17:53.552" v="27561" actId="20577"/>
        <pc:sldMkLst>
          <pc:docMk/>
          <pc:sldMk cId="1600890282" sldId="2147483613"/>
        </pc:sldMkLst>
        <pc:spChg chg="add mod">
          <ac:chgData name="Nikita Dubey" userId="f74eff0e-1ec4-4a94-bcde-eb39ebcac7a8" providerId="ADAL" clId="{7CCEFB0A-FA39-42FC-A34F-412D5EF32852}" dt="2026-06-24T10:11:16.179" v="27533" actId="20577"/>
          <ac:spMkLst>
            <pc:docMk/>
            <pc:sldMk cId="1600890282" sldId="2147483613"/>
            <ac:spMk id="9" creationId="{A1157544-B0B3-141D-281B-BFC28710ABB4}"/>
          </ac:spMkLst>
        </pc:spChg>
        <pc:spChg chg="add mod">
          <ac:chgData name="Nikita Dubey" userId="f74eff0e-1ec4-4a94-bcde-eb39ebcac7a8" providerId="ADAL" clId="{7CCEFB0A-FA39-42FC-A34F-412D5EF32852}" dt="2026-06-24T10:17:53.552" v="27561" actId="20577"/>
          <ac:spMkLst>
            <pc:docMk/>
            <pc:sldMk cId="1600890282" sldId="2147483613"/>
            <ac:spMk id="10" creationId="{4EDA5F97-3DA2-681E-1500-93B94921D039}"/>
          </ac:spMkLst>
        </pc:spChg>
        <pc:graphicFrameChg chg="add mod">
          <ac:chgData name="Nikita Dubey" userId="f74eff0e-1ec4-4a94-bcde-eb39ebcac7a8" providerId="ADAL" clId="{7CCEFB0A-FA39-42FC-A34F-412D5EF32852}" dt="2026-06-24T10:17:45.338" v="27559"/>
          <ac:graphicFrameMkLst>
            <pc:docMk/>
            <pc:sldMk cId="1600890282" sldId="2147483613"/>
            <ac:graphicFrameMk id="11" creationId="{8E3D8549-6BE7-AB0E-E385-F683027082F0}"/>
          </ac:graphicFrameMkLst>
        </pc:graphicFrameChg>
        <pc:graphicFrameChg chg="add mod">
          <ac:chgData name="Nikita Dubey" userId="f74eff0e-1ec4-4a94-bcde-eb39ebcac7a8" providerId="ADAL" clId="{7CCEFB0A-FA39-42FC-A34F-412D5EF32852}" dt="2026-06-24T10:14:02.655" v="27546"/>
          <ac:graphicFrameMkLst>
            <pc:docMk/>
            <pc:sldMk cId="1600890282" sldId="2147483613"/>
            <ac:graphicFrameMk id="12" creationId="{493C99F3-55A5-738E-40DD-70A971FB77F4}"/>
          </ac:graphicFrameMkLst>
        </pc:graphicFrameChg>
        <pc:graphicFrameChg chg="add mod">
          <ac:chgData name="Nikita Dubey" userId="f74eff0e-1ec4-4a94-bcde-eb39ebcac7a8" providerId="ADAL" clId="{7CCEFB0A-FA39-42FC-A34F-412D5EF32852}" dt="2026-06-10T09:35:38.747" v="24506"/>
          <ac:graphicFrameMkLst>
            <pc:docMk/>
            <pc:sldMk cId="1600890282" sldId="2147483613"/>
            <ac:graphicFrameMk id="14" creationId="{9DBC5E15-F1F7-3EEC-EFA4-C84623068770}"/>
          </ac:graphicFrameMkLst>
        </pc:graphicFrameChg>
      </pc:sldChg>
      <pc:sldChg chg="addSp delSp modSp new mod ord">
        <pc:chgData name="Nikita Dubey" userId="f74eff0e-1ec4-4a94-bcde-eb39ebcac7a8" providerId="ADAL" clId="{7CCEFB0A-FA39-42FC-A34F-412D5EF32852}" dt="2026-06-24T07:57:44.267" v="27130" actId="20577"/>
        <pc:sldMkLst>
          <pc:docMk/>
          <pc:sldMk cId="1069915021" sldId="2147483615"/>
        </pc:sldMkLst>
        <pc:spChg chg="add mod">
          <ac:chgData name="Nikita Dubey" userId="f74eff0e-1ec4-4a94-bcde-eb39ebcac7a8" providerId="ADAL" clId="{7CCEFB0A-FA39-42FC-A34F-412D5EF32852}" dt="2026-06-24T07:57:44.267" v="27130" actId="20577"/>
          <ac:spMkLst>
            <pc:docMk/>
            <pc:sldMk cId="1069915021" sldId="2147483615"/>
            <ac:spMk id="14" creationId="{7B8BF827-1F0E-2ED3-30AC-5F4D6F2F8752}"/>
          </ac:spMkLst>
        </pc:spChg>
      </pc:sldChg>
      <pc:sldChg chg="addSp delSp modSp new mod">
        <pc:chgData name="Nikita Dubey" userId="f74eff0e-1ec4-4a94-bcde-eb39ebcac7a8" providerId="ADAL" clId="{7CCEFB0A-FA39-42FC-A34F-412D5EF32852}" dt="2026-06-24T11:09:50.226" v="27874" actId="20577"/>
        <pc:sldMkLst>
          <pc:docMk/>
          <pc:sldMk cId="1320093232" sldId="2147483617"/>
        </pc:sldMkLst>
        <pc:spChg chg="mod">
          <ac:chgData name="Nikita Dubey" userId="f74eff0e-1ec4-4a94-bcde-eb39ebcac7a8" providerId="ADAL" clId="{7CCEFB0A-FA39-42FC-A34F-412D5EF32852}" dt="2026-06-24T11:07:36.370" v="27804" actId="20577"/>
          <ac:spMkLst>
            <pc:docMk/>
            <pc:sldMk cId="1320093232" sldId="2147483617"/>
            <ac:spMk id="10" creationId="{19B4B275-8E00-56F2-3223-44C74697CBDA}"/>
          </ac:spMkLst>
        </pc:spChg>
        <pc:spChg chg="mod">
          <ac:chgData name="Nikita Dubey" userId="f74eff0e-1ec4-4a94-bcde-eb39ebcac7a8" providerId="ADAL" clId="{7CCEFB0A-FA39-42FC-A34F-412D5EF32852}" dt="2026-06-24T11:07:39.837" v="27805" actId="20577"/>
          <ac:spMkLst>
            <pc:docMk/>
            <pc:sldMk cId="1320093232" sldId="2147483617"/>
            <ac:spMk id="12" creationId="{8ED975BD-A7FD-880F-5334-1DAC4EDF307E}"/>
          </ac:spMkLst>
        </pc:spChg>
        <pc:spChg chg="mod">
          <ac:chgData name="Nikita Dubey" userId="f74eff0e-1ec4-4a94-bcde-eb39ebcac7a8" providerId="ADAL" clId="{7CCEFB0A-FA39-42FC-A34F-412D5EF32852}" dt="2026-06-24T11:08:42.582" v="27829" actId="20577"/>
          <ac:spMkLst>
            <pc:docMk/>
            <pc:sldMk cId="1320093232" sldId="2147483617"/>
            <ac:spMk id="14" creationId="{AB4AD355-A08E-7BC9-4CFB-C8EFE06856D3}"/>
          </ac:spMkLst>
        </pc:spChg>
        <pc:spChg chg="mod">
          <ac:chgData name="Nikita Dubey" userId="f74eff0e-1ec4-4a94-bcde-eb39ebcac7a8" providerId="ADAL" clId="{7CCEFB0A-FA39-42FC-A34F-412D5EF32852}" dt="2026-06-24T11:09:38.610" v="27855" actId="20577"/>
          <ac:spMkLst>
            <pc:docMk/>
            <pc:sldMk cId="1320093232" sldId="2147483617"/>
            <ac:spMk id="16" creationId="{94297B9D-BFC2-C83E-B484-9762217CEF74}"/>
          </ac:spMkLst>
        </pc:spChg>
        <pc:spChg chg="mod">
          <ac:chgData name="Nikita Dubey" userId="f74eff0e-1ec4-4a94-bcde-eb39ebcac7a8" providerId="ADAL" clId="{7CCEFB0A-FA39-42FC-A34F-412D5EF32852}" dt="2026-06-24T11:09:50.226" v="27874" actId="20577"/>
          <ac:spMkLst>
            <pc:docMk/>
            <pc:sldMk cId="1320093232" sldId="2147483617"/>
            <ac:spMk id="18" creationId="{C04E0204-5BE7-6092-93BF-5BC69344BA74}"/>
          </ac:spMkLst>
        </pc:spChg>
      </pc:sldChg>
      <pc:sldChg chg="addSp delSp modSp new mod ord modNotesTx">
        <pc:chgData name="Nikita Dubey" userId="f74eff0e-1ec4-4a94-bcde-eb39ebcac7a8" providerId="ADAL" clId="{7CCEFB0A-FA39-42FC-A34F-412D5EF32852}" dt="2026-06-24T10:21:02.805" v="27577" actId="20577"/>
        <pc:sldMkLst>
          <pc:docMk/>
          <pc:sldMk cId="2834368668" sldId="2147483618"/>
        </pc:sldMkLst>
        <pc:graphicFrameChg chg="add mod modGraphic">
          <ac:chgData name="Nikita Dubey" userId="f74eff0e-1ec4-4a94-bcde-eb39ebcac7a8" providerId="ADAL" clId="{7CCEFB0A-FA39-42FC-A34F-412D5EF32852}" dt="2026-06-24T10:21:02.805" v="27577" actId="20577"/>
          <ac:graphicFrameMkLst>
            <pc:docMk/>
            <pc:sldMk cId="2834368668" sldId="2147483618"/>
            <ac:graphicFrameMk id="10" creationId="{83C06422-F4CE-5856-4FE3-19722B13FD9D}"/>
          </ac:graphicFrameMkLst>
        </pc:graphicFrameChg>
      </pc:sldChg>
      <pc:sldChg chg="addSp delSp modSp mod">
        <pc:chgData name="Nikita Dubey" userId="f74eff0e-1ec4-4a94-bcde-eb39ebcac7a8" providerId="ADAL" clId="{7CCEFB0A-FA39-42FC-A34F-412D5EF32852}" dt="2026-06-24T11:17:51.900" v="27886" actId="27918"/>
        <pc:sldMkLst>
          <pc:docMk/>
          <pc:sldMk cId="883173736" sldId="2147483620"/>
        </pc:sldMkLst>
        <pc:spChg chg="mod">
          <ac:chgData name="Nikita Dubey" userId="f74eff0e-1ec4-4a94-bcde-eb39ebcac7a8" providerId="ADAL" clId="{7CCEFB0A-FA39-42FC-A34F-412D5EF32852}" dt="2026-06-10T08:16:30.375" v="23991" actId="20577"/>
          <ac:spMkLst>
            <pc:docMk/>
            <pc:sldMk cId="883173736" sldId="2147483620"/>
            <ac:spMk id="12" creationId="{7C272A88-2967-DC06-C3B8-A4A075B932E8}"/>
          </ac:spMkLst>
        </pc:spChg>
        <pc:spChg chg="mod">
          <ac:chgData name="Nikita Dubey" userId="f74eff0e-1ec4-4a94-bcde-eb39ebcac7a8" providerId="ADAL" clId="{7CCEFB0A-FA39-42FC-A34F-412D5EF32852}" dt="2026-06-24T09:45:45.896" v="27334" actId="20577"/>
          <ac:spMkLst>
            <pc:docMk/>
            <pc:sldMk cId="883173736" sldId="2147483620"/>
            <ac:spMk id="17" creationId="{7663FA97-7BF2-3CA7-4AEE-CCD20A12CC4D}"/>
          </ac:spMkLst>
        </pc:spChg>
        <pc:spChg chg="mod">
          <ac:chgData name="Nikita Dubey" userId="f74eff0e-1ec4-4a94-bcde-eb39ebcac7a8" providerId="ADAL" clId="{7CCEFB0A-FA39-42FC-A34F-412D5EF32852}" dt="2026-06-24T11:12:45.472" v="27876" actId="20577"/>
          <ac:spMkLst>
            <pc:docMk/>
            <pc:sldMk cId="883173736" sldId="2147483620"/>
            <ac:spMk id="22" creationId="{020ACE6C-BCC3-6B90-7CC2-B3C7F69DBFDA}"/>
          </ac:spMkLst>
        </pc:spChg>
        <pc:graphicFrameChg chg="add mod">
          <ac:chgData name="Nikita Dubey" userId="f74eff0e-1ec4-4a94-bcde-eb39ebcac7a8" providerId="ADAL" clId="{7CCEFB0A-FA39-42FC-A34F-412D5EF32852}" dt="2026-06-24T11:14:43.123" v="27884" actId="20577"/>
          <ac:graphicFrameMkLst>
            <pc:docMk/>
            <pc:sldMk cId="883173736" sldId="2147483620"/>
            <ac:graphicFrameMk id="4" creationId="{29F7DF79-DBCA-7162-BBB0-DD2E2B8BFDC5}"/>
          </ac:graphicFrameMkLst>
        </pc:graphicFrameChg>
        <pc:graphicFrameChg chg="mod">
          <ac:chgData name="Nikita Dubey" userId="f74eff0e-1ec4-4a94-bcde-eb39ebcac7a8" providerId="ADAL" clId="{7CCEFB0A-FA39-42FC-A34F-412D5EF32852}" dt="2026-06-24T09:40:49.479" v="27290"/>
          <ac:graphicFrameMkLst>
            <pc:docMk/>
            <pc:sldMk cId="883173736" sldId="2147483620"/>
            <ac:graphicFrameMk id="5" creationId="{3C785CC6-3956-3FB7-3839-8ACAD77E9AF0}"/>
          </ac:graphicFrameMkLst>
        </pc:graphicFrameChg>
        <pc:graphicFrameChg chg="add mod">
          <ac:chgData name="Nikita Dubey" userId="f74eff0e-1ec4-4a94-bcde-eb39ebcac7a8" providerId="ADAL" clId="{7CCEFB0A-FA39-42FC-A34F-412D5EF32852}" dt="2026-06-24T09:45:07.763" v="27333" actId="20577"/>
          <ac:graphicFrameMkLst>
            <pc:docMk/>
            <pc:sldMk cId="883173736" sldId="2147483620"/>
            <ac:graphicFrameMk id="8" creationId="{C19772B5-6D56-6F62-928F-002068F990FB}"/>
          </ac:graphicFrameMkLst>
        </pc:graphicFrameChg>
        <pc:graphicFrameChg chg="mod">
          <ac:chgData name="Nikita Dubey" userId="f74eff0e-1ec4-4a94-bcde-eb39ebcac7a8" providerId="ADAL" clId="{7CCEFB0A-FA39-42FC-A34F-412D5EF32852}" dt="2026-06-10T08:20:07.080" v="24027"/>
          <ac:graphicFrameMkLst>
            <pc:docMk/>
            <pc:sldMk cId="883173736" sldId="2147483620"/>
            <ac:graphicFrameMk id="28" creationId="{8E0716CC-76FB-8E54-FCFE-7C973DCD65F8}"/>
          </ac:graphicFrameMkLst>
        </pc:graphicFrameChg>
      </pc:sldChg>
      <pc:sldChg chg="addSp delSp modSp new mod">
        <pc:chgData name="Nikita Dubey" userId="f74eff0e-1ec4-4a94-bcde-eb39ebcac7a8" providerId="ADAL" clId="{7CCEFB0A-FA39-42FC-A34F-412D5EF32852}" dt="2026-06-24T10:34:41.422" v="27760" actId="20577"/>
        <pc:sldMkLst>
          <pc:docMk/>
          <pc:sldMk cId="2921716586" sldId="2147483621"/>
        </pc:sldMkLst>
        <pc:spChg chg="add mod">
          <ac:chgData name="Nikita Dubey" userId="f74eff0e-1ec4-4a94-bcde-eb39ebcac7a8" providerId="ADAL" clId="{7CCEFB0A-FA39-42FC-A34F-412D5EF32852}" dt="2026-06-10T10:40:43.955" v="25823" actId="20577"/>
          <ac:spMkLst>
            <pc:docMk/>
            <pc:sldMk cId="2921716586" sldId="2147483621"/>
            <ac:spMk id="9" creationId="{F7804C6A-942E-08EB-B766-F7C72951512A}"/>
          </ac:spMkLst>
        </pc:spChg>
        <pc:graphicFrameChg chg="add mod modGraphic">
          <ac:chgData name="Nikita Dubey" userId="f74eff0e-1ec4-4a94-bcde-eb39ebcac7a8" providerId="ADAL" clId="{7CCEFB0A-FA39-42FC-A34F-412D5EF32852}" dt="2026-06-24T10:34:41.422" v="27760" actId="20577"/>
          <ac:graphicFrameMkLst>
            <pc:docMk/>
            <pc:sldMk cId="2921716586" sldId="2147483621"/>
            <ac:graphicFrameMk id="8" creationId="{432EB4F8-9932-E9CA-2475-88420E987725}"/>
          </ac:graphicFrameMkLst>
        </pc:graphicFrameChg>
      </pc:sldChg>
    </pc:docChg>
  </pc:docChgLst>
  <pc:docChgLst>
    <pc:chgData name="Deepak Dubey" userId="0f025daf-9fe6-4edb-b6db-85f4837a9750" providerId="ADAL" clId="{A5987B43-5036-4942-B28B-4EBF00743C44}"/>
    <pc:docChg chg="undo custSel delSld modSld">
      <pc:chgData name="Deepak Dubey" userId="0f025daf-9fe6-4edb-b6db-85f4837a9750" providerId="ADAL" clId="{A5987B43-5036-4942-B28B-4EBF00743C44}" dt="2026-06-24T15:14:47.028" v="496" actId="47"/>
      <pc:docMkLst>
        <pc:docMk/>
      </pc:docMkLst>
      <pc:sldChg chg="modSp">
        <pc:chgData name="Deepak Dubey" userId="0f025daf-9fe6-4edb-b6db-85f4837a9750" providerId="ADAL" clId="{A5987B43-5036-4942-B28B-4EBF00743C44}" dt="2026-06-10T18:33:52.839" v="325"/>
        <pc:sldMkLst>
          <pc:docMk/>
          <pc:sldMk cId="296841277" sldId="2147483605"/>
        </pc:sldMkLst>
        <pc:graphicFrameChg chg="mod">
          <ac:chgData name="Deepak Dubey" userId="0f025daf-9fe6-4edb-b6db-85f4837a9750" providerId="ADAL" clId="{A5987B43-5036-4942-B28B-4EBF00743C44}" dt="2026-06-10T18:33:52.839" v="325"/>
          <ac:graphicFrameMkLst>
            <pc:docMk/>
            <pc:sldMk cId="296841277" sldId="2147483605"/>
            <ac:graphicFrameMk id="10" creationId="{7217D51B-84EC-FDA7-BD38-7FAC88B167D9}"/>
          </ac:graphicFrameMkLst>
        </pc:graphicFrameChg>
      </pc:sldChg>
      <pc:sldChg chg="modSp">
        <pc:chgData name="Deepak Dubey" userId="0f025daf-9fe6-4edb-b6db-85f4837a9750" providerId="ADAL" clId="{A5987B43-5036-4942-B28B-4EBF00743C44}" dt="2026-06-24T15:13:24.987" v="495"/>
        <pc:sldMkLst>
          <pc:docMk/>
          <pc:sldMk cId="3149469241" sldId="2147483609"/>
        </pc:sldMkLst>
        <pc:graphicFrameChg chg="mod">
          <ac:chgData name="Deepak Dubey" userId="0f025daf-9fe6-4edb-b6db-85f4837a9750" providerId="ADAL" clId="{A5987B43-5036-4942-B28B-4EBF00743C44}" dt="2026-06-24T15:13:24.987" v="495"/>
          <ac:graphicFrameMkLst>
            <pc:docMk/>
            <pc:sldMk cId="3149469241" sldId="2147483609"/>
            <ac:graphicFrameMk id="8" creationId="{D54500D1-92F6-E2AD-689B-89BFC8B5CFA6}"/>
          </ac:graphicFrameMkLst>
        </pc:graphicFrameChg>
      </pc:sldChg>
      <pc:sldChg chg="modSp del mod">
        <pc:chgData name="Deepak Dubey" userId="0f025daf-9fe6-4edb-b6db-85f4837a9750" providerId="ADAL" clId="{A5987B43-5036-4942-B28B-4EBF00743C44}" dt="2026-06-24T15:14:47.028" v="496" actId="47"/>
        <pc:sldMkLst>
          <pc:docMk/>
          <pc:sldMk cId="253946847" sldId="2147483611"/>
        </pc:sldMkLst>
        <pc:graphicFrameChg chg="modGraphic">
          <ac:chgData name="Deepak Dubey" userId="0f025daf-9fe6-4edb-b6db-85f4837a9750" providerId="ADAL" clId="{A5987B43-5036-4942-B28B-4EBF00743C44}" dt="2026-06-10T18:48:08.537" v="333" actId="404"/>
          <ac:graphicFrameMkLst>
            <pc:docMk/>
            <pc:sldMk cId="253946847" sldId="2147483611"/>
            <ac:graphicFrameMk id="13" creationId="{C2A193BC-1511-5D89-85FF-0BE60A6A0158}"/>
          </ac:graphicFrameMkLst>
        </pc:graphicFrameChg>
      </pc:sldChg>
      <pc:sldChg chg="modSp mod">
        <pc:chgData name="Deepak Dubey" userId="0f025daf-9fe6-4edb-b6db-85f4837a9750" providerId="ADAL" clId="{A5987B43-5036-4942-B28B-4EBF00743C44}" dt="2026-06-10T18:35:57.461" v="326" actId="20577"/>
        <pc:sldMkLst>
          <pc:docMk/>
          <pc:sldMk cId="1320093232" sldId="2147483617"/>
        </pc:sldMkLst>
        <pc:spChg chg="mod">
          <ac:chgData name="Deepak Dubey" userId="0f025daf-9fe6-4edb-b6db-85f4837a9750" providerId="ADAL" clId="{A5987B43-5036-4942-B28B-4EBF00743C44}" dt="2026-06-10T18:35:57.461" v="326" actId="20577"/>
          <ac:spMkLst>
            <pc:docMk/>
            <pc:sldMk cId="1320093232" sldId="2147483617"/>
            <ac:spMk id="14" creationId="{AB4AD355-A08E-7BC9-4CFB-C8EFE06856D3}"/>
          </ac:spMkLst>
        </pc:spChg>
      </pc:sldChg>
      <pc:sldChg chg="addSp delSp modSp mod">
        <pc:chgData name="Deepak Dubey" userId="0f025daf-9fe6-4edb-b6db-85f4837a9750" providerId="ADAL" clId="{A5987B43-5036-4942-B28B-4EBF00743C44}" dt="2026-06-24T15:01:42.973" v="494" actId="27918"/>
        <pc:sldMkLst>
          <pc:docMk/>
          <pc:sldMk cId="883173736" sldId="2147483620"/>
        </pc:sldMkLst>
        <pc:graphicFrameChg chg="mod">
          <ac:chgData name="Deepak Dubey" userId="0f025daf-9fe6-4edb-b6db-85f4837a9750" providerId="ADAL" clId="{A5987B43-5036-4942-B28B-4EBF00743C44}" dt="2026-06-10T19:06:08.832" v="479" actId="1037"/>
          <ac:graphicFrameMkLst>
            <pc:docMk/>
            <pc:sldMk cId="883173736" sldId="2147483620"/>
            <ac:graphicFrameMk id="4" creationId="{29F7DF79-DBCA-7162-BBB0-DD2E2B8BFDC5}"/>
          </ac:graphicFrameMkLst>
        </pc:graphicFrameChg>
        <pc:graphicFrameChg chg="mod">
          <ac:chgData name="Deepak Dubey" userId="0f025daf-9fe6-4edb-b6db-85f4837a9750" providerId="ADAL" clId="{A5987B43-5036-4942-B28B-4EBF00743C44}" dt="2026-06-10T19:06:01.570" v="460"/>
          <ac:graphicFrameMkLst>
            <pc:docMk/>
            <pc:sldMk cId="883173736" sldId="2147483620"/>
            <ac:graphicFrameMk id="5" creationId="{3C785CC6-3956-3FB7-3839-8ACAD77E9AF0}"/>
          </ac:graphicFrameMkLst>
        </pc:graphicFrameChg>
        <pc:graphicFrameChg chg="mod ord">
          <ac:chgData name="Deepak Dubey" userId="0f025daf-9fe6-4edb-b6db-85f4837a9750" providerId="ADAL" clId="{A5987B43-5036-4942-B28B-4EBF00743C44}" dt="2026-06-10T19:08:13.285" v="490"/>
          <ac:graphicFrameMkLst>
            <pc:docMk/>
            <pc:sldMk cId="883173736" sldId="2147483620"/>
            <ac:graphicFrameMk id="8" creationId="{C19772B5-6D56-6F62-928F-002068F990FB}"/>
          </ac:graphicFrameMkLst>
        </pc:graphicFrameChg>
      </pc:sldChg>
      <pc:sldChg chg="modSp mod">
        <pc:chgData name="Deepak Dubey" userId="0f025daf-9fe6-4edb-b6db-85f4837a9750" providerId="ADAL" clId="{A5987B43-5036-4942-B28B-4EBF00743C44}" dt="2026-05-27T19:03:37.688" v="306"/>
        <pc:sldMkLst>
          <pc:docMk/>
          <pc:sldMk cId="2921716586" sldId="2147483621"/>
        </pc:sldMkLst>
        <pc:graphicFrameChg chg="mod modGraphic">
          <ac:chgData name="Deepak Dubey" userId="0f025daf-9fe6-4edb-b6db-85f4837a9750" providerId="ADAL" clId="{A5987B43-5036-4942-B28B-4EBF00743C44}" dt="2026-05-27T19:03:37.688" v="306"/>
          <ac:graphicFrameMkLst>
            <pc:docMk/>
            <pc:sldMk cId="2921716586" sldId="2147483621"/>
            <ac:graphicFrameMk id="8" creationId="{432EB4F8-9932-E9CA-2475-88420E987725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pPr>
            <a:r>
              <a:rPr lang="en-US" sz="1600" dirty="0">
                <a:solidFill>
                  <a:schemeClr val="accent6"/>
                </a:solidFill>
                <a:latin typeface="+mn-lt"/>
              </a:rPr>
              <a:t>Weekly Vial Demand</a:t>
            </a:r>
          </a:p>
        </c:rich>
      </c:tx>
      <c:layout>
        <c:manualLayout>
          <c:xMode val="edge"/>
          <c:yMode val="edge"/>
          <c:x val="0.43906009192172113"/>
          <c:y val="1.242091447271262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accent6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9.7969487646642979E-5"/>
          <c:y val="0.11178823025441358"/>
          <c:w val="0.99914030895385775"/>
          <c:h val="0.69710605733115949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Actuals</c:v>
                </c:pt>
              </c:strCache>
            </c:strRef>
          </c:tx>
          <c:spPr>
            <a:ln w="28575" cap="rnd">
              <a:solidFill>
                <a:srgbClr val="00859D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859D"/>
              </a:solidFill>
              <a:ln w="9525">
                <a:solidFill>
                  <a:srgbClr val="00859D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1.6594506636124724E-2"/>
                  <c:y val="-2.3789963314291191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rgbClr val="0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5470457418274856E-2"/>
                      <c:h val="0.11964242110681757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699D-4366-A19D-215C3A0C3F38}"/>
                </c:ext>
              </c:extLst>
            </c:dLbl>
            <c:dLbl>
              <c:idx val="5"/>
              <c:layout>
                <c:manualLayout>
                  <c:x val="-2.3818583602974973E-2"/>
                  <c:y val="-4.53591584031724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407F-4900-95AD-B5C68B8C5D1F}"/>
                </c:ext>
              </c:extLst>
            </c:dLbl>
            <c:dLbl>
              <c:idx val="6"/>
              <c:layout>
                <c:manualLayout>
                  <c:x val="-1.8883754060862325E-2"/>
                  <c:y val="-8.644956473007979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99D-4366-A19D-215C3A0C3F38}"/>
                </c:ext>
              </c:extLst>
            </c:dLbl>
            <c:dLbl>
              <c:idx val="7"/>
              <c:layout>
                <c:manualLayout>
                  <c:x val="-2.0429975992965047E-2"/>
                  <c:y val="-5.604114484970530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699D-4366-A19D-215C3A0C3F38}"/>
                </c:ext>
              </c:extLst>
            </c:dLbl>
            <c:dLbl>
              <c:idx val="8"/>
              <c:layout>
                <c:manualLayout>
                  <c:x val="-2.5831919722033681E-2"/>
                  <c:y val="-7.158978251011359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0AD-49CD-877B-DE36A0B455A0}"/>
                </c:ext>
              </c:extLst>
            </c:dLbl>
            <c:dLbl>
              <c:idx val="9"/>
              <c:layout>
                <c:manualLayout>
                  <c:x val="-1.874816645503084E-2"/>
                  <c:y val="-4.809306362018473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99D-4366-A19D-215C3A0C3F38}"/>
                </c:ext>
              </c:extLst>
            </c:dLbl>
            <c:dLbl>
              <c:idx val="10"/>
              <c:layout>
                <c:manualLayout>
                  <c:x val="-1.6039571734413477E-2"/>
                  <c:y val="-7.655717027443700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47C2-49BA-BCE7-9ACA937E4439}"/>
                </c:ext>
              </c:extLst>
            </c:dLbl>
            <c:dLbl>
              <c:idx val="11"/>
              <c:layout>
                <c:manualLayout>
                  <c:x val="-1.2714833735134528E-2"/>
                  <c:y val="-8.4379412317961089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rgbClr val="0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2994607889304223E-2"/>
                      <c:h val="0.1149348619208341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E0AD-49CD-877B-DE36A0B455A0}"/>
                </c:ext>
              </c:extLst>
            </c:dLbl>
            <c:dLbl>
              <c:idx val="12"/>
              <c:layout>
                <c:manualLayout>
                  <c:x val="-9.7182844983402916E-3"/>
                  <c:y val="-8.644956473007987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E0AD-49CD-877B-DE36A0B455A0}"/>
                </c:ext>
              </c:extLst>
            </c:dLbl>
            <c:dLbl>
              <c:idx val="13"/>
              <c:layout>
                <c:manualLayout>
                  <c:x val="-2.1767990210989831E-2"/>
                  <c:y val="-2.0204361534025318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rgbClr val="0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3495926598300927E-2"/>
                      <c:h val="0.11907516674507165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E0AD-49CD-877B-DE36A0B455A0}"/>
                </c:ext>
              </c:extLst>
            </c:dLbl>
            <c:dLbl>
              <c:idx val="14"/>
              <c:layout>
                <c:manualLayout>
                  <c:x val="-1.7185255429728815E-2"/>
                  <c:y val="-4.5046679491831373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rgbClr val="0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9747722254517873E-2"/>
                      <c:h val="6.111089920574608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E0AD-49CD-877B-DE36A0B455A0}"/>
                </c:ext>
              </c:extLst>
            </c:dLbl>
            <c:dLbl>
              <c:idx val="15"/>
              <c:layout>
                <c:manualLayout>
                  <c:x val="-2.403928558412376E-2"/>
                  <c:y val="-0.10922124126338638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rgbClr val="0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547614073109414E-2"/>
                      <c:h val="6.525120402998363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DAA9-40B4-ADDB-7E0DA7ED4C3E}"/>
                </c:ext>
              </c:extLst>
            </c:dLbl>
            <c:dLbl>
              <c:idx val="16"/>
              <c:layout>
                <c:manualLayout>
                  <c:x val="-1.8508565203475227E-2"/>
                  <c:y val="-9.058986955431741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73E-4C20-AE14-E717A73D5642}"/>
                </c:ext>
              </c:extLst>
            </c:dLbl>
            <c:dLbl>
              <c:idx val="18"/>
              <c:layout>
                <c:manualLayout>
                  <c:x val="-1.2780146726898957E-2"/>
                  <c:y val="-7.402865025736725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07F-4900-95AD-B5C68B8C5D1F}"/>
                </c:ext>
              </c:extLst>
            </c:dLbl>
            <c:dLbl>
              <c:idx val="19"/>
              <c:layout>
                <c:manualLayout>
                  <c:x val="-1.4301019279601309E-2"/>
                  <c:y val="-2.434499236651677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5BC8-4B5D-850A-513228BD097F}"/>
                </c:ext>
              </c:extLst>
            </c:dLbl>
            <c:dLbl>
              <c:idx val="20"/>
              <c:layout>
                <c:manualLayout>
                  <c:x val="-1.6217197812844805E-2"/>
                  <c:y val="-0.10301078402703007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78E1-4717-B789-994D02CD2963}"/>
                </c:ext>
              </c:extLst>
            </c:dLbl>
            <c:dLbl>
              <c:idx val="21"/>
              <c:layout>
                <c:manualLayout>
                  <c:x val="-1.8508565203475227E-2"/>
                  <c:y val="-9.058986955431741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407F-4900-95AD-B5C68B8C5D1F}"/>
                </c:ext>
              </c:extLst>
            </c:dLbl>
            <c:dLbl>
              <c:idx val="23"/>
              <c:layout>
                <c:manualLayout>
                  <c:x val="-1.3925830422214295E-2"/>
                  <c:y val="-7.816895508160477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07F-4900-95AD-B5C68B8C5D1F}"/>
                </c:ext>
              </c:extLst>
            </c:dLbl>
            <c:dLbl>
              <c:idx val="25"/>
              <c:layout>
                <c:manualLayout>
                  <c:x val="-2.0029437756177666E-2"/>
                  <c:y val="-5.332712613617951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407F-4900-95AD-B5C68B8C5D1F}"/>
                </c:ext>
              </c:extLst>
            </c:dLbl>
            <c:dLbl>
              <c:idx val="26"/>
              <c:layout>
                <c:manualLayout>
                  <c:x val="-1.7362881508159973E-2"/>
                  <c:y val="-9.47301743785549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908D-410A-8D1C-5D32000B0C03}"/>
                </c:ext>
              </c:extLst>
            </c:dLbl>
            <c:dLbl>
              <c:idx val="27"/>
              <c:layout>
                <c:manualLayout>
                  <c:x val="-1.9476622820359321E-2"/>
                  <c:y val="-6.574804060889213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0AD-49CD-877B-DE36A0B455A0}"/>
                </c:ext>
              </c:extLst>
            </c:dLbl>
            <c:dLbl>
              <c:idx val="28"/>
              <c:layout>
                <c:manualLayout>
                  <c:x val="-4.179742796716758E-2"/>
                  <c:y val="-8.2309259905842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DD0C-43F3-8684-11F1C324BF50}"/>
                </c:ext>
              </c:extLst>
            </c:dLbl>
            <c:dLbl>
              <c:idx val="32"/>
              <c:layout>
                <c:manualLayout>
                  <c:x val="-1.7362881508159973E-2"/>
                  <c:y val="-0.12371230814821778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8E1-4717-B789-994D02CD2963}"/>
                </c:ext>
              </c:extLst>
            </c:dLbl>
            <c:dLbl>
              <c:idx val="34"/>
              <c:layout>
                <c:manualLayout>
                  <c:x val="-1.7738070365547073E-2"/>
                  <c:y val="-5.332712613617951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07F-4900-95AD-B5C68B8C5D1F}"/>
                </c:ext>
              </c:extLst>
            </c:dLbl>
            <c:dLbl>
              <c:idx val="35"/>
              <c:layout>
                <c:manualLayout>
                  <c:x val="-1.7362881508159889E-2"/>
                  <c:y val="-9.058986955431741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C74D-4B49-93E4-2A07ECE2BDAE}"/>
                </c:ext>
              </c:extLst>
            </c:dLbl>
            <c:dLbl>
              <c:idx val="36"/>
              <c:layout>
                <c:manualLayout>
                  <c:x val="-2.0622306515674746E-2"/>
                  <c:y val="-6.574804060889213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407F-4900-95AD-B5C68B8C5D1F}"/>
                </c:ext>
              </c:extLst>
            </c:dLbl>
            <c:dLbl>
              <c:idx val="37"/>
              <c:layout>
                <c:manualLayout>
                  <c:x val="0"/>
                  <c:y val="-4.090621166346689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DD0C-43F3-8684-11F1C324BF50}"/>
                </c:ext>
              </c:extLst>
            </c:dLbl>
            <c:dLbl>
              <c:idx val="45"/>
              <c:layout>
                <c:manualLayout>
                  <c:x val="-2.804922362338436E-2"/>
                  <c:y val="-8.2309259905842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07F-4900-95AD-B5C68B8C5D1F}"/>
                </c:ext>
              </c:extLst>
            </c:dLbl>
            <c:dLbl>
              <c:idx val="46"/>
              <c:layout>
                <c:manualLayout>
                  <c:x val="-2.804922362338436E-2"/>
                  <c:y val="-4.918682131194197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0077-42AE-93D9-EFB72921448C}"/>
                </c:ext>
              </c:extLst>
            </c:dLbl>
            <c:dLbl>
              <c:idx val="47"/>
              <c:layout>
                <c:manualLayout>
                  <c:x val="-2.0622306515674746E-2"/>
                  <c:y val="-4.504651648770447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407F-4900-95AD-B5C68B8C5D1F}"/>
                </c:ext>
              </c:extLst>
            </c:dLbl>
            <c:dLbl>
              <c:idx val="49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1" i="0" u="none" strike="noStrike" kern="1200" baseline="0">
                      <a:solidFill>
                        <a:srgbClr val="0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289B-4CB0-B970-7A1FCC2E9BB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Sheet1!$A$178:$A$227</c:f>
              <c:numCache>
                <c:formatCode>m/d;@</c:formatCode>
                <c:ptCount val="50"/>
                <c:pt idx="0">
                  <c:v>45849</c:v>
                </c:pt>
                <c:pt idx="1">
                  <c:v>45856</c:v>
                </c:pt>
                <c:pt idx="2">
                  <c:v>45863</c:v>
                </c:pt>
                <c:pt idx="3">
                  <c:v>45870</c:v>
                </c:pt>
                <c:pt idx="4">
                  <c:v>45877</c:v>
                </c:pt>
                <c:pt idx="5">
                  <c:v>45884</c:v>
                </c:pt>
                <c:pt idx="6">
                  <c:v>45891</c:v>
                </c:pt>
                <c:pt idx="7">
                  <c:v>45898</c:v>
                </c:pt>
                <c:pt idx="8">
                  <c:v>45905</c:v>
                </c:pt>
                <c:pt idx="9">
                  <c:v>45912</c:v>
                </c:pt>
                <c:pt idx="10">
                  <c:v>45919</c:v>
                </c:pt>
                <c:pt idx="11">
                  <c:v>45926</c:v>
                </c:pt>
                <c:pt idx="12">
                  <c:v>45933</c:v>
                </c:pt>
                <c:pt idx="13">
                  <c:v>45940</c:v>
                </c:pt>
                <c:pt idx="14">
                  <c:v>45947</c:v>
                </c:pt>
                <c:pt idx="15">
                  <c:v>45954</c:v>
                </c:pt>
                <c:pt idx="16">
                  <c:v>45961</c:v>
                </c:pt>
                <c:pt idx="17">
                  <c:v>45968</c:v>
                </c:pt>
                <c:pt idx="18">
                  <c:v>45975</c:v>
                </c:pt>
                <c:pt idx="19">
                  <c:v>45982</c:v>
                </c:pt>
                <c:pt idx="20">
                  <c:v>45989</c:v>
                </c:pt>
                <c:pt idx="21">
                  <c:v>45996</c:v>
                </c:pt>
                <c:pt idx="22">
                  <c:v>46003</c:v>
                </c:pt>
                <c:pt idx="23">
                  <c:v>46010</c:v>
                </c:pt>
                <c:pt idx="24">
                  <c:v>46017</c:v>
                </c:pt>
                <c:pt idx="25">
                  <c:v>46024</c:v>
                </c:pt>
                <c:pt idx="26">
                  <c:v>46031</c:v>
                </c:pt>
                <c:pt idx="27">
                  <c:v>46038</c:v>
                </c:pt>
                <c:pt idx="28">
                  <c:v>46045</c:v>
                </c:pt>
                <c:pt idx="29">
                  <c:v>46052</c:v>
                </c:pt>
                <c:pt idx="30">
                  <c:v>46059</c:v>
                </c:pt>
                <c:pt idx="31">
                  <c:v>46066</c:v>
                </c:pt>
                <c:pt idx="32">
                  <c:v>46073</c:v>
                </c:pt>
                <c:pt idx="33">
                  <c:v>46080</c:v>
                </c:pt>
                <c:pt idx="34">
                  <c:v>46087</c:v>
                </c:pt>
                <c:pt idx="35">
                  <c:v>46094</c:v>
                </c:pt>
                <c:pt idx="36">
                  <c:v>46101</c:v>
                </c:pt>
                <c:pt idx="37">
                  <c:v>46108</c:v>
                </c:pt>
                <c:pt idx="38">
                  <c:v>46115</c:v>
                </c:pt>
                <c:pt idx="39">
                  <c:v>46122</c:v>
                </c:pt>
                <c:pt idx="40">
                  <c:v>46129</c:v>
                </c:pt>
                <c:pt idx="41">
                  <c:v>46136</c:v>
                </c:pt>
                <c:pt idx="42">
                  <c:v>46143</c:v>
                </c:pt>
                <c:pt idx="43">
                  <c:v>46150</c:v>
                </c:pt>
                <c:pt idx="44">
                  <c:v>46157</c:v>
                </c:pt>
                <c:pt idx="45">
                  <c:v>46164</c:v>
                </c:pt>
                <c:pt idx="46">
                  <c:v>46171</c:v>
                </c:pt>
                <c:pt idx="47">
                  <c:v>46178</c:v>
                </c:pt>
                <c:pt idx="48">
                  <c:v>46185</c:v>
                </c:pt>
                <c:pt idx="49">
                  <c:v>46192</c:v>
                </c:pt>
              </c:numCache>
            </c:numRef>
          </c:cat>
          <c:val>
            <c:numRef>
              <c:f>Sheet1!$B$178:$B$227</c:f>
              <c:numCache>
                <c:formatCode>General</c:formatCode>
                <c:ptCount val="50"/>
                <c:pt idx="0">
                  <c:v>79</c:v>
                </c:pt>
                <c:pt idx="1">
                  <c:v>83</c:v>
                </c:pt>
                <c:pt idx="2">
                  <c:v>79</c:v>
                </c:pt>
                <c:pt idx="3">
                  <c:v>82</c:v>
                </c:pt>
                <c:pt idx="4">
                  <c:v>78</c:v>
                </c:pt>
                <c:pt idx="5">
                  <c:v>101</c:v>
                </c:pt>
                <c:pt idx="6">
                  <c:v>91</c:v>
                </c:pt>
                <c:pt idx="7">
                  <c:v>116</c:v>
                </c:pt>
                <c:pt idx="8">
                  <c:v>104</c:v>
                </c:pt>
                <c:pt idx="9">
                  <c:v>110</c:v>
                </c:pt>
                <c:pt idx="10">
                  <c:v>116</c:v>
                </c:pt>
                <c:pt idx="11">
                  <c:v>121</c:v>
                </c:pt>
                <c:pt idx="12">
                  <c:v>94</c:v>
                </c:pt>
                <c:pt idx="13">
                  <c:v>77</c:v>
                </c:pt>
                <c:pt idx="14">
                  <c:v>107</c:v>
                </c:pt>
                <c:pt idx="15">
                  <c:v>114</c:v>
                </c:pt>
                <c:pt idx="16">
                  <c:v>115</c:v>
                </c:pt>
                <c:pt idx="17">
                  <c:v>128</c:v>
                </c:pt>
                <c:pt idx="18">
                  <c:v>112</c:v>
                </c:pt>
                <c:pt idx="19">
                  <c:v>106</c:v>
                </c:pt>
                <c:pt idx="20">
                  <c:v>65</c:v>
                </c:pt>
                <c:pt idx="21">
                  <c:v>108</c:v>
                </c:pt>
                <c:pt idx="22">
                  <c:v>133</c:v>
                </c:pt>
                <c:pt idx="23">
                  <c:v>118</c:v>
                </c:pt>
                <c:pt idx="24">
                  <c:v>84</c:v>
                </c:pt>
                <c:pt idx="25">
                  <c:v>94</c:v>
                </c:pt>
                <c:pt idx="26">
                  <c:v>107</c:v>
                </c:pt>
                <c:pt idx="27">
                  <c:v>90</c:v>
                </c:pt>
                <c:pt idx="28">
                  <c:v>117</c:v>
                </c:pt>
                <c:pt idx="29">
                  <c:v>75</c:v>
                </c:pt>
                <c:pt idx="30">
                  <c:v>112</c:v>
                </c:pt>
                <c:pt idx="31">
                  <c:v>104</c:v>
                </c:pt>
                <c:pt idx="32">
                  <c:v>54</c:v>
                </c:pt>
                <c:pt idx="33">
                  <c:v>130</c:v>
                </c:pt>
                <c:pt idx="34">
                  <c:v>129</c:v>
                </c:pt>
                <c:pt idx="35">
                  <c:v>86</c:v>
                </c:pt>
                <c:pt idx="36">
                  <c:v>121</c:v>
                </c:pt>
                <c:pt idx="37">
                  <c:v>119</c:v>
                </c:pt>
                <c:pt idx="38">
                  <c:v>105</c:v>
                </c:pt>
                <c:pt idx="39">
                  <c:v>90</c:v>
                </c:pt>
                <c:pt idx="40">
                  <c:v>94</c:v>
                </c:pt>
                <c:pt idx="41">
                  <c:v>103</c:v>
                </c:pt>
                <c:pt idx="42">
                  <c:v>110</c:v>
                </c:pt>
                <c:pt idx="43">
                  <c:v>102</c:v>
                </c:pt>
                <c:pt idx="44">
                  <c:v>97</c:v>
                </c:pt>
                <c:pt idx="45">
                  <c:v>102</c:v>
                </c:pt>
                <c:pt idx="46">
                  <c:v>101</c:v>
                </c:pt>
                <c:pt idx="47">
                  <c:v>102</c:v>
                </c:pt>
                <c:pt idx="48">
                  <c:v>102</c:v>
                </c:pt>
                <c:pt idx="49">
                  <c:v>111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C-699D-4366-A19D-215C3A0C3F38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349098096"/>
        <c:axId val="321611344"/>
        <c:extLst/>
      </c:lineChart>
      <c:catAx>
        <c:axId val="349098096"/>
        <c:scaling>
          <c:orientation val="minMax"/>
        </c:scaling>
        <c:delete val="0"/>
        <c:axPos val="b"/>
        <c:numFmt formatCode="m/d;@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21611344"/>
        <c:crosses val="autoZero"/>
        <c:auto val="0"/>
        <c:lblAlgn val="ctr"/>
        <c:lblOffset val="100"/>
        <c:noMultiLvlLbl val="0"/>
      </c:catAx>
      <c:valAx>
        <c:axId val="321611344"/>
        <c:scaling>
          <c:orientation val="minMax"/>
          <c:max val="145"/>
          <c:min val="20"/>
        </c:scaling>
        <c:delete val="1"/>
        <c:axPos val="l"/>
        <c:numFmt formatCode="General" sourceLinked="1"/>
        <c:majorTickMark val="out"/>
        <c:minorTickMark val="none"/>
        <c:tickLblPos val="nextTo"/>
        <c:crossAx val="3490980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5527174545183438"/>
          <c:y val="0"/>
          <c:w val="8.2639101343401661E-2"/>
          <c:h val="7.733481649513122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1" i="0" u="none" strike="noStrike" kern="1200" baseline="0">
              <a:solidFill>
                <a:srgbClr val="00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rgbClr val="000000"/>
      </a:solidFill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84ACA1-ECED-D844-B3F7-DF17B80354F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F0BA79-C207-EF4A-BA0F-D4812C40E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949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F0BA79-C207-EF4A-BA0F-D4812C40E99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55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3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1.bin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2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2.png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Master (All Deck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6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20191280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ster (All Deck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30226241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1_Blue">
    <p:bg>
      <p:bgPr>
        <a:solidFill>
          <a:schemeClr val="tx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" name="Group 3"/>
          <p:cNvGrpSpPr/>
          <p:nvPr/>
        </p:nvGrpSpPr>
        <p:grpSpPr>
          <a:xfrm>
            <a:off x="-1669793" y="1235841"/>
            <a:ext cx="1036321" cy="4424423"/>
            <a:chOff x="0" y="0"/>
            <a:chExt cx="1036319" cy="4424421"/>
          </a:xfrm>
        </p:grpSpPr>
        <p:grpSp>
          <p:nvGrpSpPr>
            <p:cNvPr id="161" name="TextBox 2"/>
            <p:cNvGrpSpPr/>
            <p:nvPr/>
          </p:nvGrpSpPr>
          <p:grpSpPr>
            <a:xfrm>
              <a:off x="0" y="1505608"/>
              <a:ext cx="1036320" cy="660401"/>
              <a:chOff x="0" y="0"/>
              <a:chExt cx="1036319" cy="660400"/>
            </a:xfrm>
          </p:grpSpPr>
          <p:sp>
            <p:nvSpPr>
              <p:cNvPr id="159" name="Rectangle"/>
              <p:cNvSpPr/>
              <p:nvPr/>
            </p:nvSpPr>
            <p:spPr>
              <a:xfrm>
                <a:off x="0" y="0"/>
                <a:ext cx="1036320" cy="660400"/>
              </a:xfrm>
              <a:prstGeom prst="rect">
                <a:avLst/>
              </a:prstGeom>
              <a:solidFill>
                <a:schemeClr val="accent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160" name="3 255 4"/>
              <p:cNvSpPr txBox="1"/>
              <p:nvPr/>
            </p:nvSpPr>
            <p:spPr>
              <a:xfrm>
                <a:off x="45720" y="210565"/>
                <a:ext cx="944881" cy="23927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1100" b="1">
                    <a:solidFill>
                      <a:srgbClr val="FFFFFF"/>
                    </a:solidFill>
                  </a:defRPr>
                </a:lvl1pPr>
              </a:lstStyle>
              <a:p>
                <a:r>
                  <a:t>3 255 4</a:t>
                </a:r>
              </a:p>
            </p:txBody>
          </p:sp>
        </p:grpSp>
        <p:grpSp>
          <p:nvGrpSpPr>
            <p:cNvPr id="164" name="TextBox 4"/>
            <p:cNvGrpSpPr/>
            <p:nvPr/>
          </p:nvGrpSpPr>
          <p:grpSpPr>
            <a:xfrm>
              <a:off x="0" y="2258411"/>
              <a:ext cx="1036320" cy="660401"/>
              <a:chOff x="0" y="0"/>
              <a:chExt cx="1036319" cy="660400"/>
            </a:xfrm>
          </p:grpSpPr>
          <p:sp>
            <p:nvSpPr>
              <p:cNvPr id="162" name="Rectangle"/>
              <p:cNvSpPr/>
              <p:nvPr/>
            </p:nvSpPr>
            <p:spPr>
              <a:xfrm>
                <a:off x="0" y="0"/>
                <a:ext cx="1036320" cy="660400"/>
              </a:xfrm>
              <a:prstGeom prst="rect">
                <a:avLst/>
              </a:prstGeom>
              <a:solidFill>
                <a:schemeClr val="accent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163" name="244 0 0"/>
              <p:cNvSpPr txBox="1"/>
              <p:nvPr/>
            </p:nvSpPr>
            <p:spPr>
              <a:xfrm>
                <a:off x="45720" y="210565"/>
                <a:ext cx="944881" cy="23927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1100" b="1">
                    <a:solidFill>
                      <a:srgbClr val="FFFFFF"/>
                    </a:solidFill>
                  </a:defRPr>
                </a:lvl1pPr>
              </a:lstStyle>
              <a:p>
                <a:r>
                  <a:t>244 0 0</a:t>
                </a:r>
              </a:p>
            </p:txBody>
          </p:sp>
        </p:grpSp>
        <p:grpSp>
          <p:nvGrpSpPr>
            <p:cNvPr id="167" name="TextBox 5"/>
            <p:cNvGrpSpPr/>
            <p:nvPr/>
          </p:nvGrpSpPr>
          <p:grpSpPr>
            <a:xfrm>
              <a:off x="0" y="3011216"/>
              <a:ext cx="1036320" cy="660401"/>
              <a:chOff x="0" y="0"/>
              <a:chExt cx="1036319" cy="660400"/>
            </a:xfrm>
          </p:grpSpPr>
          <p:sp>
            <p:nvSpPr>
              <p:cNvPr id="165" name="Rectangle"/>
              <p:cNvSpPr/>
              <p:nvPr/>
            </p:nvSpPr>
            <p:spPr>
              <a:xfrm>
                <a:off x="0" y="0"/>
                <a:ext cx="1036320" cy="660400"/>
              </a:xfrm>
              <a:prstGeom prst="rect">
                <a:avLst/>
              </a:prstGeom>
              <a:solidFill>
                <a:schemeClr val="accent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166" name="130 0 0"/>
              <p:cNvSpPr txBox="1"/>
              <p:nvPr/>
            </p:nvSpPr>
            <p:spPr>
              <a:xfrm>
                <a:off x="45720" y="210565"/>
                <a:ext cx="944881" cy="23927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1100" b="1">
                    <a:solidFill>
                      <a:srgbClr val="FFFFFF"/>
                    </a:solidFill>
                  </a:defRPr>
                </a:lvl1pPr>
              </a:lstStyle>
              <a:p>
                <a:r>
                  <a:t>130 0 0</a:t>
                </a:r>
              </a:p>
            </p:txBody>
          </p:sp>
        </p:grpSp>
        <p:grpSp>
          <p:nvGrpSpPr>
            <p:cNvPr id="170" name="TextBox 6"/>
            <p:cNvGrpSpPr/>
            <p:nvPr/>
          </p:nvGrpSpPr>
          <p:grpSpPr>
            <a:xfrm>
              <a:off x="0" y="3764021"/>
              <a:ext cx="1036320" cy="660401"/>
              <a:chOff x="0" y="0"/>
              <a:chExt cx="1036319" cy="660400"/>
            </a:xfrm>
          </p:grpSpPr>
          <p:sp>
            <p:nvSpPr>
              <p:cNvPr id="168" name="Rectangle"/>
              <p:cNvSpPr/>
              <p:nvPr/>
            </p:nvSpPr>
            <p:spPr>
              <a:xfrm>
                <a:off x="0" y="0"/>
                <a:ext cx="1036320" cy="660400"/>
              </a:xfrm>
              <a:prstGeom prst="rect">
                <a:avLst/>
              </a:prstGeom>
              <a:solidFill>
                <a:schemeClr val="accent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169" name="244 177 131"/>
              <p:cNvSpPr txBox="1"/>
              <p:nvPr/>
            </p:nvSpPr>
            <p:spPr>
              <a:xfrm>
                <a:off x="45720" y="210565"/>
                <a:ext cx="944881" cy="23927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1100" b="1">
                    <a:solidFill>
                      <a:srgbClr val="FFFFFF"/>
                    </a:solidFill>
                  </a:defRPr>
                </a:lvl1pPr>
              </a:lstStyle>
              <a:p>
                <a:r>
                  <a:t>244 177 131</a:t>
                </a:r>
              </a:p>
            </p:txBody>
          </p:sp>
        </p:grpSp>
        <p:grpSp>
          <p:nvGrpSpPr>
            <p:cNvPr id="173" name="TextBox 7"/>
            <p:cNvGrpSpPr/>
            <p:nvPr/>
          </p:nvGrpSpPr>
          <p:grpSpPr>
            <a:xfrm>
              <a:off x="0" y="-1"/>
              <a:ext cx="1036320" cy="660401"/>
              <a:chOff x="0" y="0"/>
              <a:chExt cx="1036319" cy="660400"/>
            </a:xfrm>
          </p:grpSpPr>
          <p:sp>
            <p:nvSpPr>
              <p:cNvPr id="171" name="Rectangle"/>
              <p:cNvSpPr/>
              <p:nvPr/>
            </p:nvSpPr>
            <p:spPr>
              <a:xfrm>
                <a:off x="0" y="0"/>
                <a:ext cx="1036320" cy="660400"/>
              </a:xfrm>
              <a:prstGeom prst="rect">
                <a:avLst/>
              </a:prstGeom>
              <a:solidFill>
                <a:schemeClr val="accent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172" name="0 102 102"/>
              <p:cNvSpPr txBox="1"/>
              <p:nvPr/>
            </p:nvSpPr>
            <p:spPr>
              <a:xfrm>
                <a:off x="45720" y="210565"/>
                <a:ext cx="944881" cy="23927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1100" b="1">
                    <a:solidFill>
                      <a:srgbClr val="FFFFFF"/>
                    </a:solidFill>
                  </a:defRPr>
                </a:lvl1pPr>
              </a:lstStyle>
              <a:p>
                <a:r>
                  <a:t>0 102 102</a:t>
                </a:r>
              </a:p>
            </p:txBody>
          </p:sp>
        </p:grpSp>
        <p:grpSp>
          <p:nvGrpSpPr>
            <p:cNvPr id="176" name="TextBox 8"/>
            <p:cNvGrpSpPr/>
            <p:nvPr/>
          </p:nvGrpSpPr>
          <p:grpSpPr>
            <a:xfrm>
              <a:off x="0" y="752804"/>
              <a:ext cx="1036320" cy="660401"/>
              <a:chOff x="0" y="0"/>
              <a:chExt cx="1036319" cy="660400"/>
            </a:xfrm>
          </p:grpSpPr>
          <p:sp>
            <p:nvSpPr>
              <p:cNvPr id="174" name="Rectangle"/>
              <p:cNvSpPr/>
              <p:nvPr/>
            </p:nvSpPr>
            <p:spPr>
              <a:xfrm>
                <a:off x="0" y="0"/>
                <a:ext cx="1036320" cy="660400"/>
              </a:xfrm>
              <a:prstGeom prst="rect">
                <a:avLst/>
              </a:prstGeom>
              <a:solidFill>
                <a:srgbClr val="D7E9F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175" name="0 102 102"/>
              <p:cNvSpPr txBox="1"/>
              <p:nvPr/>
            </p:nvSpPr>
            <p:spPr>
              <a:xfrm>
                <a:off x="45720" y="210565"/>
                <a:ext cx="944881" cy="23927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1100" b="1">
                    <a:solidFill>
                      <a:srgbClr val="FFFFFF"/>
                    </a:solidFill>
                  </a:defRPr>
                </a:lvl1pPr>
              </a:lstStyle>
              <a:p>
                <a:r>
                  <a:t>0 102 102</a:t>
                </a:r>
              </a:p>
            </p:txBody>
          </p:sp>
        </p:grpSp>
      </p:grpSp>
      <p:sp>
        <p:nvSpPr>
          <p:cNvPr id="22" name="Slide Number">
            <a:extLst>
              <a:ext uri="{FF2B5EF4-FFF2-40B4-BE49-F238E27FC236}">
                <a16:creationId xmlns:a16="http://schemas.microsoft.com/office/drawing/2014/main" id="{0BB5204C-DDCA-4D91-B541-32146DACB0EE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818220" y="6509142"/>
            <a:ext cx="225381" cy="2154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199182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. Green one third">
    <p:bg>
      <p:bgPr>
        <a:gradFill flip="none" rotWithShape="1">
          <a:gsLst>
            <a:gs pos="0">
              <a:srgbClr val="2F255B"/>
            </a:gs>
            <a:gs pos="100000">
              <a:srgbClr val="2F255B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27465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86" imgH="286" progId="TCLayout.ActiveDocument.1">
                  <p:embed/>
                </p:oleObj>
              </mc:Choice>
              <mc:Fallback>
                <p:oleObj name="think-cell Slide" r:id="rId4" imgW="286" imgH="286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2000" b="1" i="0" baseline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23" name="Picture 22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3671068" y="0"/>
            <a:ext cx="416951" cy="6858000"/>
          </a:xfrm>
          <a:prstGeom prst="rect">
            <a:avLst/>
          </a:prstGeom>
        </p:spPr>
      </p:pic>
      <p:sp>
        <p:nvSpPr>
          <p:cNvPr id="24" name="Title 4"/>
          <p:cNvSpPr>
            <a:spLocks noGrp="1"/>
          </p:cNvSpPr>
          <p:nvPr>
            <p:ph type="title" hasCustomPrompt="1"/>
          </p:nvPr>
        </p:nvSpPr>
        <p:spPr>
          <a:xfrm>
            <a:off x="441789" y="2681103"/>
            <a:ext cx="3316092" cy="1495794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200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6" name="Rectangle 25"/>
          <p:cNvSpPr/>
          <p:nvPr userDrawn="1"/>
        </p:nvSpPr>
        <p:spPr bwMode="ltGray">
          <a:xfrm>
            <a:off x="4080763" y="-1309"/>
            <a:ext cx="8111237" cy="685930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591502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 Alternate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49867" y="2888825"/>
            <a:ext cx="10363200" cy="54133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3200" b="1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49867" y="3567564"/>
            <a:ext cx="10363200" cy="1371600"/>
          </a:xfrm>
        </p:spPr>
        <p:txBody>
          <a:bodyPr wrap="square">
            <a:normAutofit/>
          </a:bodyPr>
          <a:lstStyle>
            <a:lvl1pPr marL="0" indent="0" algn="ctr">
              <a:buNone/>
              <a:defRPr sz="2200" b="1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/>
          </a:p>
        </p:txBody>
      </p:sp>
      <p:sp>
        <p:nvSpPr>
          <p:cNvPr id="7" name="Line 13"/>
          <p:cNvSpPr>
            <a:spLocks noChangeShapeType="1"/>
          </p:cNvSpPr>
          <p:nvPr userDrawn="1"/>
        </p:nvSpPr>
        <p:spPr bwMode="auto">
          <a:xfrm flipH="1">
            <a:off x="2634827" y="3429000"/>
            <a:ext cx="7193280" cy="0"/>
          </a:xfrm>
          <a:prstGeom prst="line">
            <a:avLst/>
          </a:prstGeom>
          <a:noFill/>
          <a:ln w="6350" cap="flat">
            <a:solidFill>
              <a:srgbClr val="26262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22144" y="6660251"/>
            <a:ext cx="7331456" cy="138499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Footer for Disclaimer Text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0" y="0"/>
            <a:ext cx="231648" cy="6858000"/>
          </a:xfrm>
          <a:prstGeom prst="rect">
            <a:avLst/>
          </a:prstGeom>
          <a:gradFill>
            <a:gsLst>
              <a:gs pos="53000">
                <a:srgbClr val="1067AB"/>
              </a:gs>
              <a:gs pos="18000">
                <a:srgbClr val="1EA9DB"/>
              </a:gs>
              <a:gs pos="85000">
                <a:srgbClr val="222658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233556793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49867" y="2888825"/>
            <a:ext cx="10363200" cy="54133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3200" b="1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49867" y="3567564"/>
            <a:ext cx="10363200" cy="1371600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sz="1600" dirty="0">
                <a:solidFill>
                  <a:schemeClr val="tx1"/>
                </a:solidFill>
              </a:defRPr>
            </a:lvl1pPr>
          </a:lstStyle>
          <a:p>
            <a:pPr marL="177800" lvl="0" indent="-177800" algn="ctr"/>
            <a:endParaRPr lang="en-US"/>
          </a:p>
        </p:txBody>
      </p:sp>
      <p:sp>
        <p:nvSpPr>
          <p:cNvPr id="7" name="Line 13"/>
          <p:cNvSpPr>
            <a:spLocks noChangeShapeType="1"/>
          </p:cNvSpPr>
          <p:nvPr userDrawn="1"/>
        </p:nvSpPr>
        <p:spPr bwMode="auto">
          <a:xfrm flipH="1">
            <a:off x="2634827" y="3429000"/>
            <a:ext cx="7193280" cy="0"/>
          </a:xfrm>
          <a:prstGeom prst="line">
            <a:avLst/>
          </a:prstGeom>
          <a:noFill/>
          <a:ln w="6350" cap="flat">
            <a:solidFill>
              <a:srgbClr val="26262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22144" y="6660251"/>
            <a:ext cx="7331456" cy="138499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Footer for Disclaimer Text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0" y="0"/>
            <a:ext cx="231648" cy="6858000"/>
          </a:xfrm>
          <a:prstGeom prst="rect">
            <a:avLst/>
          </a:prstGeom>
          <a:gradFill>
            <a:gsLst>
              <a:gs pos="53000">
                <a:srgbClr val="1067AB"/>
              </a:gs>
              <a:gs pos="18000">
                <a:srgbClr val="1EA9DB"/>
              </a:gs>
              <a:gs pos="85000">
                <a:srgbClr val="222658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176000" y="6446520"/>
            <a:ext cx="1016000" cy="411480"/>
          </a:xfrm>
        </p:spPr>
        <p:txBody>
          <a:bodyPr/>
          <a:lstStyle/>
          <a:p>
            <a:fld id="{C0543ED3-111B-4842-9D2D-918F903AB2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676296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4200" y="1097350"/>
            <a:ext cx="11216640" cy="4937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Footer for Disclaimer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43ED3-111B-4842-9D2D-918F903AB236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5F21A9D-C709-4722-BAF7-7EFE6AE15C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9656" y="664237"/>
            <a:ext cx="10363200" cy="31959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>
              <a:defRPr lang="en-US" sz="1800" dirty="0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956004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138949"/>
            <a:ext cx="5181600" cy="51461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138949"/>
            <a:ext cx="5181600" cy="51461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Footer for Disclaimer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43ED3-111B-4842-9D2D-918F903AB236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115C654-8AC6-4BF2-999A-D3CBFE9B4A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9656" y="664237"/>
            <a:ext cx="10363200" cy="31959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>
              <a:defRPr lang="en-US" sz="1800" dirty="0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746856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898413"/>
            <a:ext cx="5157787" cy="688295"/>
          </a:xfrm>
        </p:spPr>
        <p:txBody>
          <a:bodyPr anchor="b">
            <a:normAutofit/>
          </a:bodyPr>
          <a:lstStyle>
            <a:lvl1pPr marL="0" indent="0">
              <a:buNone/>
              <a:defRPr sz="22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1609856"/>
            <a:ext cx="5157787" cy="46057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800" smtClean="0"/>
            </a:lvl1pPr>
            <a:lvl2pPr>
              <a:defRPr lang="en-US" sz="1600" smtClean="0"/>
            </a:lvl2pPr>
            <a:lvl3pPr>
              <a:defRPr lang="en-US" sz="1400" smtClean="0"/>
            </a:lvl3pPr>
            <a:lvl4pPr>
              <a:defRPr lang="en-US" sz="1200" smtClean="0"/>
            </a:lvl4pPr>
            <a:lvl5pPr>
              <a:defRPr lang="en-US" sz="1100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898413"/>
            <a:ext cx="5183188" cy="688295"/>
          </a:xfrm>
        </p:spPr>
        <p:txBody>
          <a:bodyPr anchor="b">
            <a:normAutofit/>
          </a:bodyPr>
          <a:lstStyle>
            <a:lvl1pPr marL="0" indent="0">
              <a:buNone/>
              <a:defRPr sz="22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1609856"/>
            <a:ext cx="5183188" cy="46057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800" smtClean="0"/>
            </a:lvl1pPr>
            <a:lvl2pPr>
              <a:defRPr lang="en-US" sz="1600" smtClean="0"/>
            </a:lvl2pPr>
            <a:lvl3pPr>
              <a:defRPr lang="en-US" sz="1400" smtClean="0"/>
            </a:lvl3pPr>
            <a:lvl4pPr>
              <a:defRPr lang="en-US" sz="1200" smtClean="0"/>
            </a:lvl4pPr>
            <a:lvl5pPr>
              <a:defRPr lang="en-US" sz="1100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Footer for Disclaimer Text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43ED3-111B-4842-9D2D-918F903AB236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9139FD-7FAA-C320-1F74-EF8EFCBDD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5724636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le Slide - Nab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>
            <a:extLst>
              <a:ext uri="{FF2B5EF4-FFF2-40B4-BE49-F238E27FC236}">
                <a16:creationId xmlns:a16="http://schemas.microsoft.com/office/drawing/2014/main" id="{C6C9C98D-378E-0B5D-E771-1E95F147F947}"/>
              </a:ext>
            </a:extLst>
          </p:cNvPr>
          <p:cNvSpPr/>
          <p:nvPr/>
        </p:nvSpPr>
        <p:spPr>
          <a:xfrm>
            <a:off x="-19877" y="-9938"/>
            <a:ext cx="8726556" cy="6917635"/>
          </a:xfrm>
          <a:custGeom>
            <a:avLst/>
            <a:gdLst>
              <a:gd name="connsiteX0" fmla="*/ 0 w 4244008"/>
              <a:gd name="connsiteY0" fmla="*/ 6858000 h 6858000"/>
              <a:gd name="connsiteX1" fmla="*/ 0 w 4244008"/>
              <a:gd name="connsiteY1" fmla="*/ 0 h 6858000"/>
              <a:gd name="connsiteX2" fmla="*/ 4244008 w 4244008"/>
              <a:gd name="connsiteY2" fmla="*/ 6858000 h 6858000"/>
              <a:gd name="connsiteX3" fmla="*/ 0 w 4244008"/>
              <a:gd name="connsiteY3" fmla="*/ 6858000 h 6858000"/>
              <a:gd name="connsiteX0" fmla="*/ 1 w 4244009"/>
              <a:gd name="connsiteY0" fmla="*/ 6858000 h 6858000"/>
              <a:gd name="connsiteX1" fmla="*/ 0 w 4244009"/>
              <a:gd name="connsiteY1" fmla="*/ 1023730 h 6858000"/>
              <a:gd name="connsiteX2" fmla="*/ 1 w 4244009"/>
              <a:gd name="connsiteY2" fmla="*/ 0 h 6858000"/>
              <a:gd name="connsiteX3" fmla="*/ 4244009 w 4244009"/>
              <a:gd name="connsiteY3" fmla="*/ 6858000 h 6858000"/>
              <a:gd name="connsiteX4" fmla="*/ 1 w 4244009"/>
              <a:gd name="connsiteY4" fmla="*/ 6858000 h 6858000"/>
              <a:gd name="connsiteX0" fmla="*/ 655983 w 4899991"/>
              <a:gd name="connsiteY0" fmla="*/ 6912905 h 6912905"/>
              <a:gd name="connsiteX1" fmla="*/ 0 w 4899991"/>
              <a:gd name="connsiteY1" fmla="*/ 104600 h 6912905"/>
              <a:gd name="connsiteX2" fmla="*/ 655983 w 4899991"/>
              <a:gd name="connsiteY2" fmla="*/ 54905 h 6912905"/>
              <a:gd name="connsiteX3" fmla="*/ 4899991 w 4899991"/>
              <a:gd name="connsiteY3" fmla="*/ 6912905 h 6912905"/>
              <a:gd name="connsiteX4" fmla="*/ 655983 w 4899991"/>
              <a:gd name="connsiteY4" fmla="*/ 6912905 h 6912905"/>
              <a:gd name="connsiteX0" fmla="*/ 19878 w 4899991"/>
              <a:gd name="connsiteY0" fmla="*/ 6922844 h 6922844"/>
              <a:gd name="connsiteX1" fmla="*/ 0 w 4899991"/>
              <a:gd name="connsiteY1" fmla="*/ 104600 h 6922844"/>
              <a:gd name="connsiteX2" fmla="*/ 655983 w 4899991"/>
              <a:gd name="connsiteY2" fmla="*/ 54905 h 6922844"/>
              <a:gd name="connsiteX3" fmla="*/ 4899991 w 4899991"/>
              <a:gd name="connsiteY3" fmla="*/ 6912905 h 6922844"/>
              <a:gd name="connsiteX4" fmla="*/ 19878 w 4899991"/>
              <a:gd name="connsiteY4" fmla="*/ 6922844 h 6922844"/>
              <a:gd name="connsiteX0" fmla="*/ 19878 w 4899991"/>
              <a:gd name="connsiteY0" fmla="*/ 6983106 h 6983106"/>
              <a:gd name="connsiteX1" fmla="*/ 0 w 4899991"/>
              <a:gd name="connsiteY1" fmla="*/ 164862 h 6983106"/>
              <a:gd name="connsiteX2" fmla="*/ 655983 w 4899991"/>
              <a:gd name="connsiteY2" fmla="*/ 115167 h 6983106"/>
              <a:gd name="connsiteX3" fmla="*/ 4899991 w 4899991"/>
              <a:gd name="connsiteY3" fmla="*/ 6973167 h 6983106"/>
              <a:gd name="connsiteX4" fmla="*/ 19878 w 4899991"/>
              <a:gd name="connsiteY4" fmla="*/ 6983106 h 6983106"/>
              <a:gd name="connsiteX0" fmla="*/ 19878 w 4899991"/>
              <a:gd name="connsiteY0" fmla="*/ 6867939 h 6867939"/>
              <a:gd name="connsiteX1" fmla="*/ 0 w 4899991"/>
              <a:gd name="connsiteY1" fmla="*/ 49695 h 6867939"/>
              <a:gd name="connsiteX2" fmla="*/ 655983 w 4899991"/>
              <a:gd name="connsiteY2" fmla="*/ 0 h 6867939"/>
              <a:gd name="connsiteX3" fmla="*/ 4899991 w 4899991"/>
              <a:gd name="connsiteY3" fmla="*/ 6858000 h 6867939"/>
              <a:gd name="connsiteX4" fmla="*/ 19878 w 4899991"/>
              <a:gd name="connsiteY4" fmla="*/ 6867939 h 6867939"/>
              <a:gd name="connsiteX0" fmla="*/ 29817 w 4909930"/>
              <a:gd name="connsiteY0" fmla="*/ 6877879 h 6877879"/>
              <a:gd name="connsiteX1" fmla="*/ 0 w 4909930"/>
              <a:gd name="connsiteY1" fmla="*/ 0 h 6877879"/>
              <a:gd name="connsiteX2" fmla="*/ 665922 w 4909930"/>
              <a:gd name="connsiteY2" fmla="*/ 9940 h 6877879"/>
              <a:gd name="connsiteX3" fmla="*/ 4909930 w 4909930"/>
              <a:gd name="connsiteY3" fmla="*/ 6867940 h 6877879"/>
              <a:gd name="connsiteX4" fmla="*/ 29817 w 4909930"/>
              <a:gd name="connsiteY4" fmla="*/ 6877879 h 6877879"/>
              <a:gd name="connsiteX0" fmla="*/ 29817 w 4909930"/>
              <a:gd name="connsiteY0" fmla="*/ 6877879 h 6877879"/>
              <a:gd name="connsiteX1" fmla="*/ 0 w 4909930"/>
              <a:gd name="connsiteY1" fmla="*/ 0 h 6877879"/>
              <a:gd name="connsiteX2" fmla="*/ 665922 w 4909930"/>
              <a:gd name="connsiteY2" fmla="*/ 9940 h 6877879"/>
              <a:gd name="connsiteX3" fmla="*/ 4909930 w 4909930"/>
              <a:gd name="connsiteY3" fmla="*/ 6867940 h 6877879"/>
              <a:gd name="connsiteX4" fmla="*/ 29817 w 4909930"/>
              <a:gd name="connsiteY4" fmla="*/ 6877879 h 6877879"/>
              <a:gd name="connsiteX0" fmla="*/ 29817 w 4909930"/>
              <a:gd name="connsiteY0" fmla="*/ 6877879 h 6877879"/>
              <a:gd name="connsiteX1" fmla="*/ 0 w 4909930"/>
              <a:gd name="connsiteY1" fmla="*/ 0 h 6877879"/>
              <a:gd name="connsiteX2" fmla="*/ 665922 w 4909930"/>
              <a:gd name="connsiteY2" fmla="*/ 9940 h 6877879"/>
              <a:gd name="connsiteX3" fmla="*/ 4909930 w 4909930"/>
              <a:gd name="connsiteY3" fmla="*/ 6867940 h 6877879"/>
              <a:gd name="connsiteX4" fmla="*/ 29817 w 4909930"/>
              <a:gd name="connsiteY4" fmla="*/ 6877879 h 6877879"/>
              <a:gd name="connsiteX0" fmla="*/ 29817 w 4909930"/>
              <a:gd name="connsiteY0" fmla="*/ 6881616 h 6881616"/>
              <a:gd name="connsiteX1" fmla="*/ 0 w 4909930"/>
              <a:gd name="connsiteY1" fmla="*/ 3737 h 6881616"/>
              <a:gd name="connsiteX2" fmla="*/ 665922 w 4909930"/>
              <a:gd name="connsiteY2" fmla="*/ 13677 h 6881616"/>
              <a:gd name="connsiteX3" fmla="*/ 4909930 w 4909930"/>
              <a:gd name="connsiteY3" fmla="*/ 6871677 h 6881616"/>
              <a:gd name="connsiteX4" fmla="*/ 29817 w 4909930"/>
              <a:gd name="connsiteY4" fmla="*/ 6881616 h 6881616"/>
              <a:gd name="connsiteX0" fmla="*/ 29817 w 4909930"/>
              <a:gd name="connsiteY0" fmla="*/ 6867939 h 6867939"/>
              <a:gd name="connsiteX1" fmla="*/ 0 w 4909930"/>
              <a:gd name="connsiteY1" fmla="*/ 9938 h 6867939"/>
              <a:gd name="connsiteX2" fmla="*/ 665922 w 4909930"/>
              <a:gd name="connsiteY2" fmla="*/ 0 h 6867939"/>
              <a:gd name="connsiteX3" fmla="*/ 4909930 w 4909930"/>
              <a:gd name="connsiteY3" fmla="*/ 6858000 h 6867939"/>
              <a:gd name="connsiteX4" fmla="*/ 29817 w 4909930"/>
              <a:gd name="connsiteY4" fmla="*/ 6867939 h 6867939"/>
              <a:gd name="connsiteX0" fmla="*/ 39756 w 4919869"/>
              <a:gd name="connsiteY0" fmla="*/ 6881616 h 6881616"/>
              <a:gd name="connsiteX1" fmla="*/ 0 w 4919869"/>
              <a:gd name="connsiteY1" fmla="*/ 3737 h 6881616"/>
              <a:gd name="connsiteX2" fmla="*/ 675861 w 4919869"/>
              <a:gd name="connsiteY2" fmla="*/ 13677 h 6881616"/>
              <a:gd name="connsiteX3" fmla="*/ 4919869 w 4919869"/>
              <a:gd name="connsiteY3" fmla="*/ 6871677 h 6881616"/>
              <a:gd name="connsiteX4" fmla="*/ 39756 w 4919869"/>
              <a:gd name="connsiteY4" fmla="*/ 6881616 h 6881616"/>
              <a:gd name="connsiteX0" fmla="*/ 4084982 w 8965095"/>
              <a:gd name="connsiteY0" fmla="*/ 6873159 h 6873159"/>
              <a:gd name="connsiteX1" fmla="*/ 0 w 8965095"/>
              <a:gd name="connsiteY1" fmla="*/ 5220 h 6873159"/>
              <a:gd name="connsiteX2" fmla="*/ 4721087 w 8965095"/>
              <a:gd name="connsiteY2" fmla="*/ 5220 h 6873159"/>
              <a:gd name="connsiteX3" fmla="*/ 8965095 w 8965095"/>
              <a:gd name="connsiteY3" fmla="*/ 6863220 h 6873159"/>
              <a:gd name="connsiteX4" fmla="*/ 4084982 w 8965095"/>
              <a:gd name="connsiteY4" fmla="*/ 6873159 h 6873159"/>
              <a:gd name="connsiteX0" fmla="*/ 19877 w 8965095"/>
              <a:gd name="connsiteY0" fmla="*/ 6853281 h 6863220"/>
              <a:gd name="connsiteX1" fmla="*/ 0 w 8965095"/>
              <a:gd name="connsiteY1" fmla="*/ 5220 h 6863220"/>
              <a:gd name="connsiteX2" fmla="*/ 4721087 w 8965095"/>
              <a:gd name="connsiteY2" fmla="*/ 5220 h 6863220"/>
              <a:gd name="connsiteX3" fmla="*/ 8965095 w 8965095"/>
              <a:gd name="connsiteY3" fmla="*/ 6863220 h 6863220"/>
              <a:gd name="connsiteX4" fmla="*/ 19877 w 8965095"/>
              <a:gd name="connsiteY4" fmla="*/ 6853281 h 6863220"/>
              <a:gd name="connsiteX0" fmla="*/ 0 w 8975035"/>
              <a:gd name="connsiteY0" fmla="*/ 6873159 h 6873159"/>
              <a:gd name="connsiteX1" fmla="*/ 9940 w 8975035"/>
              <a:gd name="connsiteY1" fmla="*/ 5220 h 6873159"/>
              <a:gd name="connsiteX2" fmla="*/ 4731027 w 8975035"/>
              <a:gd name="connsiteY2" fmla="*/ 5220 h 6873159"/>
              <a:gd name="connsiteX3" fmla="*/ 8975035 w 8975035"/>
              <a:gd name="connsiteY3" fmla="*/ 6863220 h 6873159"/>
              <a:gd name="connsiteX4" fmla="*/ 0 w 8975035"/>
              <a:gd name="connsiteY4" fmla="*/ 6873159 h 6873159"/>
              <a:gd name="connsiteX0" fmla="*/ 318051 w 8965095"/>
              <a:gd name="connsiteY0" fmla="*/ 6893037 h 6893037"/>
              <a:gd name="connsiteX1" fmla="*/ 0 w 8965095"/>
              <a:gd name="connsiteY1" fmla="*/ 5220 h 6893037"/>
              <a:gd name="connsiteX2" fmla="*/ 4721087 w 8965095"/>
              <a:gd name="connsiteY2" fmla="*/ 5220 h 6893037"/>
              <a:gd name="connsiteX3" fmla="*/ 8965095 w 8965095"/>
              <a:gd name="connsiteY3" fmla="*/ 6863220 h 6893037"/>
              <a:gd name="connsiteX4" fmla="*/ 318051 w 8965095"/>
              <a:gd name="connsiteY4" fmla="*/ 6893037 h 6893037"/>
              <a:gd name="connsiteX0" fmla="*/ 248477 w 8965095"/>
              <a:gd name="connsiteY0" fmla="*/ 6912916 h 6912916"/>
              <a:gd name="connsiteX1" fmla="*/ 0 w 8965095"/>
              <a:gd name="connsiteY1" fmla="*/ 5220 h 6912916"/>
              <a:gd name="connsiteX2" fmla="*/ 4721087 w 8965095"/>
              <a:gd name="connsiteY2" fmla="*/ 5220 h 6912916"/>
              <a:gd name="connsiteX3" fmla="*/ 8965095 w 8965095"/>
              <a:gd name="connsiteY3" fmla="*/ 6863220 h 6912916"/>
              <a:gd name="connsiteX4" fmla="*/ 248477 w 8965095"/>
              <a:gd name="connsiteY4" fmla="*/ 6912916 h 6912916"/>
              <a:gd name="connsiteX0" fmla="*/ 89451 w 8806069"/>
              <a:gd name="connsiteY0" fmla="*/ 6907696 h 6907696"/>
              <a:gd name="connsiteX1" fmla="*/ 0 w 8806069"/>
              <a:gd name="connsiteY1" fmla="*/ 39756 h 6907696"/>
              <a:gd name="connsiteX2" fmla="*/ 4562061 w 8806069"/>
              <a:gd name="connsiteY2" fmla="*/ 0 h 6907696"/>
              <a:gd name="connsiteX3" fmla="*/ 8806069 w 8806069"/>
              <a:gd name="connsiteY3" fmla="*/ 6858000 h 6907696"/>
              <a:gd name="connsiteX4" fmla="*/ 89451 w 8806069"/>
              <a:gd name="connsiteY4" fmla="*/ 6907696 h 6907696"/>
              <a:gd name="connsiteX0" fmla="*/ 0 w 8716618"/>
              <a:gd name="connsiteY0" fmla="*/ 6907696 h 6907696"/>
              <a:gd name="connsiteX1" fmla="*/ 1 w 8716618"/>
              <a:gd name="connsiteY1" fmla="*/ 9939 h 6907696"/>
              <a:gd name="connsiteX2" fmla="*/ 4472610 w 8716618"/>
              <a:gd name="connsiteY2" fmla="*/ 0 h 6907696"/>
              <a:gd name="connsiteX3" fmla="*/ 8716618 w 8716618"/>
              <a:gd name="connsiteY3" fmla="*/ 6858000 h 6907696"/>
              <a:gd name="connsiteX4" fmla="*/ 0 w 8716618"/>
              <a:gd name="connsiteY4" fmla="*/ 6907696 h 6907696"/>
              <a:gd name="connsiteX0" fmla="*/ 9938 w 8726556"/>
              <a:gd name="connsiteY0" fmla="*/ 6921372 h 6921372"/>
              <a:gd name="connsiteX1" fmla="*/ 0 w 8726556"/>
              <a:gd name="connsiteY1" fmla="*/ 3737 h 6921372"/>
              <a:gd name="connsiteX2" fmla="*/ 4482548 w 8726556"/>
              <a:gd name="connsiteY2" fmla="*/ 13676 h 6921372"/>
              <a:gd name="connsiteX3" fmla="*/ 8726556 w 8726556"/>
              <a:gd name="connsiteY3" fmla="*/ 6871676 h 6921372"/>
              <a:gd name="connsiteX4" fmla="*/ 9938 w 8726556"/>
              <a:gd name="connsiteY4" fmla="*/ 6921372 h 6921372"/>
              <a:gd name="connsiteX0" fmla="*/ 9938 w 8726556"/>
              <a:gd name="connsiteY0" fmla="*/ 6917635 h 6917635"/>
              <a:gd name="connsiteX1" fmla="*/ 0 w 8726556"/>
              <a:gd name="connsiteY1" fmla="*/ 0 h 6917635"/>
              <a:gd name="connsiteX2" fmla="*/ 4482548 w 8726556"/>
              <a:gd name="connsiteY2" fmla="*/ 9939 h 6917635"/>
              <a:gd name="connsiteX3" fmla="*/ 8726556 w 8726556"/>
              <a:gd name="connsiteY3" fmla="*/ 6867939 h 6917635"/>
              <a:gd name="connsiteX4" fmla="*/ 9938 w 8726556"/>
              <a:gd name="connsiteY4" fmla="*/ 6917635 h 6917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26556" h="6917635">
                <a:moveTo>
                  <a:pt x="9938" y="6917635"/>
                </a:moveTo>
                <a:cubicBezTo>
                  <a:pt x="9938" y="4972878"/>
                  <a:pt x="14908" y="3438939"/>
                  <a:pt x="0" y="0"/>
                </a:cubicBezTo>
                <a:lnTo>
                  <a:pt x="4482548" y="9939"/>
                </a:lnTo>
                <a:lnTo>
                  <a:pt x="8726556" y="6867939"/>
                </a:lnTo>
                <a:lnTo>
                  <a:pt x="9938" y="6917635"/>
                </a:lnTo>
                <a:close/>
              </a:path>
            </a:pathLst>
          </a:custGeom>
          <a:solidFill>
            <a:schemeClr val="bg1"/>
          </a:solidFill>
          <a:ln w="12700" cap="flat">
            <a:noFill/>
            <a:miter lim="400000"/>
          </a:ln>
          <a:effectLst>
            <a:outerShdw blurRad="171482" dist="89822" algn="l" rotWithShape="0">
              <a:srgbClr val="063958">
                <a:alpha val="91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algn="ctr"/>
            <a:endParaRPr lang="en-US" sz="1200" err="1">
              <a:solidFill>
                <a:srgbClr val="50626A"/>
              </a:solidFill>
              <a:latin typeface="Arial" panose="020B0604020202020204" pitchFamily="34" charset="0"/>
              <a:ea typeface="+mn-ea"/>
              <a:cs typeface="+mn-cs"/>
              <a:sym typeface="Calibr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884A716-13EB-3776-396E-6D16BE0888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9900" y="889000"/>
            <a:ext cx="3568700" cy="2324966"/>
          </a:xfrm>
          <a:prstGeom prst="rect">
            <a:avLst/>
          </a:prstGeom>
          <a:effectLst/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B9F82C-68FB-4B3D-B24C-42E74B805B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7503" y="4603632"/>
            <a:ext cx="4096512" cy="219456"/>
          </a:xfrm>
        </p:spPr>
        <p:txBody>
          <a:bodyPr lIns="91440" anchor="ctr">
            <a:noAutofit/>
          </a:bodyPr>
          <a:lstStyle>
            <a:lvl1pPr marL="0" indent="0">
              <a:buNone/>
              <a:defRPr sz="1600" b="0" i="0">
                <a:solidFill>
                  <a:schemeClr val="bg2"/>
                </a:solidFill>
                <a:effectLst/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C1E6077-226C-F089-3ECE-23E0EFE5B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503" y="3586375"/>
            <a:ext cx="5864087" cy="808138"/>
          </a:xfrm>
        </p:spPr>
        <p:txBody>
          <a:bodyPr lIns="91440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98697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EABC0-EFC6-D243-946E-F42B969FE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7472" y="1144401"/>
            <a:ext cx="5760625" cy="823912"/>
          </a:xfrm>
        </p:spPr>
        <p:txBody>
          <a:bodyPr anchor="b"/>
          <a:lstStyle>
            <a:lvl1pPr marL="0" indent="0">
              <a:buNone/>
              <a:defRPr sz="2000" b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B5420B-0671-9947-8ACD-9947290B10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7472" y="1968312"/>
            <a:ext cx="5760625" cy="40458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BC9F15-7C0B-4444-AE75-34E3127776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13" y="1144401"/>
            <a:ext cx="5517485" cy="823912"/>
          </a:xfrm>
        </p:spPr>
        <p:txBody>
          <a:bodyPr anchor="b"/>
          <a:lstStyle>
            <a:lvl1pPr marL="0" indent="0">
              <a:buNone/>
              <a:defRPr sz="2000" b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CAFEF0-01F2-2E44-94D8-FD3D3CE15F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13" y="1968312"/>
            <a:ext cx="5517485" cy="40458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A53AB65E-510E-4C42-BD7A-EC2B31E26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01568618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D8638C-4F5F-7956-F266-42A2C6FB1BF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34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2_Master (All Deck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roup 3"/>
          <p:cNvGrpSpPr/>
          <p:nvPr/>
        </p:nvGrpSpPr>
        <p:grpSpPr>
          <a:xfrm>
            <a:off x="-1669793" y="1235841"/>
            <a:ext cx="1036321" cy="4424423"/>
            <a:chOff x="0" y="0"/>
            <a:chExt cx="1036319" cy="4424421"/>
          </a:xfrm>
        </p:grpSpPr>
        <p:grpSp>
          <p:nvGrpSpPr>
            <p:cNvPr id="78" name="TextBox 2"/>
            <p:cNvGrpSpPr/>
            <p:nvPr/>
          </p:nvGrpSpPr>
          <p:grpSpPr>
            <a:xfrm>
              <a:off x="0" y="1505608"/>
              <a:ext cx="1036320" cy="660401"/>
              <a:chOff x="0" y="0"/>
              <a:chExt cx="1036319" cy="660400"/>
            </a:xfrm>
          </p:grpSpPr>
          <p:sp>
            <p:nvSpPr>
              <p:cNvPr id="76" name="Rectangle"/>
              <p:cNvSpPr/>
              <p:nvPr/>
            </p:nvSpPr>
            <p:spPr>
              <a:xfrm>
                <a:off x="0" y="0"/>
                <a:ext cx="1036320" cy="660400"/>
              </a:xfrm>
              <a:prstGeom prst="rect">
                <a:avLst/>
              </a:prstGeom>
              <a:solidFill>
                <a:schemeClr val="accent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77" name="3 255 4"/>
              <p:cNvSpPr txBox="1"/>
              <p:nvPr/>
            </p:nvSpPr>
            <p:spPr>
              <a:xfrm>
                <a:off x="45720" y="210565"/>
                <a:ext cx="944881" cy="23927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1100" b="1">
                    <a:solidFill>
                      <a:srgbClr val="FFFFFF"/>
                    </a:solidFill>
                  </a:defRPr>
                </a:lvl1pPr>
              </a:lstStyle>
              <a:p>
                <a:r>
                  <a:t>3 255 4</a:t>
                </a:r>
              </a:p>
            </p:txBody>
          </p:sp>
        </p:grpSp>
        <p:grpSp>
          <p:nvGrpSpPr>
            <p:cNvPr id="81" name="TextBox 4"/>
            <p:cNvGrpSpPr/>
            <p:nvPr/>
          </p:nvGrpSpPr>
          <p:grpSpPr>
            <a:xfrm>
              <a:off x="0" y="2258411"/>
              <a:ext cx="1036320" cy="660401"/>
              <a:chOff x="0" y="0"/>
              <a:chExt cx="1036319" cy="660400"/>
            </a:xfrm>
          </p:grpSpPr>
          <p:sp>
            <p:nvSpPr>
              <p:cNvPr id="79" name="Rectangle"/>
              <p:cNvSpPr/>
              <p:nvPr/>
            </p:nvSpPr>
            <p:spPr>
              <a:xfrm>
                <a:off x="0" y="0"/>
                <a:ext cx="1036320" cy="660400"/>
              </a:xfrm>
              <a:prstGeom prst="rect">
                <a:avLst/>
              </a:prstGeom>
              <a:solidFill>
                <a:schemeClr val="accent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80" name="244 0 0"/>
              <p:cNvSpPr txBox="1"/>
              <p:nvPr/>
            </p:nvSpPr>
            <p:spPr>
              <a:xfrm>
                <a:off x="45720" y="210565"/>
                <a:ext cx="944881" cy="23927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1100" b="1">
                    <a:solidFill>
                      <a:srgbClr val="FFFFFF"/>
                    </a:solidFill>
                  </a:defRPr>
                </a:lvl1pPr>
              </a:lstStyle>
              <a:p>
                <a:r>
                  <a:t>244 0 0</a:t>
                </a:r>
              </a:p>
            </p:txBody>
          </p:sp>
        </p:grpSp>
        <p:grpSp>
          <p:nvGrpSpPr>
            <p:cNvPr id="84" name="TextBox 5"/>
            <p:cNvGrpSpPr/>
            <p:nvPr/>
          </p:nvGrpSpPr>
          <p:grpSpPr>
            <a:xfrm>
              <a:off x="0" y="3011216"/>
              <a:ext cx="1036320" cy="660401"/>
              <a:chOff x="0" y="0"/>
              <a:chExt cx="1036319" cy="660400"/>
            </a:xfrm>
          </p:grpSpPr>
          <p:sp>
            <p:nvSpPr>
              <p:cNvPr id="82" name="Rectangle"/>
              <p:cNvSpPr/>
              <p:nvPr/>
            </p:nvSpPr>
            <p:spPr>
              <a:xfrm>
                <a:off x="0" y="0"/>
                <a:ext cx="1036320" cy="660400"/>
              </a:xfrm>
              <a:prstGeom prst="rect">
                <a:avLst/>
              </a:prstGeom>
              <a:solidFill>
                <a:schemeClr val="accent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83" name="130 0 0"/>
              <p:cNvSpPr txBox="1"/>
              <p:nvPr/>
            </p:nvSpPr>
            <p:spPr>
              <a:xfrm>
                <a:off x="45720" y="210565"/>
                <a:ext cx="944881" cy="23927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1100" b="1">
                    <a:solidFill>
                      <a:srgbClr val="FFFFFF"/>
                    </a:solidFill>
                  </a:defRPr>
                </a:lvl1pPr>
              </a:lstStyle>
              <a:p>
                <a:r>
                  <a:t>130 0 0</a:t>
                </a:r>
              </a:p>
            </p:txBody>
          </p:sp>
        </p:grpSp>
        <p:grpSp>
          <p:nvGrpSpPr>
            <p:cNvPr id="87" name="TextBox 6"/>
            <p:cNvGrpSpPr/>
            <p:nvPr/>
          </p:nvGrpSpPr>
          <p:grpSpPr>
            <a:xfrm>
              <a:off x="0" y="3764021"/>
              <a:ext cx="1036320" cy="660401"/>
              <a:chOff x="0" y="0"/>
              <a:chExt cx="1036319" cy="660400"/>
            </a:xfrm>
          </p:grpSpPr>
          <p:sp>
            <p:nvSpPr>
              <p:cNvPr id="85" name="Rectangle"/>
              <p:cNvSpPr/>
              <p:nvPr/>
            </p:nvSpPr>
            <p:spPr>
              <a:xfrm>
                <a:off x="0" y="0"/>
                <a:ext cx="1036320" cy="660400"/>
              </a:xfrm>
              <a:prstGeom prst="rect">
                <a:avLst/>
              </a:prstGeom>
              <a:solidFill>
                <a:schemeClr val="accent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86" name="244 177 131"/>
              <p:cNvSpPr txBox="1"/>
              <p:nvPr/>
            </p:nvSpPr>
            <p:spPr>
              <a:xfrm>
                <a:off x="45720" y="210565"/>
                <a:ext cx="944881" cy="23927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1100" b="1">
                    <a:solidFill>
                      <a:srgbClr val="FFFFFF"/>
                    </a:solidFill>
                  </a:defRPr>
                </a:lvl1pPr>
              </a:lstStyle>
              <a:p>
                <a:r>
                  <a:t>244 177 131</a:t>
                </a:r>
              </a:p>
            </p:txBody>
          </p:sp>
        </p:grpSp>
        <p:grpSp>
          <p:nvGrpSpPr>
            <p:cNvPr id="90" name="TextBox 7"/>
            <p:cNvGrpSpPr/>
            <p:nvPr/>
          </p:nvGrpSpPr>
          <p:grpSpPr>
            <a:xfrm>
              <a:off x="0" y="-1"/>
              <a:ext cx="1036320" cy="660401"/>
              <a:chOff x="0" y="0"/>
              <a:chExt cx="1036319" cy="660400"/>
            </a:xfrm>
          </p:grpSpPr>
          <p:sp>
            <p:nvSpPr>
              <p:cNvPr id="88" name="Rectangle"/>
              <p:cNvSpPr/>
              <p:nvPr/>
            </p:nvSpPr>
            <p:spPr>
              <a:xfrm>
                <a:off x="0" y="0"/>
                <a:ext cx="1036320" cy="660400"/>
              </a:xfrm>
              <a:prstGeom prst="rect">
                <a:avLst/>
              </a:prstGeom>
              <a:solidFill>
                <a:schemeClr val="accent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89" name="0 102 102"/>
              <p:cNvSpPr txBox="1"/>
              <p:nvPr/>
            </p:nvSpPr>
            <p:spPr>
              <a:xfrm>
                <a:off x="45720" y="210565"/>
                <a:ext cx="944881" cy="23927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1100" b="1">
                    <a:solidFill>
                      <a:srgbClr val="FFFFFF"/>
                    </a:solidFill>
                  </a:defRPr>
                </a:lvl1pPr>
              </a:lstStyle>
              <a:p>
                <a:r>
                  <a:t>0 102 102</a:t>
                </a:r>
              </a:p>
            </p:txBody>
          </p:sp>
        </p:grpSp>
        <p:grpSp>
          <p:nvGrpSpPr>
            <p:cNvPr id="93" name="TextBox 8"/>
            <p:cNvGrpSpPr/>
            <p:nvPr/>
          </p:nvGrpSpPr>
          <p:grpSpPr>
            <a:xfrm>
              <a:off x="0" y="752804"/>
              <a:ext cx="1036320" cy="660401"/>
              <a:chOff x="0" y="0"/>
              <a:chExt cx="1036319" cy="660400"/>
            </a:xfrm>
          </p:grpSpPr>
          <p:sp>
            <p:nvSpPr>
              <p:cNvPr id="91" name="Rectangle"/>
              <p:cNvSpPr/>
              <p:nvPr/>
            </p:nvSpPr>
            <p:spPr>
              <a:xfrm>
                <a:off x="0" y="0"/>
                <a:ext cx="1036320" cy="660400"/>
              </a:xfrm>
              <a:prstGeom prst="rect">
                <a:avLst/>
              </a:prstGeom>
              <a:solidFill>
                <a:srgbClr val="D7E9F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92" name="0 102 102"/>
              <p:cNvSpPr txBox="1"/>
              <p:nvPr/>
            </p:nvSpPr>
            <p:spPr>
              <a:xfrm>
                <a:off x="45720" y="210565"/>
                <a:ext cx="944881" cy="23927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1100" b="1">
                    <a:solidFill>
                      <a:srgbClr val="FFFFFF"/>
                    </a:solidFill>
                  </a:defRPr>
                </a:lvl1pPr>
              </a:lstStyle>
              <a:p>
                <a:r>
                  <a:t>0 102 102</a:t>
                </a:r>
              </a:p>
            </p:txBody>
          </p:sp>
        </p:grpSp>
      </p:grpSp>
      <p:sp>
        <p:nvSpPr>
          <p:cNvPr id="9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26973" y="6502400"/>
            <a:ext cx="207875" cy="21844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96" name="Picture 7" descr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78446" y="6310264"/>
            <a:ext cx="626204" cy="446895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34446238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roup 3"/>
          <p:cNvGrpSpPr/>
          <p:nvPr/>
        </p:nvGrpSpPr>
        <p:grpSpPr>
          <a:xfrm>
            <a:off x="-1669793" y="1235841"/>
            <a:ext cx="1036321" cy="4424423"/>
            <a:chOff x="0" y="0"/>
            <a:chExt cx="1036319" cy="4424421"/>
          </a:xfrm>
        </p:grpSpPr>
        <p:grpSp>
          <p:nvGrpSpPr>
            <p:cNvPr id="105" name="TextBox 2"/>
            <p:cNvGrpSpPr/>
            <p:nvPr/>
          </p:nvGrpSpPr>
          <p:grpSpPr>
            <a:xfrm>
              <a:off x="0" y="1505608"/>
              <a:ext cx="1036320" cy="660401"/>
              <a:chOff x="0" y="0"/>
              <a:chExt cx="1036319" cy="660400"/>
            </a:xfrm>
          </p:grpSpPr>
          <p:sp>
            <p:nvSpPr>
              <p:cNvPr id="103" name="Rectangle"/>
              <p:cNvSpPr/>
              <p:nvPr/>
            </p:nvSpPr>
            <p:spPr>
              <a:xfrm>
                <a:off x="0" y="0"/>
                <a:ext cx="1036320" cy="660400"/>
              </a:xfrm>
              <a:prstGeom prst="rect">
                <a:avLst/>
              </a:prstGeom>
              <a:solidFill>
                <a:schemeClr val="accent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104" name="3 255 4"/>
              <p:cNvSpPr txBox="1"/>
              <p:nvPr/>
            </p:nvSpPr>
            <p:spPr>
              <a:xfrm>
                <a:off x="45720" y="210565"/>
                <a:ext cx="944881" cy="23927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1100" b="1">
                    <a:solidFill>
                      <a:srgbClr val="FFFFFF"/>
                    </a:solidFill>
                  </a:defRPr>
                </a:lvl1pPr>
              </a:lstStyle>
              <a:p>
                <a:r>
                  <a:t>3 255 4</a:t>
                </a:r>
              </a:p>
            </p:txBody>
          </p:sp>
        </p:grpSp>
        <p:grpSp>
          <p:nvGrpSpPr>
            <p:cNvPr id="108" name="TextBox 4"/>
            <p:cNvGrpSpPr/>
            <p:nvPr/>
          </p:nvGrpSpPr>
          <p:grpSpPr>
            <a:xfrm>
              <a:off x="0" y="2258411"/>
              <a:ext cx="1036320" cy="660401"/>
              <a:chOff x="0" y="0"/>
              <a:chExt cx="1036319" cy="660400"/>
            </a:xfrm>
          </p:grpSpPr>
          <p:sp>
            <p:nvSpPr>
              <p:cNvPr id="106" name="Rectangle"/>
              <p:cNvSpPr/>
              <p:nvPr/>
            </p:nvSpPr>
            <p:spPr>
              <a:xfrm>
                <a:off x="0" y="0"/>
                <a:ext cx="1036320" cy="660400"/>
              </a:xfrm>
              <a:prstGeom prst="rect">
                <a:avLst/>
              </a:prstGeom>
              <a:solidFill>
                <a:schemeClr val="accent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107" name="244 0 0"/>
              <p:cNvSpPr txBox="1"/>
              <p:nvPr/>
            </p:nvSpPr>
            <p:spPr>
              <a:xfrm>
                <a:off x="45720" y="210565"/>
                <a:ext cx="944881" cy="23927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1100" b="1">
                    <a:solidFill>
                      <a:srgbClr val="FFFFFF"/>
                    </a:solidFill>
                  </a:defRPr>
                </a:lvl1pPr>
              </a:lstStyle>
              <a:p>
                <a:r>
                  <a:t>244 0 0</a:t>
                </a:r>
              </a:p>
            </p:txBody>
          </p:sp>
        </p:grpSp>
        <p:grpSp>
          <p:nvGrpSpPr>
            <p:cNvPr id="111" name="TextBox 5"/>
            <p:cNvGrpSpPr/>
            <p:nvPr/>
          </p:nvGrpSpPr>
          <p:grpSpPr>
            <a:xfrm>
              <a:off x="0" y="3011216"/>
              <a:ext cx="1036320" cy="660401"/>
              <a:chOff x="0" y="0"/>
              <a:chExt cx="1036319" cy="660400"/>
            </a:xfrm>
          </p:grpSpPr>
          <p:sp>
            <p:nvSpPr>
              <p:cNvPr id="109" name="Rectangle"/>
              <p:cNvSpPr/>
              <p:nvPr/>
            </p:nvSpPr>
            <p:spPr>
              <a:xfrm>
                <a:off x="0" y="0"/>
                <a:ext cx="1036320" cy="660400"/>
              </a:xfrm>
              <a:prstGeom prst="rect">
                <a:avLst/>
              </a:prstGeom>
              <a:solidFill>
                <a:schemeClr val="accent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110" name="130 0 0"/>
              <p:cNvSpPr txBox="1"/>
              <p:nvPr/>
            </p:nvSpPr>
            <p:spPr>
              <a:xfrm>
                <a:off x="45720" y="210565"/>
                <a:ext cx="944881" cy="23927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1100" b="1">
                    <a:solidFill>
                      <a:srgbClr val="FFFFFF"/>
                    </a:solidFill>
                  </a:defRPr>
                </a:lvl1pPr>
              </a:lstStyle>
              <a:p>
                <a:r>
                  <a:t>130 0 0</a:t>
                </a:r>
              </a:p>
            </p:txBody>
          </p:sp>
        </p:grpSp>
        <p:grpSp>
          <p:nvGrpSpPr>
            <p:cNvPr id="114" name="TextBox 6"/>
            <p:cNvGrpSpPr/>
            <p:nvPr/>
          </p:nvGrpSpPr>
          <p:grpSpPr>
            <a:xfrm>
              <a:off x="0" y="3764021"/>
              <a:ext cx="1036320" cy="660401"/>
              <a:chOff x="0" y="0"/>
              <a:chExt cx="1036319" cy="660400"/>
            </a:xfrm>
          </p:grpSpPr>
          <p:sp>
            <p:nvSpPr>
              <p:cNvPr id="112" name="Rectangle"/>
              <p:cNvSpPr/>
              <p:nvPr/>
            </p:nvSpPr>
            <p:spPr>
              <a:xfrm>
                <a:off x="0" y="0"/>
                <a:ext cx="1036320" cy="660400"/>
              </a:xfrm>
              <a:prstGeom prst="rect">
                <a:avLst/>
              </a:prstGeom>
              <a:solidFill>
                <a:schemeClr val="accent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113" name="244 177 131"/>
              <p:cNvSpPr txBox="1"/>
              <p:nvPr/>
            </p:nvSpPr>
            <p:spPr>
              <a:xfrm>
                <a:off x="45720" y="210565"/>
                <a:ext cx="944881" cy="23927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1100" b="1">
                    <a:solidFill>
                      <a:srgbClr val="FFFFFF"/>
                    </a:solidFill>
                  </a:defRPr>
                </a:lvl1pPr>
              </a:lstStyle>
              <a:p>
                <a:r>
                  <a:t>244 177 131</a:t>
                </a:r>
              </a:p>
            </p:txBody>
          </p:sp>
        </p:grpSp>
        <p:grpSp>
          <p:nvGrpSpPr>
            <p:cNvPr id="117" name="TextBox 7"/>
            <p:cNvGrpSpPr/>
            <p:nvPr/>
          </p:nvGrpSpPr>
          <p:grpSpPr>
            <a:xfrm>
              <a:off x="0" y="-1"/>
              <a:ext cx="1036320" cy="660401"/>
              <a:chOff x="0" y="0"/>
              <a:chExt cx="1036319" cy="660400"/>
            </a:xfrm>
          </p:grpSpPr>
          <p:sp>
            <p:nvSpPr>
              <p:cNvPr id="115" name="Rectangle"/>
              <p:cNvSpPr/>
              <p:nvPr/>
            </p:nvSpPr>
            <p:spPr>
              <a:xfrm>
                <a:off x="0" y="0"/>
                <a:ext cx="1036320" cy="660400"/>
              </a:xfrm>
              <a:prstGeom prst="rect">
                <a:avLst/>
              </a:prstGeom>
              <a:solidFill>
                <a:schemeClr val="accent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116" name="0 102 102"/>
              <p:cNvSpPr txBox="1"/>
              <p:nvPr/>
            </p:nvSpPr>
            <p:spPr>
              <a:xfrm>
                <a:off x="45720" y="210565"/>
                <a:ext cx="944881" cy="23927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1100" b="1">
                    <a:solidFill>
                      <a:srgbClr val="FFFFFF"/>
                    </a:solidFill>
                  </a:defRPr>
                </a:lvl1pPr>
              </a:lstStyle>
              <a:p>
                <a:r>
                  <a:t>0 102 102</a:t>
                </a:r>
              </a:p>
            </p:txBody>
          </p:sp>
        </p:grpSp>
        <p:grpSp>
          <p:nvGrpSpPr>
            <p:cNvPr id="120" name="TextBox 8"/>
            <p:cNvGrpSpPr/>
            <p:nvPr/>
          </p:nvGrpSpPr>
          <p:grpSpPr>
            <a:xfrm>
              <a:off x="0" y="752804"/>
              <a:ext cx="1036320" cy="660401"/>
              <a:chOff x="0" y="0"/>
              <a:chExt cx="1036319" cy="660400"/>
            </a:xfrm>
          </p:grpSpPr>
          <p:sp>
            <p:nvSpPr>
              <p:cNvPr id="118" name="Rectangle"/>
              <p:cNvSpPr/>
              <p:nvPr/>
            </p:nvSpPr>
            <p:spPr>
              <a:xfrm>
                <a:off x="0" y="0"/>
                <a:ext cx="1036320" cy="660400"/>
              </a:xfrm>
              <a:prstGeom prst="rect">
                <a:avLst/>
              </a:prstGeom>
              <a:solidFill>
                <a:srgbClr val="D7E9F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119" name="0 102 102"/>
              <p:cNvSpPr txBox="1"/>
              <p:nvPr/>
            </p:nvSpPr>
            <p:spPr>
              <a:xfrm>
                <a:off x="45720" y="210565"/>
                <a:ext cx="944881" cy="23927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1100" b="1">
                    <a:solidFill>
                      <a:srgbClr val="FFFFFF"/>
                    </a:solidFill>
                  </a:defRPr>
                </a:lvl1pPr>
              </a:lstStyle>
              <a:p>
                <a:r>
                  <a:t>0 102 102</a:t>
                </a:r>
              </a:p>
            </p:txBody>
          </p:sp>
        </p:grpSp>
      </p:grpSp>
      <p:sp>
        <p:nvSpPr>
          <p:cNvPr id="12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26973" y="6502400"/>
            <a:ext cx="207875" cy="21844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74617140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" name="Group 3"/>
          <p:cNvGrpSpPr/>
          <p:nvPr/>
        </p:nvGrpSpPr>
        <p:grpSpPr>
          <a:xfrm>
            <a:off x="-1669793" y="1235841"/>
            <a:ext cx="1036321" cy="4424423"/>
            <a:chOff x="0" y="0"/>
            <a:chExt cx="1036319" cy="4424421"/>
          </a:xfrm>
        </p:grpSpPr>
        <p:grpSp>
          <p:nvGrpSpPr>
            <p:cNvPr id="161" name="TextBox 2"/>
            <p:cNvGrpSpPr/>
            <p:nvPr/>
          </p:nvGrpSpPr>
          <p:grpSpPr>
            <a:xfrm>
              <a:off x="0" y="1505608"/>
              <a:ext cx="1036320" cy="660401"/>
              <a:chOff x="0" y="0"/>
              <a:chExt cx="1036319" cy="660400"/>
            </a:xfrm>
          </p:grpSpPr>
          <p:sp>
            <p:nvSpPr>
              <p:cNvPr id="159" name="Rectangle"/>
              <p:cNvSpPr/>
              <p:nvPr/>
            </p:nvSpPr>
            <p:spPr>
              <a:xfrm>
                <a:off x="0" y="0"/>
                <a:ext cx="1036320" cy="660400"/>
              </a:xfrm>
              <a:prstGeom prst="rect">
                <a:avLst/>
              </a:prstGeom>
              <a:solidFill>
                <a:schemeClr val="accent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160" name="3 255 4"/>
              <p:cNvSpPr txBox="1"/>
              <p:nvPr/>
            </p:nvSpPr>
            <p:spPr>
              <a:xfrm>
                <a:off x="45720" y="210565"/>
                <a:ext cx="944881" cy="23927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1100" b="1">
                    <a:solidFill>
                      <a:srgbClr val="FFFFFF"/>
                    </a:solidFill>
                  </a:defRPr>
                </a:lvl1pPr>
              </a:lstStyle>
              <a:p>
                <a:r>
                  <a:t>3 255 4</a:t>
                </a:r>
              </a:p>
            </p:txBody>
          </p:sp>
        </p:grpSp>
        <p:grpSp>
          <p:nvGrpSpPr>
            <p:cNvPr id="164" name="TextBox 4"/>
            <p:cNvGrpSpPr/>
            <p:nvPr/>
          </p:nvGrpSpPr>
          <p:grpSpPr>
            <a:xfrm>
              <a:off x="0" y="2258411"/>
              <a:ext cx="1036320" cy="660401"/>
              <a:chOff x="0" y="0"/>
              <a:chExt cx="1036319" cy="660400"/>
            </a:xfrm>
          </p:grpSpPr>
          <p:sp>
            <p:nvSpPr>
              <p:cNvPr id="162" name="Rectangle"/>
              <p:cNvSpPr/>
              <p:nvPr/>
            </p:nvSpPr>
            <p:spPr>
              <a:xfrm>
                <a:off x="0" y="0"/>
                <a:ext cx="1036320" cy="660400"/>
              </a:xfrm>
              <a:prstGeom prst="rect">
                <a:avLst/>
              </a:prstGeom>
              <a:solidFill>
                <a:schemeClr val="accent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163" name="244 0 0"/>
              <p:cNvSpPr txBox="1"/>
              <p:nvPr/>
            </p:nvSpPr>
            <p:spPr>
              <a:xfrm>
                <a:off x="45720" y="210565"/>
                <a:ext cx="944881" cy="23927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1100" b="1">
                    <a:solidFill>
                      <a:srgbClr val="FFFFFF"/>
                    </a:solidFill>
                  </a:defRPr>
                </a:lvl1pPr>
              </a:lstStyle>
              <a:p>
                <a:r>
                  <a:t>244 0 0</a:t>
                </a:r>
              </a:p>
            </p:txBody>
          </p:sp>
        </p:grpSp>
        <p:grpSp>
          <p:nvGrpSpPr>
            <p:cNvPr id="167" name="TextBox 5"/>
            <p:cNvGrpSpPr/>
            <p:nvPr/>
          </p:nvGrpSpPr>
          <p:grpSpPr>
            <a:xfrm>
              <a:off x="0" y="3011216"/>
              <a:ext cx="1036320" cy="660401"/>
              <a:chOff x="0" y="0"/>
              <a:chExt cx="1036319" cy="660400"/>
            </a:xfrm>
          </p:grpSpPr>
          <p:sp>
            <p:nvSpPr>
              <p:cNvPr id="165" name="Rectangle"/>
              <p:cNvSpPr/>
              <p:nvPr/>
            </p:nvSpPr>
            <p:spPr>
              <a:xfrm>
                <a:off x="0" y="0"/>
                <a:ext cx="1036320" cy="660400"/>
              </a:xfrm>
              <a:prstGeom prst="rect">
                <a:avLst/>
              </a:prstGeom>
              <a:solidFill>
                <a:schemeClr val="accent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166" name="130 0 0"/>
              <p:cNvSpPr txBox="1"/>
              <p:nvPr/>
            </p:nvSpPr>
            <p:spPr>
              <a:xfrm>
                <a:off x="45720" y="210565"/>
                <a:ext cx="944881" cy="23927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1100" b="1">
                    <a:solidFill>
                      <a:srgbClr val="FFFFFF"/>
                    </a:solidFill>
                  </a:defRPr>
                </a:lvl1pPr>
              </a:lstStyle>
              <a:p>
                <a:r>
                  <a:t>130 0 0</a:t>
                </a:r>
              </a:p>
            </p:txBody>
          </p:sp>
        </p:grpSp>
        <p:grpSp>
          <p:nvGrpSpPr>
            <p:cNvPr id="170" name="TextBox 6"/>
            <p:cNvGrpSpPr/>
            <p:nvPr/>
          </p:nvGrpSpPr>
          <p:grpSpPr>
            <a:xfrm>
              <a:off x="0" y="3764021"/>
              <a:ext cx="1036320" cy="660401"/>
              <a:chOff x="0" y="0"/>
              <a:chExt cx="1036319" cy="660400"/>
            </a:xfrm>
          </p:grpSpPr>
          <p:sp>
            <p:nvSpPr>
              <p:cNvPr id="168" name="Rectangle"/>
              <p:cNvSpPr/>
              <p:nvPr/>
            </p:nvSpPr>
            <p:spPr>
              <a:xfrm>
                <a:off x="0" y="0"/>
                <a:ext cx="1036320" cy="660400"/>
              </a:xfrm>
              <a:prstGeom prst="rect">
                <a:avLst/>
              </a:prstGeom>
              <a:solidFill>
                <a:schemeClr val="accent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169" name="244 177 131"/>
              <p:cNvSpPr txBox="1"/>
              <p:nvPr/>
            </p:nvSpPr>
            <p:spPr>
              <a:xfrm>
                <a:off x="45720" y="210565"/>
                <a:ext cx="944881" cy="23927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1100" b="1">
                    <a:solidFill>
                      <a:srgbClr val="FFFFFF"/>
                    </a:solidFill>
                  </a:defRPr>
                </a:lvl1pPr>
              </a:lstStyle>
              <a:p>
                <a:r>
                  <a:t>244 177 131</a:t>
                </a:r>
              </a:p>
            </p:txBody>
          </p:sp>
        </p:grpSp>
        <p:grpSp>
          <p:nvGrpSpPr>
            <p:cNvPr id="173" name="TextBox 7"/>
            <p:cNvGrpSpPr/>
            <p:nvPr/>
          </p:nvGrpSpPr>
          <p:grpSpPr>
            <a:xfrm>
              <a:off x="0" y="-1"/>
              <a:ext cx="1036320" cy="660401"/>
              <a:chOff x="0" y="0"/>
              <a:chExt cx="1036319" cy="660400"/>
            </a:xfrm>
          </p:grpSpPr>
          <p:sp>
            <p:nvSpPr>
              <p:cNvPr id="171" name="Rectangle"/>
              <p:cNvSpPr/>
              <p:nvPr/>
            </p:nvSpPr>
            <p:spPr>
              <a:xfrm>
                <a:off x="0" y="0"/>
                <a:ext cx="1036320" cy="660400"/>
              </a:xfrm>
              <a:prstGeom prst="rect">
                <a:avLst/>
              </a:prstGeom>
              <a:solidFill>
                <a:schemeClr val="accent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172" name="0 102 102"/>
              <p:cNvSpPr txBox="1"/>
              <p:nvPr/>
            </p:nvSpPr>
            <p:spPr>
              <a:xfrm>
                <a:off x="45720" y="210565"/>
                <a:ext cx="944881" cy="23927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1100" b="1">
                    <a:solidFill>
                      <a:srgbClr val="FFFFFF"/>
                    </a:solidFill>
                  </a:defRPr>
                </a:lvl1pPr>
              </a:lstStyle>
              <a:p>
                <a:r>
                  <a:t>0 102 102</a:t>
                </a:r>
              </a:p>
            </p:txBody>
          </p:sp>
        </p:grpSp>
        <p:grpSp>
          <p:nvGrpSpPr>
            <p:cNvPr id="176" name="TextBox 8"/>
            <p:cNvGrpSpPr/>
            <p:nvPr/>
          </p:nvGrpSpPr>
          <p:grpSpPr>
            <a:xfrm>
              <a:off x="0" y="752804"/>
              <a:ext cx="1036320" cy="660401"/>
              <a:chOff x="0" y="0"/>
              <a:chExt cx="1036319" cy="660400"/>
            </a:xfrm>
          </p:grpSpPr>
          <p:sp>
            <p:nvSpPr>
              <p:cNvPr id="174" name="Rectangle"/>
              <p:cNvSpPr/>
              <p:nvPr/>
            </p:nvSpPr>
            <p:spPr>
              <a:xfrm>
                <a:off x="0" y="0"/>
                <a:ext cx="1036320" cy="660400"/>
              </a:xfrm>
              <a:prstGeom prst="rect">
                <a:avLst/>
              </a:prstGeom>
              <a:solidFill>
                <a:srgbClr val="D7E9F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175" name="0 102 102"/>
              <p:cNvSpPr txBox="1"/>
              <p:nvPr/>
            </p:nvSpPr>
            <p:spPr>
              <a:xfrm>
                <a:off x="45720" y="210565"/>
                <a:ext cx="944881" cy="23927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1100" b="1">
                    <a:solidFill>
                      <a:srgbClr val="FFFFFF"/>
                    </a:solidFill>
                  </a:defRPr>
                </a:lvl1pPr>
              </a:lstStyle>
              <a:p>
                <a:r>
                  <a:t>0 102 102</a:t>
                </a:r>
              </a:p>
            </p:txBody>
          </p:sp>
        </p:grpSp>
      </p:grpSp>
      <p:sp>
        <p:nvSpPr>
          <p:cNvPr id="22" name="Slide Number">
            <a:extLst>
              <a:ext uri="{FF2B5EF4-FFF2-40B4-BE49-F238E27FC236}">
                <a16:creationId xmlns:a16="http://schemas.microsoft.com/office/drawing/2014/main" id="{5B511C1C-D555-4964-A51D-5209CA023AD3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826973" y="6506145"/>
            <a:ext cx="207875" cy="21844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58113872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1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" name="Group 3"/>
          <p:cNvGrpSpPr/>
          <p:nvPr/>
        </p:nvGrpSpPr>
        <p:grpSpPr>
          <a:xfrm>
            <a:off x="-1669793" y="1235841"/>
            <a:ext cx="1036321" cy="4424423"/>
            <a:chOff x="0" y="0"/>
            <a:chExt cx="1036319" cy="4424421"/>
          </a:xfrm>
        </p:grpSpPr>
        <p:grpSp>
          <p:nvGrpSpPr>
            <p:cNvPr id="161" name="TextBox 2"/>
            <p:cNvGrpSpPr/>
            <p:nvPr/>
          </p:nvGrpSpPr>
          <p:grpSpPr>
            <a:xfrm>
              <a:off x="0" y="1505608"/>
              <a:ext cx="1036320" cy="660401"/>
              <a:chOff x="0" y="0"/>
              <a:chExt cx="1036319" cy="660400"/>
            </a:xfrm>
          </p:grpSpPr>
          <p:sp>
            <p:nvSpPr>
              <p:cNvPr id="159" name="Rectangle"/>
              <p:cNvSpPr/>
              <p:nvPr/>
            </p:nvSpPr>
            <p:spPr>
              <a:xfrm>
                <a:off x="0" y="0"/>
                <a:ext cx="1036320" cy="660400"/>
              </a:xfrm>
              <a:prstGeom prst="rect">
                <a:avLst/>
              </a:prstGeom>
              <a:solidFill>
                <a:schemeClr val="accent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160" name="3 255 4"/>
              <p:cNvSpPr txBox="1"/>
              <p:nvPr/>
            </p:nvSpPr>
            <p:spPr>
              <a:xfrm>
                <a:off x="45720" y="210565"/>
                <a:ext cx="944881" cy="23927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1100" b="1">
                    <a:solidFill>
                      <a:srgbClr val="FFFFFF"/>
                    </a:solidFill>
                  </a:defRPr>
                </a:lvl1pPr>
              </a:lstStyle>
              <a:p>
                <a:r>
                  <a:t>3 255 4</a:t>
                </a:r>
              </a:p>
            </p:txBody>
          </p:sp>
        </p:grpSp>
        <p:grpSp>
          <p:nvGrpSpPr>
            <p:cNvPr id="164" name="TextBox 4"/>
            <p:cNvGrpSpPr/>
            <p:nvPr/>
          </p:nvGrpSpPr>
          <p:grpSpPr>
            <a:xfrm>
              <a:off x="0" y="2258411"/>
              <a:ext cx="1036320" cy="660401"/>
              <a:chOff x="0" y="0"/>
              <a:chExt cx="1036319" cy="660400"/>
            </a:xfrm>
          </p:grpSpPr>
          <p:sp>
            <p:nvSpPr>
              <p:cNvPr id="162" name="Rectangle"/>
              <p:cNvSpPr/>
              <p:nvPr/>
            </p:nvSpPr>
            <p:spPr>
              <a:xfrm>
                <a:off x="0" y="0"/>
                <a:ext cx="1036320" cy="660400"/>
              </a:xfrm>
              <a:prstGeom prst="rect">
                <a:avLst/>
              </a:prstGeom>
              <a:solidFill>
                <a:schemeClr val="accent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163" name="244 0 0"/>
              <p:cNvSpPr txBox="1"/>
              <p:nvPr/>
            </p:nvSpPr>
            <p:spPr>
              <a:xfrm>
                <a:off x="45720" y="210565"/>
                <a:ext cx="944881" cy="23927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1100" b="1">
                    <a:solidFill>
                      <a:srgbClr val="FFFFFF"/>
                    </a:solidFill>
                  </a:defRPr>
                </a:lvl1pPr>
              </a:lstStyle>
              <a:p>
                <a:r>
                  <a:t>244 0 0</a:t>
                </a:r>
              </a:p>
            </p:txBody>
          </p:sp>
        </p:grpSp>
        <p:grpSp>
          <p:nvGrpSpPr>
            <p:cNvPr id="167" name="TextBox 5"/>
            <p:cNvGrpSpPr/>
            <p:nvPr/>
          </p:nvGrpSpPr>
          <p:grpSpPr>
            <a:xfrm>
              <a:off x="0" y="3011216"/>
              <a:ext cx="1036320" cy="660401"/>
              <a:chOff x="0" y="0"/>
              <a:chExt cx="1036319" cy="660400"/>
            </a:xfrm>
          </p:grpSpPr>
          <p:sp>
            <p:nvSpPr>
              <p:cNvPr id="165" name="Rectangle"/>
              <p:cNvSpPr/>
              <p:nvPr/>
            </p:nvSpPr>
            <p:spPr>
              <a:xfrm>
                <a:off x="0" y="0"/>
                <a:ext cx="1036320" cy="660400"/>
              </a:xfrm>
              <a:prstGeom prst="rect">
                <a:avLst/>
              </a:prstGeom>
              <a:solidFill>
                <a:schemeClr val="accent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166" name="130 0 0"/>
              <p:cNvSpPr txBox="1"/>
              <p:nvPr/>
            </p:nvSpPr>
            <p:spPr>
              <a:xfrm>
                <a:off x="45720" y="210565"/>
                <a:ext cx="944881" cy="23927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1100" b="1">
                    <a:solidFill>
                      <a:srgbClr val="FFFFFF"/>
                    </a:solidFill>
                  </a:defRPr>
                </a:lvl1pPr>
              </a:lstStyle>
              <a:p>
                <a:r>
                  <a:t>130 0 0</a:t>
                </a:r>
              </a:p>
            </p:txBody>
          </p:sp>
        </p:grpSp>
        <p:grpSp>
          <p:nvGrpSpPr>
            <p:cNvPr id="170" name="TextBox 6"/>
            <p:cNvGrpSpPr/>
            <p:nvPr/>
          </p:nvGrpSpPr>
          <p:grpSpPr>
            <a:xfrm>
              <a:off x="0" y="3764021"/>
              <a:ext cx="1036320" cy="660401"/>
              <a:chOff x="0" y="0"/>
              <a:chExt cx="1036319" cy="660400"/>
            </a:xfrm>
          </p:grpSpPr>
          <p:sp>
            <p:nvSpPr>
              <p:cNvPr id="168" name="Rectangle"/>
              <p:cNvSpPr/>
              <p:nvPr/>
            </p:nvSpPr>
            <p:spPr>
              <a:xfrm>
                <a:off x="0" y="0"/>
                <a:ext cx="1036320" cy="660400"/>
              </a:xfrm>
              <a:prstGeom prst="rect">
                <a:avLst/>
              </a:prstGeom>
              <a:solidFill>
                <a:schemeClr val="accent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169" name="244 177 131"/>
              <p:cNvSpPr txBox="1"/>
              <p:nvPr/>
            </p:nvSpPr>
            <p:spPr>
              <a:xfrm>
                <a:off x="45720" y="210565"/>
                <a:ext cx="944881" cy="23927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1100" b="1">
                    <a:solidFill>
                      <a:srgbClr val="FFFFFF"/>
                    </a:solidFill>
                  </a:defRPr>
                </a:lvl1pPr>
              </a:lstStyle>
              <a:p>
                <a:r>
                  <a:t>244 177 131</a:t>
                </a:r>
              </a:p>
            </p:txBody>
          </p:sp>
        </p:grpSp>
        <p:grpSp>
          <p:nvGrpSpPr>
            <p:cNvPr id="173" name="TextBox 7"/>
            <p:cNvGrpSpPr/>
            <p:nvPr/>
          </p:nvGrpSpPr>
          <p:grpSpPr>
            <a:xfrm>
              <a:off x="0" y="-1"/>
              <a:ext cx="1036320" cy="660401"/>
              <a:chOff x="0" y="0"/>
              <a:chExt cx="1036319" cy="660400"/>
            </a:xfrm>
          </p:grpSpPr>
          <p:sp>
            <p:nvSpPr>
              <p:cNvPr id="171" name="Rectangle"/>
              <p:cNvSpPr/>
              <p:nvPr/>
            </p:nvSpPr>
            <p:spPr>
              <a:xfrm>
                <a:off x="0" y="0"/>
                <a:ext cx="1036320" cy="660400"/>
              </a:xfrm>
              <a:prstGeom prst="rect">
                <a:avLst/>
              </a:prstGeom>
              <a:solidFill>
                <a:schemeClr val="accent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172" name="0 102 102"/>
              <p:cNvSpPr txBox="1"/>
              <p:nvPr/>
            </p:nvSpPr>
            <p:spPr>
              <a:xfrm>
                <a:off x="45720" y="210565"/>
                <a:ext cx="944881" cy="23927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1100" b="1">
                    <a:solidFill>
                      <a:srgbClr val="FFFFFF"/>
                    </a:solidFill>
                  </a:defRPr>
                </a:lvl1pPr>
              </a:lstStyle>
              <a:p>
                <a:r>
                  <a:t>0 102 102</a:t>
                </a:r>
              </a:p>
            </p:txBody>
          </p:sp>
        </p:grpSp>
        <p:grpSp>
          <p:nvGrpSpPr>
            <p:cNvPr id="176" name="TextBox 8"/>
            <p:cNvGrpSpPr/>
            <p:nvPr/>
          </p:nvGrpSpPr>
          <p:grpSpPr>
            <a:xfrm>
              <a:off x="0" y="752804"/>
              <a:ext cx="1036320" cy="660401"/>
              <a:chOff x="0" y="0"/>
              <a:chExt cx="1036319" cy="660400"/>
            </a:xfrm>
          </p:grpSpPr>
          <p:sp>
            <p:nvSpPr>
              <p:cNvPr id="174" name="Rectangle"/>
              <p:cNvSpPr/>
              <p:nvPr/>
            </p:nvSpPr>
            <p:spPr>
              <a:xfrm>
                <a:off x="0" y="0"/>
                <a:ext cx="1036320" cy="660400"/>
              </a:xfrm>
              <a:prstGeom prst="rect">
                <a:avLst/>
              </a:prstGeom>
              <a:solidFill>
                <a:srgbClr val="D7E9F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175" name="0 102 102"/>
              <p:cNvSpPr txBox="1"/>
              <p:nvPr/>
            </p:nvSpPr>
            <p:spPr>
              <a:xfrm>
                <a:off x="45720" y="210565"/>
                <a:ext cx="944881" cy="23927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1100" b="1">
                    <a:solidFill>
                      <a:srgbClr val="FFFFFF"/>
                    </a:solidFill>
                  </a:defRPr>
                </a:lvl1pPr>
              </a:lstStyle>
              <a:p>
                <a:r>
                  <a:t>0 102 102</a:t>
                </a:r>
              </a:p>
            </p:txBody>
          </p:sp>
        </p:grpSp>
      </p:grpSp>
      <p:sp>
        <p:nvSpPr>
          <p:cNvPr id="22" name="Slide Number">
            <a:extLst>
              <a:ext uri="{FF2B5EF4-FFF2-40B4-BE49-F238E27FC236}">
                <a16:creationId xmlns:a16="http://schemas.microsoft.com/office/drawing/2014/main" id="{0BB5204C-DDCA-4D91-B541-32146DACB0EE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818220" y="6509142"/>
            <a:ext cx="225381" cy="2154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225840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" name="Group 3"/>
          <p:cNvGrpSpPr/>
          <p:nvPr/>
        </p:nvGrpSpPr>
        <p:grpSpPr>
          <a:xfrm>
            <a:off x="-1669793" y="1235841"/>
            <a:ext cx="1036321" cy="4424423"/>
            <a:chOff x="0" y="0"/>
            <a:chExt cx="1036319" cy="4424421"/>
          </a:xfrm>
        </p:grpSpPr>
        <p:grpSp>
          <p:nvGrpSpPr>
            <p:cNvPr id="161" name="TextBox 2"/>
            <p:cNvGrpSpPr/>
            <p:nvPr/>
          </p:nvGrpSpPr>
          <p:grpSpPr>
            <a:xfrm>
              <a:off x="0" y="1505608"/>
              <a:ext cx="1036320" cy="660401"/>
              <a:chOff x="0" y="0"/>
              <a:chExt cx="1036319" cy="660400"/>
            </a:xfrm>
          </p:grpSpPr>
          <p:sp>
            <p:nvSpPr>
              <p:cNvPr id="159" name="Rectangle"/>
              <p:cNvSpPr/>
              <p:nvPr/>
            </p:nvSpPr>
            <p:spPr>
              <a:xfrm>
                <a:off x="0" y="0"/>
                <a:ext cx="1036320" cy="660400"/>
              </a:xfrm>
              <a:prstGeom prst="rect">
                <a:avLst/>
              </a:prstGeom>
              <a:solidFill>
                <a:schemeClr val="accent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160" name="3 255 4"/>
              <p:cNvSpPr txBox="1"/>
              <p:nvPr/>
            </p:nvSpPr>
            <p:spPr>
              <a:xfrm>
                <a:off x="45720" y="210565"/>
                <a:ext cx="944881" cy="23927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1100" b="1">
                    <a:solidFill>
                      <a:srgbClr val="FFFFFF"/>
                    </a:solidFill>
                  </a:defRPr>
                </a:lvl1pPr>
              </a:lstStyle>
              <a:p>
                <a:r>
                  <a:t>3 255 4</a:t>
                </a:r>
              </a:p>
            </p:txBody>
          </p:sp>
        </p:grpSp>
        <p:grpSp>
          <p:nvGrpSpPr>
            <p:cNvPr id="164" name="TextBox 4"/>
            <p:cNvGrpSpPr/>
            <p:nvPr/>
          </p:nvGrpSpPr>
          <p:grpSpPr>
            <a:xfrm>
              <a:off x="0" y="2258411"/>
              <a:ext cx="1036320" cy="660401"/>
              <a:chOff x="0" y="0"/>
              <a:chExt cx="1036319" cy="660400"/>
            </a:xfrm>
          </p:grpSpPr>
          <p:sp>
            <p:nvSpPr>
              <p:cNvPr id="162" name="Rectangle"/>
              <p:cNvSpPr/>
              <p:nvPr/>
            </p:nvSpPr>
            <p:spPr>
              <a:xfrm>
                <a:off x="0" y="0"/>
                <a:ext cx="1036320" cy="660400"/>
              </a:xfrm>
              <a:prstGeom prst="rect">
                <a:avLst/>
              </a:prstGeom>
              <a:solidFill>
                <a:schemeClr val="accent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163" name="244 0 0"/>
              <p:cNvSpPr txBox="1"/>
              <p:nvPr/>
            </p:nvSpPr>
            <p:spPr>
              <a:xfrm>
                <a:off x="45720" y="210565"/>
                <a:ext cx="944881" cy="23927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1100" b="1">
                    <a:solidFill>
                      <a:srgbClr val="FFFFFF"/>
                    </a:solidFill>
                  </a:defRPr>
                </a:lvl1pPr>
              </a:lstStyle>
              <a:p>
                <a:r>
                  <a:t>244 0 0</a:t>
                </a:r>
              </a:p>
            </p:txBody>
          </p:sp>
        </p:grpSp>
        <p:grpSp>
          <p:nvGrpSpPr>
            <p:cNvPr id="167" name="TextBox 5"/>
            <p:cNvGrpSpPr/>
            <p:nvPr/>
          </p:nvGrpSpPr>
          <p:grpSpPr>
            <a:xfrm>
              <a:off x="0" y="3011216"/>
              <a:ext cx="1036320" cy="660401"/>
              <a:chOff x="0" y="0"/>
              <a:chExt cx="1036319" cy="660400"/>
            </a:xfrm>
          </p:grpSpPr>
          <p:sp>
            <p:nvSpPr>
              <p:cNvPr id="165" name="Rectangle"/>
              <p:cNvSpPr/>
              <p:nvPr/>
            </p:nvSpPr>
            <p:spPr>
              <a:xfrm>
                <a:off x="0" y="0"/>
                <a:ext cx="1036320" cy="660400"/>
              </a:xfrm>
              <a:prstGeom prst="rect">
                <a:avLst/>
              </a:prstGeom>
              <a:solidFill>
                <a:schemeClr val="accent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166" name="130 0 0"/>
              <p:cNvSpPr txBox="1"/>
              <p:nvPr/>
            </p:nvSpPr>
            <p:spPr>
              <a:xfrm>
                <a:off x="45720" y="210565"/>
                <a:ext cx="944881" cy="23927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1100" b="1">
                    <a:solidFill>
                      <a:srgbClr val="FFFFFF"/>
                    </a:solidFill>
                  </a:defRPr>
                </a:lvl1pPr>
              </a:lstStyle>
              <a:p>
                <a:r>
                  <a:t>130 0 0</a:t>
                </a:r>
              </a:p>
            </p:txBody>
          </p:sp>
        </p:grpSp>
        <p:grpSp>
          <p:nvGrpSpPr>
            <p:cNvPr id="170" name="TextBox 6"/>
            <p:cNvGrpSpPr/>
            <p:nvPr/>
          </p:nvGrpSpPr>
          <p:grpSpPr>
            <a:xfrm>
              <a:off x="0" y="3764021"/>
              <a:ext cx="1036320" cy="660401"/>
              <a:chOff x="0" y="0"/>
              <a:chExt cx="1036319" cy="660400"/>
            </a:xfrm>
          </p:grpSpPr>
          <p:sp>
            <p:nvSpPr>
              <p:cNvPr id="168" name="Rectangle"/>
              <p:cNvSpPr/>
              <p:nvPr/>
            </p:nvSpPr>
            <p:spPr>
              <a:xfrm>
                <a:off x="0" y="0"/>
                <a:ext cx="1036320" cy="660400"/>
              </a:xfrm>
              <a:prstGeom prst="rect">
                <a:avLst/>
              </a:prstGeom>
              <a:solidFill>
                <a:schemeClr val="accent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169" name="244 177 131"/>
              <p:cNvSpPr txBox="1"/>
              <p:nvPr/>
            </p:nvSpPr>
            <p:spPr>
              <a:xfrm>
                <a:off x="45720" y="210565"/>
                <a:ext cx="944881" cy="23927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1100" b="1">
                    <a:solidFill>
                      <a:srgbClr val="FFFFFF"/>
                    </a:solidFill>
                  </a:defRPr>
                </a:lvl1pPr>
              </a:lstStyle>
              <a:p>
                <a:r>
                  <a:t>244 177 131</a:t>
                </a:r>
              </a:p>
            </p:txBody>
          </p:sp>
        </p:grpSp>
        <p:grpSp>
          <p:nvGrpSpPr>
            <p:cNvPr id="173" name="TextBox 7"/>
            <p:cNvGrpSpPr/>
            <p:nvPr/>
          </p:nvGrpSpPr>
          <p:grpSpPr>
            <a:xfrm>
              <a:off x="0" y="-1"/>
              <a:ext cx="1036320" cy="660401"/>
              <a:chOff x="0" y="0"/>
              <a:chExt cx="1036319" cy="660400"/>
            </a:xfrm>
          </p:grpSpPr>
          <p:sp>
            <p:nvSpPr>
              <p:cNvPr id="171" name="Rectangle"/>
              <p:cNvSpPr/>
              <p:nvPr/>
            </p:nvSpPr>
            <p:spPr>
              <a:xfrm>
                <a:off x="0" y="0"/>
                <a:ext cx="1036320" cy="660400"/>
              </a:xfrm>
              <a:prstGeom prst="rect">
                <a:avLst/>
              </a:prstGeom>
              <a:solidFill>
                <a:schemeClr val="accent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172" name="0 102 102"/>
              <p:cNvSpPr txBox="1"/>
              <p:nvPr/>
            </p:nvSpPr>
            <p:spPr>
              <a:xfrm>
                <a:off x="45720" y="210565"/>
                <a:ext cx="944881" cy="23927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1100" b="1">
                    <a:solidFill>
                      <a:srgbClr val="FFFFFF"/>
                    </a:solidFill>
                  </a:defRPr>
                </a:lvl1pPr>
              </a:lstStyle>
              <a:p>
                <a:r>
                  <a:t>0 102 102</a:t>
                </a:r>
              </a:p>
            </p:txBody>
          </p:sp>
        </p:grpSp>
        <p:grpSp>
          <p:nvGrpSpPr>
            <p:cNvPr id="176" name="TextBox 8"/>
            <p:cNvGrpSpPr/>
            <p:nvPr/>
          </p:nvGrpSpPr>
          <p:grpSpPr>
            <a:xfrm>
              <a:off x="0" y="752804"/>
              <a:ext cx="1036320" cy="660401"/>
              <a:chOff x="0" y="0"/>
              <a:chExt cx="1036319" cy="660400"/>
            </a:xfrm>
          </p:grpSpPr>
          <p:sp>
            <p:nvSpPr>
              <p:cNvPr id="174" name="Rectangle"/>
              <p:cNvSpPr/>
              <p:nvPr/>
            </p:nvSpPr>
            <p:spPr>
              <a:xfrm>
                <a:off x="0" y="0"/>
                <a:ext cx="1036320" cy="660400"/>
              </a:xfrm>
              <a:prstGeom prst="rect">
                <a:avLst/>
              </a:prstGeom>
              <a:solidFill>
                <a:srgbClr val="D7E9F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175" name="0 102 102"/>
              <p:cNvSpPr txBox="1"/>
              <p:nvPr/>
            </p:nvSpPr>
            <p:spPr>
              <a:xfrm>
                <a:off x="45720" y="210565"/>
                <a:ext cx="944881" cy="23927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1100" b="1">
                    <a:solidFill>
                      <a:srgbClr val="FFFFFF"/>
                    </a:solidFill>
                  </a:defRPr>
                </a:lvl1pPr>
              </a:lstStyle>
              <a:p>
                <a:r>
                  <a:t>0 102 102</a:t>
                </a:r>
              </a:p>
            </p:txBody>
          </p:sp>
        </p:grpSp>
      </p:grpSp>
      <p:sp>
        <p:nvSpPr>
          <p:cNvPr id="22" name="Slide Number">
            <a:extLst>
              <a:ext uri="{FF2B5EF4-FFF2-40B4-BE49-F238E27FC236}">
                <a16:creationId xmlns:a16="http://schemas.microsoft.com/office/drawing/2014/main" id="{5B511C1C-D555-4964-A51D-5209CA023AD3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826973" y="6506145"/>
            <a:ext cx="207875" cy="21844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9FAA6A4-3513-8342-8A84-59055447955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4434" y="2413373"/>
            <a:ext cx="4154839" cy="203125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9405771-082D-6248-B0AB-FE47A5C8F992}"/>
              </a:ext>
            </a:extLst>
          </p:cNvPr>
          <p:cNvSpPr/>
          <p:nvPr userDrawn="1"/>
        </p:nvSpPr>
        <p:spPr>
          <a:xfrm>
            <a:off x="276225" y="1798163"/>
            <a:ext cx="3937556" cy="3261675"/>
          </a:xfrm>
          <a:prstGeom prst="rect">
            <a:avLst/>
          </a:prstGeom>
          <a:gradFill>
            <a:gsLst>
              <a:gs pos="0">
                <a:srgbClr val="3A839A">
                  <a:alpha val="0"/>
                </a:srgbClr>
              </a:gs>
              <a:gs pos="100000">
                <a:srgbClr val="3A839A"/>
              </a:gs>
            </a:gsLst>
            <a:lin ang="10800000" scaled="1"/>
          </a:gra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F810426-A161-894D-AAE4-EA10106BBC7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67482" y="2524919"/>
            <a:ext cx="6959393" cy="1808162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FontTx/>
              <a:buNone/>
              <a:defRPr sz="2800" b="1">
                <a:solidFill>
                  <a:schemeClr val="bg1"/>
                </a:solidFill>
              </a:defRPr>
            </a:lvl1pPr>
            <a:lvl2pPr marL="457119" indent="0">
              <a:lnSpc>
                <a:spcPct val="120000"/>
              </a:lnSpc>
              <a:spcBef>
                <a:spcPts val="0"/>
              </a:spcBef>
              <a:buFontTx/>
              <a:buNone/>
              <a:defRPr/>
            </a:lvl2pPr>
            <a:lvl3pPr marL="914240" indent="0">
              <a:lnSpc>
                <a:spcPct val="120000"/>
              </a:lnSpc>
              <a:spcBef>
                <a:spcPts val="0"/>
              </a:spcBef>
              <a:buFontTx/>
              <a:buNone/>
              <a:defRPr/>
            </a:lvl3pPr>
            <a:lvl4pPr marL="1371360" indent="0">
              <a:lnSpc>
                <a:spcPct val="120000"/>
              </a:lnSpc>
              <a:spcBef>
                <a:spcPts val="0"/>
              </a:spcBef>
              <a:buFontTx/>
              <a:buNone/>
              <a:defRPr/>
            </a:lvl4pPr>
            <a:lvl5pPr marL="1828480" indent="0">
              <a:lnSpc>
                <a:spcPct val="120000"/>
              </a:lnSpc>
              <a:spcBef>
                <a:spcPts val="0"/>
              </a:spcBef>
              <a:buFontTx/>
              <a:buNone/>
              <a:defRPr/>
            </a:lvl5pPr>
          </a:lstStyle>
          <a:p>
            <a:pPr lvl="0"/>
            <a:r>
              <a:rPr lang="en-US"/>
              <a:t>Section name</a:t>
            </a:r>
          </a:p>
        </p:txBody>
      </p:sp>
    </p:spTree>
    <p:extLst>
      <p:ext uri="{BB962C8B-B14F-4D97-AF65-F5344CB8AC3E}">
        <p14:creationId xmlns:p14="http://schemas.microsoft.com/office/powerpoint/2010/main" val="999076184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1_Master (All Deck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roup 3"/>
          <p:cNvGrpSpPr/>
          <p:nvPr/>
        </p:nvGrpSpPr>
        <p:grpSpPr>
          <a:xfrm>
            <a:off x="-1669793" y="1235841"/>
            <a:ext cx="1036321" cy="4424423"/>
            <a:chOff x="0" y="0"/>
            <a:chExt cx="1036319" cy="4424421"/>
          </a:xfrm>
        </p:grpSpPr>
        <p:grpSp>
          <p:nvGrpSpPr>
            <p:cNvPr id="46" name="TextBox 2"/>
            <p:cNvGrpSpPr/>
            <p:nvPr/>
          </p:nvGrpSpPr>
          <p:grpSpPr>
            <a:xfrm>
              <a:off x="0" y="1505608"/>
              <a:ext cx="1036320" cy="660401"/>
              <a:chOff x="0" y="0"/>
              <a:chExt cx="1036319" cy="660400"/>
            </a:xfrm>
          </p:grpSpPr>
          <p:sp>
            <p:nvSpPr>
              <p:cNvPr id="44" name="Rectangle"/>
              <p:cNvSpPr/>
              <p:nvPr/>
            </p:nvSpPr>
            <p:spPr>
              <a:xfrm>
                <a:off x="0" y="0"/>
                <a:ext cx="1036320" cy="660400"/>
              </a:xfrm>
              <a:prstGeom prst="rect">
                <a:avLst/>
              </a:prstGeom>
              <a:solidFill>
                <a:schemeClr val="accent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45" name="3 255 4"/>
              <p:cNvSpPr txBox="1"/>
              <p:nvPr/>
            </p:nvSpPr>
            <p:spPr>
              <a:xfrm>
                <a:off x="45720" y="210565"/>
                <a:ext cx="944881" cy="23927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1100" b="1">
                    <a:solidFill>
                      <a:srgbClr val="FFFFFF"/>
                    </a:solidFill>
                  </a:defRPr>
                </a:lvl1pPr>
              </a:lstStyle>
              <a:p>
                <a:r>
                  <a:t>3 255 4</a:t>
                </a:r>
              </a:p>
            </p:txBody>
          </p:sp>
        </p:grpSp>
        <p:grpSp>
          <p:nvGrpSpPr>
            <p:cNvPr id="49" name="TextBox 4"/>
            <p:cNvGrpSpPr/>
            <p:nvPr/>
          </p:nvGrpSpPr>
          <p:grpSpPr>
            <a:xfrm>
              <a:off x="0" y="2258411"/>
              <a:ext cx="1036320" cy="660401"/>
              <a:chOff x="0" y="0"/>
              <a:chExt cx="1036319" cy="660400"/>
            </a:xfrm>
          </p:grpSpPr>
          <p:sp>
            <p:nvSpPr>
              <p:cNvPr id="47" name="Rectangle"/>
              <p:cNvSpPr/>
              <p:nvPr/>
            </p:nvSpPr>
            <p:spPr>
              <a:xfrm>
                <a:off x="0" y="0"/>
                <a:ext cx="1036320" cy="660400"/>
              </a:xfrm>
              <a:prstGeom prst="rect">
                <a:avLst/>
              </a:prstGeom>
              <a:solidFill>
                <a:schemeClr val="accent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48" name="244 0 0"/>
              <p:cNvSpPr txBox="1"/>
              <p:nvPr/>
            </p:nvSpPr>
            <p:spPr>
              <a:xfrm>
                <a:off x="45720" y="210565"/>
                <a:ext cx="944881" cy="23927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1100" b="1">
                    <a:solidFill>
                      <a:srgbClr val="FFFFFF"/>
                    </a:solidFill>
                  </a:defRPr>
                </a:lvl1pPr>
              </a:lstStyle>
              <a:p>
                <a:r>
                  <a:t>244 0 0</a:t>
                </a:r>
              </a:p>
            </p:txBody>
          </p:sp>
        </p:grpSp>
        <p:grpSp>
          <p:nvGrpSpPr>
            <p:cNvPr id="52" name="TextBox 5"/>
            <p:cNvGrpSpPr/>
            <p:nvPr/>
          </p:nvGrpSpPr>
          <p:grpSpPr>
            <a:xfrm>
              <a:off x="0" y="3011216"/>
              <a:ext cx="1036320" cy="660401"/>
              <a:chOff x="0" y="0"/>
              <a:chExt cx="1036319" cy="660400"/>
            </a:xfrm>
          </p:grpSpPr>
          <p:sp>
            <p:nvSpPr>
              <p:cNvPr id="50" name="Rectangle"/>
              <p:cNvSpPr/>
              <p:nvPr/>
            </p:nvSpPr>
            <p:spPr>
              <a:xfrm>
                <a:off x="0" y="0"/>
                <a:ext cx="1036320" cy="660400"/>
              </a:xfrm>
              <a:prstGeom prst="rect">
                <a:avLst/>
              </a:prstGeom>
              <a:solidFill>
                <a:schemeClr val="accent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51" name="130 0 0"/>
              <p:cNvSpPr txBox="1"/>
              <p:nvPr/>
            </p:nvSpPr>
            <p:spPr>
              <a:xfrm>
                <a:off x="45720" y="210565"/>
                <a:ext cx="944881" cy="23927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1100" b="1">
                    <a:solidFill>
                      <a:srgbClr val="FFFFFF"/>
                    </a:solidFill>
                  </a:defRPr>
                </a:lvl1pPr>
              </a:lstStyle>
              <a:p>
                <a:r>
                  <a:t>130 0 0</a:t>
                </a:r>
              </a:p>
            </p:txBody>
          </p:sp>
        </p:grpSp>
        <p:grpSp>
          <p:nvGrpSpPr>
            <p:cNvPr id="55" name="TextBox 6"/>
            <p:cNvGrpSpPr/>
            <p:nvPr/>
          </p:nvGrpSpPr>
          <p:grpSpPr>
            <a:xfrm>
              <a:off x="0" y="3764021"/>
              <a:ext cx="1036320" cy="660401"/>
              <a:chOff x="0" y="0"/>
              <a:chExt cx="1036319" cy="660400"/>
            </a:xfrm>
          </p:grpSpPr>
          <p:sp>
            <p:nvSpPr>
              <p:cNvPr id="53" name="Rectangle"/>
              <p:cNvSpPr/>
              <p:nvPr/>
            </p:nvSpPr>
            <p:spPr>
              <a:xfrm>
                <a:off x="0" y="0"/>
                <a:ext cx="1036320" cy="660400"/>
              </a:xfrm>
              <a:prstGeom prst="rect">
                <a:avLst/>
              </a:prstGeom>
              <a:solidFill>
                <a:schemeClr val="accent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54" name="244 177 131"/>
              <p:cNvSpPr txBox="1"/>
              <p:nvPr/>
            </p:nvSpPr>
            <p:spPr>
              <a:xfrm>
                <a:off x="45720" y="210565"/>
                <a:ext cx="944881" cy="23927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1100" b="1">
                    <a:solidFill>
                      <a:srgbClr val="FFFFFF"/>
                    </a:solidFill>
                  </a:defRPr>
                </a:lvl1pPr>
              </a:lstStyle>
              <a:p>
                <a:r>
                  <a:t>244 177 131</a:t>
                </a:r>
              </a:p>
            </p:txBody>
          </p:sp>
        </p:grpSp>
        <p:grpSp>
          <p:nvGrpSpPr>
            <p:cNvPr id="58" name="TextBox 7"/>
            <p:cNvGrpSpPr/>
            <p:nvPr/>
          </p:nvGrpSpPr>
          <p:grpSpPr>
            <a:xfrm>
              <a:off x="0" y="-1"/>
              <a:ext cx="1036320" cy="660401"/>
              <a:chOff x="0" y="0"/>
              <a:chExt cx="1036319" cy="660400"/>
            </a:xfrm>
          </p:grpSpPr>
          <p:sp>
            <p:nvSpPr>
              <p:cNvPr id="56" name="Rectangle"/>
              <p:cNvSpPr/>
              <p:nvPr/>
            </p:nvSpPr>
            <p:spPr>
              <a:xfrm>
                <a:off x="0" y="0"/>
                <a:ext cx="1036320" cy="660400"/>
              </a:xfrm>
              <a:prstGeom prst="rect">
                <a:avLst/>
              </a:prstGeom>
              <a:solidFill>
                <a:schemeClr val="accent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57" name="0 102 102"/>
              <p:cNvSpPr txBox="1"/>
              <p:nvPr/>
            </p:nvSpPr>
            <p:spPr>
              <a:xfrm>
                <a:off x="45720" y="210565"/>
                <a:ext cx="944881" cy="23927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1100" b="1">
                    <a:solidFill>
                      <a:srgbClr val="FFFFFF"/>
                    </a:solidFill>
                  </a:defRPr>
                </a:lvl1pPr>
              </a:lstStyle>
              <a:p>
                <a:r>
                  <a:t>0 102 102</a:t>
                </a:r>
              </a:p>
            </p:txBody>
          </p:sp>
        </p:grpSp>
        <p:grpSp>
          <p:nvGrpSpPr>
            <p:cNvPr id="61" name="TextBox 8"/>
            <p:cNvGrpSpPr/>
            <p:nvPr/>
          </p:nvGrpSpPr>
          <p:grpSpPr>
            <a:xfrm>
              <a:off x="0" y="752804"/>
              <a:ext cx="1036320" cy="660401"/>
              <a:chOff x="0" y="0"/>
              <a:chExt cx="1036319" cy="660400"/>
            </a:xfrm>
          </p:grpSpPr>
          <p:sp>
            <p:nvSpPr>
              <p:cNvPr id="59" name="Rectangle"/>
              <p:cNvSpPr/>
              <p:nvPr/>
            </p:nvSpPr>
            <p:spPr>
              <a:xfrm>
                <a:off x="0" y="0"/>
                <a:ext cx="1036320" cy="660400"/>
              </a:xfrm>
              <a:prstGeom prst="rect">
                <a:avLst/>
              </a:prstGeom>
              <a:solidFill>
                <a:srgbClr val="D7E9F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60" name="0 102 102"/>
              <p:cNvSpPr txBox="1"/>
              <p:nvPr/>
            </p:nvSpPr>
            <p:spPr>
              <a:xfrm>
                <a:off x="45720" y="210565"/>
                <a:ext cx="944881" cy="23927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1100" b="1">
                    <a:solidFill>
                      <a:srgbClr val="FFFFFF"/>
                    </a:solidFill>
                  </a:defRPr>
                </a:lvl1pPr>
              </a:lstStyle>
              <a:p>
                <a:r>
                  <a:t>0 102 102</a:t>
                </a:r>
              </a:p>
            </p:txBody>
          </p:sp>
        </p:grpSp>
      </p:grpSp>
      <p:sp>
        <p:nvSpPr>
          <p:cNvPr id="63" name="Title Text"/>
          <p:cNvSpPr txBox="1">
            <a:spLocks noGrp="1"/>
          </p:cNvSpPr>
          <p:nvPr>
            <p:ph type="title"/>
          </p:nvPr>
        </p:nvSpPr>
        <p:spPr>
          <a:xfrm>
            <a:off x="286326" y="69562"/>
            <a:ext cx="11536220" cy="94042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65" name="Picture 7" descr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78446" y="6310264"/>
            <a:ext cx="626204" cy="446895"/>
          </a:xfrm>
          <a:prstGeom prst="rect">
            <a:avLst/>
          </a:prstGeom>
          <a:ln w="12700">
            <a:miter lim="400000"/>
          </a:ln>
        </p:spPr>
      </p:pic>
      <p:sp>
        <p:nvSpPr>
          <p:cNvPr id="66" name="TextBox 1"/>
          <p:cNvSpPr txBox="1"/>
          <p:nvPr/>
        </p:nvSpPr>
        <p:spPr>
          <a:xfrm>
            <a:off x="61359" y="6587301"/>
            <a:ext cx="796050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900">
                <a:solidFill>
                  <a:srgbClr val="50626A"/>
                </a:solidFill>
                <a:latin typeface="Montserrat Regular"/>
                <a:ea typeface="Montserrat Regular"/>
                <a:cs typeface="Montserrat Regular"/>
                <a:sym typeface="Montserrat Regular"/>
              </a:defRPr>
            </a:lvl1pPr>
          </a:lstStyle>
          <a:p>
            <a:r>
              <a:t>Confidential</a:t>
            </a:r>
          </a:p>
        </p:txBody>
      </p:sp>
      <p:grpSp>
        <p:nvGrpSpPr>
          <p:cNvPr id="69" name="Group"/>
          <p:cNvGrpSpPr/>
          <p:nvPr/>
        </p:nvGrpSpPr>
        <p:grpSpPr>
          <a:xfrm>
            <a:off x="-34975" y="877701"/>
            <a:ext cx="11733734" cy="138634"/>
            <a:chOff x="0" y="0"/>
            <a:chExt cx="11733733" cy="138633"/>
          </a:xfrm>
        </p:grpSpPr>
        <p:sp>
          <p:nvSpPr>
            <p:cNvPr id="67" name="Rectangle"/>
            <p:cNvSpPr/>
            <p:nvPr/>
          </p:nvSpPr>
          <p:spPr>
            <a:xfrm>
              <a:off x="0" y="48555"/>
              <a:ext cx="11678047" cy="41524"/>
            </a:xfrm>
            <a:prstGeom prst="rect">
              <a:avLst/>
            </a:prstGeom>
            <a:gradFill flip="none" rotWithShape="1">
              <a:gsLst>
                <a:gs pos="0">
                  <a:srgbClr val="3A839A"/>
                </a:gs>
                <a:gs pos="100000">
                  <a:srgbClr val="E2AE43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68" name="Circle"/>
            <p:cNvSpPr/>
            <p:nvPr/>
          </p:nvSpPr>
          <p:spPr>
            <a:xfrm>
              <a:off x="11595100" y="0"/>
              <a:ext cx="138634" cy="138634"/>
            </a:xfrm>
            <a:prstGeom prst="ellipse">
              <a:avLst/>
            </a:prstGeom>
            <a:solidFill>
              <a:srgbClr val="E2AE4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625226033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Nab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>
            <a:extLst>
              <a:ext uri="{FF2B5EF4-FFF2-40B4-BE49-F238E27FC236}">
                <a16:creationId xmlns:a16="http://schemas.microsoft.com/office/drawing/2014/main" id="{C6C9C98D-378E-0B5D-E771-1E95F147F947}"/>
              </a:ext>
            </a:extLst>
          </p:cNvPr>
          <p:cNvSpPr/>
          <p:nvPr/>
        </p:nvSpPr>
        <p:spPr>
          <a:xfrm>
            <a:off x="-19877" y="-9938"/>
            <a:ext cx="8726556" cy="6917635"/>
          </a:xfrm>
          <a:custGeom>
            <a:avLst/>
            <a:gdLst>
              <a:gd name="connsiteX0" fmla="*/ 0 w 4244008"/>
              <a:gd name="connsiteY0" fmla="*/ 6858000 h 6858000"/>
              <a:gd name="connsiteX1" fmla="*/ 0 w 4244008"/>
              <a:gd name="connsiteY1" fmla="*/ 0 h 6858000"/>
              <a:gd name="connsiteX2" fmla="*/ 4244008 w 4244008"/>
              <a:gd name="connsiteY2" fmla="*/ 6858000 h 6858000"/>
              <a:gd name="connsiteX3" fmla="*/ 0 w 4244008"/>
              <a:gd name="connsiteY3" fmla="*/ 6858000 h 6858000"/>
              <a:gd name="connsiteX0" fmla="*/ 1 w 4244009"/>
              <a:gd name="connsiteY0" fmla="*/ 6858000 h 6858000"/>
              <a:gd name="connsiteX1" fmla="*/ 0 w 4244009"/>
              <a:gd name="connsiteY1" fmla="*/ 1023730 h 6858000"/>
              <a:gd name="connsiteX2" fmla="*/ 1 w 4244009"/>
              <a:gd name="connsiteY2" fmla="*/ 0 h 6858000"/>
              <a:gd name="connsiteX3" fmla="*/ 4244009 w 4244009"/>
              <a:gd name="connsiteY3" fmla="*/ 6858000 h 6858000"/>
              <a:gd name="connsiteX4" fmla="*/ 1 w 4244009"/>
              <a:gd name="connsiteY4" fmla="*/ 6858000 h 6858000"/>
              <a:gd name="connsiteX0" fmla="*/ 655983 w 4899991"/>
              <a:gd name="connsiteY0" fmla="*/ 6912905 h 6912905"/>
              <a:gd name="connsiteX1" fmla="*/ 0 w 4899991"/>
              <a:gd name="connsiteY1" fmla="*/ 104600 h 6912905"/>
              <a:gd name="connsiteX2" fmla="*/ 655983 w 4899991"/>
              <a:gd name="connsiteY2" fmla="*/ 54905 h 6912905"/>
              <a:gd name="connsiteX3" fmla="*/ 4899991 w 4899991"/>
              <a:gd name="connsiteY3" fmla="*/ 6912905 h 6912905"/>
              <a:gd name="connsiteX4" fmla="*/ 655983 w 4899991"/>
              <a:gd name="connsiteY4" fmla="*/ 6912905 h 6912905"/>
              <a:gd name="connsiteX0" fmla="*/ 19878 w 4899991"/>
              <a:gd name="connsiteY0" fmla="*/ 6922844 h 6922844"/>
              <a:gd name="connsiteX1" fmla="*/ 0 w 4899991"/>
              <a:gd name="connsiteY1" fmla="*/ 104600 h 6922844"/>
              <a:gd name="connsiteX2" fmla="*/ 655983 w 4899991"/>
              <a:gd name="connsiteY2" fmla="*/ 54905 h 6922844"/>
              <a:gd name="connsiteX3" fmla="*/ 4899991 w 4899991"/>
              <a:gd name="connsiteY3" fmla="*/ 6912905 h 6922844"/>
              <a:gd name="connsiteX4" fmla="*/ 19878 w 4899991"/>
              <a:gd name="connsiteY4" fmla="*/ 6922844 h 6922844"/>
              <a:gd name="connsiteX0" fmla="*/ 19878 w 4899991"/>
              <a:gd name="connsiteY0" fmla="*/ 6983106 h 6983106"/>
              <a:gd name="connsiteX1" fmla="*/ 0 w 4899991"/>
              <a:gd name="connsiteY1" fmla="*/ 164862 h 6983106"/>
              <a:gd name="connsiteX2" fmla="*/ 655983 w 4899991"/>
              <a:gd name="connsiteY2" fmla="*/ 115167 h 6983106"/>
              <a:gd name="connsiteX3" fmla="*/ 4899991 w 4899991"/>
              <a:gd name="connsiteY3" fmla="*/ 6973167 h 6983106"/>
              <a:gd name="connsiteX4" fmla="*/ 19878 w 4899991"/>
              <a:gd name="connsiteY4" fmla="*/ 6983106 h 6983106"/>
              <a:gd name="connsiteX0" fmla="*/ 19878 w 4899991"/>
              <a:gd name="connsiteY0" fmla="*/ 6867939 h 6867939"/>
              <a:gd name="connsiteX1" fmla="*/ 0 w 4899991"/>
              <a:gd name="connsiteY1" fmla="*/ 49695 h 6867939"/>
              <a:gd name="connsiteX2" fmla="*/ 655983 w 4899991"/>
              <a:gd name="connsiteY2" fmla="*/ 0 h 6867939"/>
              <a:gd name="connsiteX3" fmla="*/ 4899991 w 4899991"/>
              <a:gd name="connsiteY3" fmla="*/ 6858000 h 6867939"/>
              <a:gd name="connsiteX4" fmla="*/ 19878 w 4899991"/>
              <a:gd name="connsiteY4" fmla="*/ 6867939 h 6867939"/>
              <a:gd name="connsiteX0" fmla="*/ 29817 w 4909930"/>
              <a:gd name="connsiteY0" fmla="*/ 6877879 h 6877879"/>
              <a:gd name="connsiteX1" fmla="*/ 0 w 4909930"/>
              <a:gd name="connsiteY1" fmla="*/ 0 h 6877879"/>
              <a:gd name="connsiteX2" fmla="*/ 665922 w 4909930"/>
              <a:gd name="connsiteY2" fmla="*/ 9940 h 6877879"/>
              <a:gd name="connsiteX3" fmla="*/ 4909930 w 4909930"/>
              <a:gd name="connsiteY3" fmla="*/ 6867940 h 6877879"/>
              <a:gd name="connsiteX4" fmla="*/ 29817 w 4909930"/>
              <a:gd name="connsiteY4" fmla="*/ 6877879 h 6877879"/>
              <a:gd name="connsiteX0" fmla="*/ 29817 w 4909930"/>
              <a:gd name="connsiteY0" fmla="*/ 6877879 h 6877879"/>
              <a:gd name="connsiteX1" fmla="*/ 0 w 4909930"/>
              <a:gd name="connsiteY1" fmla="*/ 0 h 6877879"/>
              <a:gd name="connsiteX2" fmla="*/ 665922 w 4909930"/>
              <a:gd name="connsiteY2" fmla="*/ 9940 h 6877879"/>
              <a:gd name="connsiteX3" fmla="*/ 4909930 w 4909930"/>
              <a:gd name="connsiteY3" fmla="*/ 6867940 h 6877879"/>
              <a:gd name="connsiteX4" fmla="*/ 29817 w 4909930"/>
              <a:gd name="connsiteY4" fmla="*/ 6877879 h 6877879"/>
              <a:gd name="connsiteX0" fmla="*/ 29817 w 4909930"/>
              <a:gd name="connsiteY0" fmla="*/ 6877879 h 6877879"/>
              <a:gd name="connsiteX1" fmla="*/ 0 w 4909930"/>
              <a:gd name="connsiteY1" fmla="*/ 0 h 6877879"/>
              <a:gd name="connsiteX2" fmla="*/ 665922 w 4909930"/>
              <a:gd name="connsiteY2" fmla="*/ 9940 h 6877879"/>
              <a:gd name="connsiteX3" fmla="*/ 4909930 w 4909930"/>
              <a:gd name="connsiteY3" fmla="*/ 6867940 h 6877879"/>
              <a:gd name="connsiteX4" fmla="*/ 29817 w 4909930"/>
              <a:gd name="connsiteY4" fmla="*/ 6877879 h 6877879"/>
              <a:gd name="connsiteX0" fmla="*/ 29817 w 4909930"/>
              <a:gd name="connsiteY0" fmla="*/ 6881616 h 6881616"/>
              <a:gd name="connsiteX1" fmla="*/ 0 w 4909930"/>
              <a:gd name="connsiteY1" fmla="*/ 3737 h 6881616"/>
              <a:gd name="connsiteX2" fmla="*/ 665922 w 4909930"/>
              <a:gd name="connsiteY2" fmla="*/ 13677 h 6881616"/>
              <a:gd name="connsiteX3" fmla="*/ 4909930 w 4909930"/>
              <a:gd name="connsiteY3" fmla="*/ 6871677 h 6881616"/>
              <a:gd name="connsiteX4" fmla="*/ 29817 w 4909930"/>
              <a:gd name="connsiteY4" fmla="*/ 6881616 h 6881616"/>
              <a:gd name="connsiteX0" fmla="*/ 29817 w 4909930"/>
              <a:gd name="connsiteY0" fmla="*/ 6867939 h 6867939"/>
              <a:gd name="connsiteX1" fmla="*/ 0 w 4909930"/>
              <a:gd name="connsiteY1" fmla="*/ 9938 h 6867939"/>
              <a:gd name="connsiteX2" fmla="*/ 665922 w 4909930"/>
              <a:gd name="connsiteY2" fmla="*/ 0 h 6867939"/>
              <a:gd name="connsiteX3" fmla="*/ 4909930 w 4909930"/>
              <a:gd name="connsiteY3" fmla="*/ 6858000 h 6867939"/>
              <a:gd name="connsiteX4" fmla="*/ 29817 w 4909930"/>
              <a:gd name="connsiteY4" fmla="*/ 6867939 h 6867939"/>
              <a:gd name="connsiteX0" fmla="*/ 39756 w 4919869"/>
              <a:gd name="connsiteY0" fmla="*/ 6881616 h 6881616"/>
              <a:gd name="connsiteX1" fmla="*/ 0 w 4919869"/>
              <a:gd name="connsiteY1" fmla="*/ 3737 h 6881616"/>
              <a:gd name="connsiteX2" fmla="*/ 675861 w 4919869"/>
              <a:gd name="connsiteY2" fmla="*/ 13677 h 6881616"/>
              <a:gd name="connsiteX3" fmla="*/ 4919869 w 4919869"/>
              <a:gd name="connsiteY3" fmla="*/ 6871677 h 6881616"/>
              <a:gd name="connsiteX4" fmla="*/ 39756 w 4919869"/>
              <a:gd name="connsiteY4" fmla="*/ 6881616 h 6881616"/>
              <a:gd name="connsiteX0" fmla="*/ 4084982 w 8965095"/>
              <a:gd name="connsiteY0" fmla="*/ 6873159 h 6873159"/>
              <a:gd name="connsiteX1" fmla="*/ 0 w 8965095"/>
              <a:gd name="connsiteY1" fmla="*/ 5220 h 6873159"/>
              <a:gd name="connsiteX2" fmla="*/ 4721087 w 8965095"/>
              <a:gd name="connsiteY2" fmla="*/ 5220 h 6873159"/>
              <a:gd name="connsiteX3" fmla="*/ 8965095 w 8965095"/>
              <a:gd name="connsiteY3" fmla="*/ 6863220 h 6873159"/>
              <a:gd name="connsiteX4" fmla="*/ 4084982 w 8965095"/>
              <a:gd name="connsiteY4" fmla="*/ 6873159 h 6873159"/>
              <a:gd name="connsiteX0" fmla="*/ 19877 w 8965095"/>
              <a:gd name="connsiteY0" fmla="*/ 6853281 h 6863220"/>
              <a:gd name="connsiteX1" fmla="*/ 0 w 8965095"/>
              <a:gd name="connsiteY1" fmla="*/ 5220 h 6863220"/>
              <a:gd name="connsiteX2" fmla="*/ 4721087 w 8965095"/>
              <a:gd name="connsiteY2" fmla="*/ 5220 h 6863220"/>
              <a:gd name="connsiteX3" fmla="*/ 8965095 w 8965095"/>
              <a:gd name="connsiteY3" fmla="*/ 6863220 h 6863220"/>
              <a:gd name="connsiteX4" fmla="*/ 19877 w 8965095"/>
              <a:gd name="connsiteY4" fmla="*/ 6853281 h 6863220"/>
              <a:gd name="connsiteX0" fmla="*/ 0 w 8975035"/>
              <a:gd name="connsiteY0" fmla="*/ 6873159 h 6873159"/>
              <a:gd name="connsiteX1" fmla="*/ 9940 w 8975035"/>
              <a:gd name="connsiteY1" fmla="*/ 5220 h 6873159"/>
              <a:gd name="connsiteX2" fmla="*/ 4731027 w 8975035"/>
              <a:gd name="connsiteY2" fmla="*/ 5220 h 6873159"/>
              <a:gd name="connsiteX3" fmla="*/ 8975035 w 8975035"/>
              <a:gd name="connsiteY3" fmla="*/ 6863220 h 6873159"/>
              <a:gd name="connsiteX4" fmla="*/ 0 w 8975035"/>
              <a:gd name="connsiteY4" fmla="*/ 6873159 h 6873159"/>
              <a:gd name="connsiteX0" fmla="*/ 318051 w 8965095"/>
              <a:gd name="connsiteY0" fmla="*/ 6893037 h 6893037"/>
              <a:gd name="connsiteX1" fmla="*/ 0 w 8965095"/>
              <a:gd name="connsiteY1" fmla="*/ 5220 h 6893037"/>
              <a:gd name="connsiteX2" fmla="*/ 4721087 w 8965095"/>
              <a:gd name="connsiteY2" fmla="*/ 5220 h 6893037"/>
              <a:gd name="connsiteX3" fmla="*/ 8965095 w 8965095"/>
              <a:gd name="connsiteY3" fmla="*/ 6863220 h 6893037"/>
              <a:gd name="connsiteX4" fmla="*/ 318051 w 8965095"/>
              <a:gd name="connsiteY4" fmla="*/ 6893037 h 6893037"/>
              <a:gd name="connsiteX0" fmla="*/ 248477 w 8965095"/>
              <a:gd name="connsiteY0" fmla="*/ 6912916 h 6912916"/>
              <a:gd name="connsiteX1" fmla="*/ 0 w 8965095"/>
              <a:gd name="connsiteY1" fmla="*/ 5220 h 6912916"/>
              <a:gd name="connsiteX2" fmla="*/ 4721087 w 8965095"/>
              <a:gd name="connsiteY2" fmla="*/ 5220 h 6912916"/>
              <a:gd name="connsiteX3" fmla="*/ 8965095 w 8965095"/>
              <a:gd name="connsiteY3" fmla="*/ 6863220 h 6912916"/>
              <a:gd name="connsiteX4" fmla="*/ 248477 w 8965095"/>
              <a:gd name="connsiteY4" fmla="*/ 6912916 h 6912916"/>
              <a:gd name="connsiteX0" fmla="*/ 89451 w 8806069"/>
              <a:gd name="connsiteY0" fmla="*/ 6907696 h 6907696"/>
              <a:gd name="connsiteX1" fmla="*/ 0 w 8806069"/>
              <a:gd name="connsiteY1" fmla="*/ 39756 h 6907696"/>
              <a:gd name="connsiteX2" fmla="*/ 4562061 w 8806069"/>
              <a:gd name="connsiteY2" fmla="*/ 0 h 6907696"/>
              <a:gd name="connsiteX3" fmla="*/ 8806069 w 8806069"/>
              <a:gd name="connsiteY3" fmla="*/ 6858000 h 6907696"/>
              <a:gd name="connsiteX4" fmla="*/ 89451 w 8806069"/>
              <a:gd name="connsiteY4" fmla="*/ 6907696 h 6907696"/>
              <a:gd name="connsiteX0" fmla="*/ 0 w 8716618"/>
              <a:gd name="connsiteY0" fmla="*/ 6907696 h 6907696"/>
              <a:gd name="connsiteX1" fmla="*/ 1 w 8716618"/>
              <a:gd name="connsiteY1" fmla="*/ 9939 h 6907696"/>
              <a:gd name="connsiteX2" fmla="*/ 4472610 w 8716618"/>
              <a:gd name="connsiteY2" fmla="*/ 0 h 6907696"/>
              <a:gd name="connsiteX3" fmla="*/ 8716618 w 8716618"/>
              <a:gd name="connsiteY3" fmla="*/ 6858000 h 6907696"/>
              <a:gd name="connsiteX4" fmla="*/ 0 w 8716618"/>
              <a:gd name="connsiteY4" fmla="*/ 6907696 h 6907696"/>
              <a:gd name="connsiteX0" fmla="*/ 9938 w 8726556"/>
              <a:gd name="connsiteY0" fmla="*/ 6921372 h 6921372"/>
              <a:gd name="connsiteX1" fmla="*/ 0 w 8726556"/>
              <a:gd name="connsiteY1" fmla="*/ 3737 h 6921372"/>
              <a:gd name="connsiteX2" fmla="*/ 4482548 w 8726556"/>
              <a:gd name="connsiteY2" fmla="*/ 13676 h 6921372"/>
              <a:gd name="connsiteX3" fmla="*/ 8726556 w 8726556"/>
              <a:gd name="connsiteY3" fmla="*/ 6871676 h 6921372"/>
              <a:gd name="connsiteX4" fmla="*/ 9938 w 8726556"/>
              <a:gd name="connsiteY4" fmla="*/ 6921372 h 6921372"/>
              <a:gd name="connsiteX0" fmla="*/ 9938 w 8726556"/>
              <a:gd name="connsiteY0" fmla="*/ 6917635 h 6917635"/>
              <a:gd name="connsiteX1" fmla="*/ 0 w 8726556"/>
              <a:gd name="connsiteY1" fmla="*/ 0 h 6917635"/>
              <a:gd name="connsiteX2" fmla="*/ 4482548 w 8726556"/>
              <a:gd name="connsiteY2" fmla="*/ 9939 h 6917635"/>
              <a:gd name="connsiteX3" fmla="*/ 8726556 w 8726556"/>
              <a:gd name="connsiteY3" fmla="*/ 6867939 h 6917635"/>
              <a:gd name="connsiteX4" fmla="*/ 9938 w 8726556"/>
              <a:gd name="connsiteY4" fmla="*/ 6917635 h 6917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26556" h="6917635">
                <a:moveTo>
                  <a:pt x="9938" y="6917635"/>
                </a:moveTo>
                <a:cubicBezTo>
                  <a:pt x="9938" y="4972878"/>
                  <a:pt x="14908" y="3438939"/>
                  <a:pt x="0" y="0"/>
                </a:cubicBezTo>
                <a:lnTo>
                  <a:pt x="4482548" y="9939"/>
                </a:lnTo>
                <a:lnTo>
                  <a:pt x="8726556" y="6867939"/>
                </a:lnTo>
                <a:lnTo>
                  <a:pt x="9938" y="6917635"/>
                </a:lnTo>
                <a:close/>
              </a:path>
            </a:pathLst>
          </a:custGeom>
          <a:solidFill>
            <a:schemeClr val="bg1"/>
          </a:solidFill>
          <a:ln w="12700" cap="flat">
            <a:noFill/>
            <a:miter lim="400000"/>
          </a:ln>
          <a:effectLst>
            <a:outerShdw blurRad="171482" dist="89822" algn="l" rotWithShape="0">
              <a:srgbClr val="063958">
                <a:alpha val="91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algn="ctr"/>
            <a:endParaRPr lang="en-US" sz="1200" err="1">
              <a:solidFill>
                <a:srgbClr val="50626A"/>
              </a:solidFill>
              <a:latin typeface="Arial" panose="020B0604020202020204" pitchFamily="34" charset="0"/>
              <a:ea typeface="+mn-ea"/>
              <a:cs typeface="+mn-cs"/>
              <a:sym typeface="Calibr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884A716-13EB-3776-396E-6D16BE0888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9900" y="889000"/>
            <a:ext cx="3568700" cy="2324966"/>
          </a:xfrm>
          <a:prstGeom prst="rect">
            <a:avLst/>
          </a:prstGeom>
          <a:effectLst/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B9F82C-68FB-4B3D-B24C-42E74B805B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7503" y="4603632"/>
            <a:ext cx="4096512" cy="219456"/>
          </a:xfrm>
        </p:spPr>
        <p:txBody>
          <a:bodyPr lIns="91440" anchor="ctr">
            <a:noAutofit/>
          </a:bodyPr>
          <a:lstStyle>
            <a:lvl1pPr marL="0" indent="0">
              <a:buNone/>
              <a:defRPr sz="1600" b="0" i="0">
                <a:solidFill>
                  <a:schemeClr val="bg2"/>
                </a:solidFill>
                <a:effectLst/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C1E6077-226C-F089-3ECE-23E0EFE5B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503" y="3586375"/>
            <a:ext cx="5864087" cy="808138"/>
          </a:xfrm>
        </p:spPr>
        <p:txBody>
          <a:bodyPr lIns="91440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36119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bs 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1665B39-5A65-20DC-416D-D7106520AEB9}"/>
              </a:ext>
            </a:extLst>
          </p:cNvPr>
          <p:cNvSpPr/>
          <p:nvPr/>
        </p:nvSpPr>
        <p:spPr>
          <a:xfrm>
            <a:off x="0" y="1669775"/>
            <a:ext cx="12192000" cy="3766930"/>
          </a:xfrm>
          <a:prstGeom prst="rect">
            <a:avLst/>
          </a:prstGeom>
          <a:solidFill>
            <a:schemeClr val="bg1">
              <a:alpha val="87619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6" name="Right Triangle 1">
            <a:extLst>
              <a:ext uri="{FF2B5EF4-FFF2-40B4-BE49-F238E27FC236}">
                <a16:creationId xmlns:a16="http://schemas.microsoft.com/office/drawing/2014/main" id="{6181DB09-2547-7198-4AA8-746B7585D9AD}"/>
              </a:ext>
            </a:extLst>
          </p:cNvPr>
          <p:cNvSpPr/>
          <p:nvPr/>
        </p:nvSpPr>
        <p:spPr>
          <a:xfrm>
            <a:off x="-16909" y="-9111"/>
            <a:ext cx="5615608" cy="6906870"/>
          </a:xfrm>
          <a:custGeom>
            <a:avLst/>
            <a:gdLst>
              <a:gd name="connsiteX0" fmla="*/ 0 w 4244008"/>
              <a:gd name="connsiteY0" fmla="*/ 6858000 h 6858000"/>
              <a:gd name="connsiteX1" fmla="*/ 0 w 4244008"/>
              <a:gd name="connsiteY1" fmla="*/ 0 h 6858000"/>
              <a:gd name="connsiteX2" fmla="*/ 4244008 w 4244008"/>
              <a:gd name="connsiteY2" fmla="*/ 6858000 h 6858000"/>
              <a:gd name="connsiteX3" fmla="*/ 0 w 4244008"/>
              <a:gd name="connsiteY3" fmla="*/ 6858000 h 6858000"/>
              <a:gd name="connsiteX0" fmla="*/ 1 w 4244009"/>
              <a:gd name="connsiteY0" fmla="*/ 6858000 h 6858000"/>
              <a:gd name="connsiteX1" fmla="*/ 0 w 4244009"/>
              <a:gd name="connsiteY1" fmla="*/ 1023730 h 6858000"/>
              <a:gd name="connsiteX2" fmla="*/ 1 w 4244009"/>
              <a:gd name="connsiteY2" fmla="*/ 0 h 6858000"/>
              <a:gd name="connsiteX3" fmla="*/ 4244009 w 4244009"/>
              <a:gd name="connsiteY3" fmla="*/ 6858000 h 6858000"/>
              <a:gd name="connsiteX4" fmla="*/ 1 w 4244009"/>
              <a:gd name="connsiteY4" fmla="*/ 6858000 h 6858000"/>
              <a:gd name="connsiteX0" fmla="*/ 655983 w 4899991"/>
              <a:gd name="connsiteY0" fmla="*/ 6912905 h 6912905"/>
              <a:gd name="connsiteX1" fmla="*/ 0 w 4899991"/>
              <a:gd name="connsiteY1" fmla="*/ 104600 h 6912905"/>
              <a:gd name="connsiteX2" fmla="*/ 655983 w 4899991"/>
              <a:gd name="connsiteY2" fmla="*/ 54905 h 6912905"/>
              <a:gd name="connsiteX3" fmla="*/ 4899991 w 4899991"/>
              <a:gd name="connsiteY3" fmla="*/ 6912905 h 6912905"/>
              <a:gd name="connsiteX4" fmla="*/ 655983 w 4899991"/>
              <a:gd name="connsiteY4" fmla="*/ 6912905 h 6912905"/>
              <a:gd name="connsiteX0" fmla="*/ 19878 w 4899991"/>
              <a:gd name="connsiteY0" fmla="*/ 6922844 h 6922844"/>
              <a:gd name="connsiteX1" fmla="*/ 0 w 4899991"/>
              <a:gd name="connsiteY1" fmla="*/ 104600 h 6922844"/>
              <a:gd name="connsiteX2" fmla="*/ 655983 w 4899991"/>
              <a:gd name="connsiteY2" fmla="*/ 54905 h 6922844"/>
              <a:gd name="connsiteX3" fmla="*/ 4899991 w 4899991"/>
              <a:gd name="connsiteY3" fmla="*/ 6912905 h 6922844"/>
              <a:gd name="connsiteX4" fmla="*/ 19878 w 4899991"/>
              <a:gd name="connsiteY4" fmla="*/ 6922844 h 6922844"/>
              <a:gd name="connsiteX0" fmla="*/ 19878 w 4899991"/>
              <a:gd name="connsiteY0" fmla="*/ 6983106 h 6983106"/>
              <a:gd name="connsiteX1" fmla="*/ 0 w 4899991"/>
              <a:gd name="connsiteY1" fmla="*/ 164862 h 6983106"/>
              <a:gd name="connsiteX2" fmla="*/ 655983 w 4899991"/>
              <a:gd name="connsiteY2" fmla="*/ 115167 h 6983106"/>
              <a:gd name="connsiteX3" fmla="*/ 4899991 w 4899991"/>
              <a:gd name="connsiteY3" fmla="*/ 6973167 h 6983106"/>
              <a:gd name="connsiteX4" fmla="*/ 19878 w 4899991"/>
              <a:gd name="connsiteY4" fmla="*/ 6983106 h 6983106"/>
              <a:gd name="connsiteX0" fmla="*/ 19878 w 4899991"/>
              <a:gd name="connsiteY0" fmla="*/ 6867939 h 6867939"/>
              <a:gd name="connsiteX1" fmla="*/ 0 w 4899991"/>
              <a:gd name="connsiteY1" fmla="*/ 49695 h 6867939"/>
              <a:gd name="connsiteX2" fmla="*/ 655983 w 4899991"/>
              <a:gd name="connsiteY2" fmla="*/ 0 h 6867939"/>
              <a:gd name="connsiteX3" fmla="*/ 4899991 w 4899991"/>
              <a:gd name="connsiteY3" fmla="*/ 6858000 h 6867939"/>
              <a:gd name="connsiteX4" fmla="*/ 19878 w 4899991"/>
              <a:gd name="connsiteY4" fmla="*/ 6867939 h 6867939"/>
              <a:gd name="connsiteX0" fmla="*/ 29817 w 4909930"/>
              <a:gd name="connsiteY0" fmla="*/ 6877879 h 6877879"/>
              <a:gd name="connsiteX1" fmla="*/ 0 w 4909930"/>
              <a:gd name="connsiteY1" fmla="*/ 0 h 6877879"/>
              <a:gd name="connsiteX2" fmla="*/ 665922 w 4909930"/>
              <a:gd name="connsiteY2" fmla="*/ 9940 h 6877879"/>
              <a:gd name="connsiteX3" fmla="*/ 4909930 w 4909930"/>
              <a:gd name="connsiteY3" fmla="*/ 6867940 h 6877879"/>
              <a:gd name="connsiteX4" fmla="*/ 29817 w 4909930"/>
              <a:gd name="connsiteY4" fmla="*/ 6877879 h 6877879"/>
              <a:gd name="connsiteX0" fmla="*/ 29817 w 4909930"/>
              <a:gd name="connsiteY0" fmla="*/ 6877879 h 6877879"/>
              <a:gd name="connsiteX1" fmla="*/ 0 w 4909930"/>
              <a:gd name="connsiteY1" fmla="*/ 0 h 6877879"/>
              <a:gd name="connsiteX2" fmla="*/ 665922 w 4909930"/>
              <a:gd name="connsiteY2" fmla="*/ 9940 h 6877879"/>
              <a:gd name="connsiteX3" fmla="*/ 4909930 w 4909930"/>
              <a:gd name="connsiteY3" fmla="*/ 6867940 h 6877879"/>
              <a:gd name="connsiteX4" fmla="*/ 29817 w 4909930"/>
              <a:gd name="connsiteY4" fmla="*/ 6877879 h 6877879"/>
              <a:gd name="connsiteX0" fmla="*/ 29817 w 4909930"/>
              <a:gd name="connsiteY0" fmla="*/ 6877879 h 6877879"/>
              <a:gd name="connsiteX1" fmla="*/ 0 w 4909930"/>
              <a:gd name="connsiteY1" fmla="*/ 0 h 6877879"/>
              <a:gd name="connsiteX2" fmla="*/ 665922 w 4909930"/>
              <a:gd name="connsiteY2" fmla="*/ 9940 h 6877879"/>
              <a:gd name="connsiteX3" fmla="*/ 4909930 w 4909930"/>
              <a:gd name="connsiteY3" fmla="*/ 6867940 h 6877879"/>
              <a:gd name="connsiteX4" fmla="*/ 29817 w 4909930"/>
              <a:gd name="connsiteY4" fmla="*/ 6877879 h 6877879"/>
              <a:gd name="connsiteX0" fmla="*/ 29817 w 4909930"/>
              <a:gd name="connsiteY0" fmla="*/ 6881616 h 6881616"/>
              <a:gd name="connsiteX1" fmla="*/ 0 w 4909930"/>
              <a:gd name="connsiteY1" fmla="*/ 3737 h 6881616"/>
              <a:gd name="connsiteX2" fmla="*/ 665922 w 4909930"/>
              <a:gd name="connsiteY2" fmla="*/ 13677 h 6881616"/>
              <a:gd name="connsiteX3" fmla="*/ 4909930 w 4909930"/>
              <a:gd name="connsiteY3" fmla="*/ 6871677 h 6881616"/>
              <a:gd name="connsiteX4" fmla="*/ 29817 w 4909930"/>
              <a:gd name="connsiteY4" fmla="*/ 6881616 h 6881616"/>
              <a:gd name="connsiteX0" fmla="*/ 29817 w 4909930"/>
              <a:gd name="connsiteY0" fmla="*/ 6867939 h 6867939"/>
              <a:gd name="connsiteX1" fmla="*/ 0 w 4909930"/>
              <a:gd name="connsiteY1" fmla="*/ 9938 h 6867939"/>
              <a:gd name="connsiteX2" fmla="*/ 665922 w 4909930"/>
              <a:gd name="connsiteY2" fmla="*/ 0 h 6867939"/>
              <a:gd name="connsiteX3" fmla="*/ 4909930 w 4909930"/>
              <a:gd name="connsiteY3" fmla="*/ 6858000 h 6867939"/>
              <a:gd name="connsiteX4" fmla="*/ 29817 w 4909930"/>
              <a:gd name="connsiteY4" fmla="*/ 6867939 h 6867939"/>
              <a:gd name="connsiteX0" fmla="*/ 39756 w 4919869"/>
              <a:gd name="connsiteY0" fmla="*/ 6881616 h 6881616"/>
              <a:gd name="connsiteX1" fmla="*/ 0 w 4919869"/>
              <a:gd name="connsiteY1" fmla="*/ 3737 h 6881616"/>
              <a:gd name="connsiteX2" fmla="*/ 675861 w 4919869"/>
              <a:gd name="connsiteY2" fmla="*/ 13677 h 6881616"/>
              <a:gd name="connsiteX3" fmla="*/ 4919869 w 4919869"/>
              <a:gd name="connsiteY3" fmla="*/ 6871677 h 6881616"/>
              <a:gd name="connsiteX4" fmla="*/ 39756 w 4919869"/>
              <a:gd name="connsiteY4" fmla="*/ 6881616 h 6881616"/>
              <a:gd name="connsiteX0" fmla="*/ 4084982 w 8965095"/>
              <a:gd name="connsiteY0" fmla="*/ 6873159 h 6873159"/>
              <a:gd name="connsiteX1" fmla="*/ 0 w 8965095"/>
              <a:gd name="connsiteY1" fmla="*/ 5220 h 6873159"/>
              <a:gd name="connsiteX2" fmla="*/ 4721087 w 8965095"/>
              <a:gd name="connsiteY2" fmla="*/ 5220 h 6873159"/>
              <a:gd name="connsiteX3" fmla="*/ 8965095 w 8965095"/>
              <a:gd name="connsiteY3" fmla="*/ 6863220 h 6873159"/>
              <a:gd name="connsiteX4" fmla="*/ 4084982 w 8965095"/>
              <a:gd name="connsiteY4" fmla="*/ 6873159 h 6873159"/>
              <a:gd name="connsiteX0" fmla="*/ 19877 w 8965095"/>
              <a:gd name="connsiteY0" fmla="*/ 6853281 h 6863220"/>
              <a:gd name="connsiteX1" fmla="*/ 0 w 8965095"/>
              <a:gd name="connsiteY1" fmla="*/ 5220 h 6863220"/>
              <a:gd name="connsiteX2" fmla="*/ 4721087 w 8965095"/>
              <a:gd name="connsiteY2" fmla="*/ 5220 h 6863220"/>
              <a:gd name="connsiteX3" fmla="*/ 8965095 w 8965095"/>
              <a:gd name="connsiteY3" fmla="*/ 6863220 h 6863220"/>
              <a:gd name="connsiteX4" fmla="*/ 19877 w 8965095"/>
              <a:gd name="connsiteY4" fmla="*/ 6853281 h 6863220"/>
              <a:gd name="connsiteX0" fmla="*/ 0 w 8975035"/>
              <a:gd name="connsiteY0" fmla="*/ 6873159 h 6873159"/>
              <a:gd name="connsiteX1" fmla="*/ 9940 w 8975035"/>
              <a:gd name="connsiteY1" fmla="*/ 5220 h 6873159"/>
              <a:gd name="connsiteX2" fmla="*/ 4731027 w 8975035"/>
              <a:gd name="connsiteY2" fmla="*/ 5220 h 6873159"/>
              <a:gd name="connsiteX3" fmla="*/ 8975035 w 8975035"/>
              <a:gd name="connsiteY3" fmla="*/ 6863220 h 6873159"/>
              <a:gd name="connsiteX4" fmla="*/ 0 w 8975035"/>
              <a:gd name="connsiteY4" fmla="*/ 6873159 h 6873159"/>
              <a:gd name="connsiteX0" fmla="*/ 318051 w 8965095"/>
              <a:gd name="connsiteY0" fmla="*/ 6893037 h 6893037"/>
              <a:gd name="connsiteX1" fmla="*/ 0 w 8965095"/>
              <a:gd name="connsiteY1" fmla="*/ 5220 h 6893037"/>
              <a:gd name="connsiteX2" fmla="*/ 4721087 w 8965095"/>
              <a:gd name="connsiteY2" fmla="*/ 5220 h 6893037"/>
              <a:gd name="connsiteX3" fmla="*/ 8965095 w 8965095"/>
              <a:gd name="connsiteY3" fmla="*/ 6863220 h 6893037"/>
              <a:gd name="connsiteX4" fmla="*/ 318051 w 8965095"/>
              <a:gd name="connsiteY4" fmla="*/ 6893037 h 6893037"/>
              <a:gd name="connsiteX0" fmla="*/ 248477 w 8965095"/>
              <a:gd name="connsiteY0" fmla="*/ 6912916 h 6912916"/>
              <a:gd name="connsiteX1" fmla="*/ 0 w 8965095"/>
              <a:gd name="connsiteY1" fmla="*/ 5220 h 6912916"/>
              <a:gd name="connsiteX2" fmla="*/ 4721087 w 8965095"/>
              <a:gd name="connsiteY2" fmla="*/ 5220 h 6912916"/>
              <a:gd name="connsiteX3" fmla="*/ 8965095 w 8965095"/>
              <a:gd name="connsiteY3" fmla="*/ 6863220 h 6912916"/>
              <a:gd name="connsiteX4" fmla="*/ 248477 w 8965095"/>
              <a:gd name="connsiteY4" fmla="*/ 6912916 h 6912916"/>
              <a:gd name="connsiteX0" fmla="*/ 89451 w 8806069"/>
              <a:gd name="connsiteY0" fmla="*/ 6907696 h 6907696"/>
              <a:gd name="connsiteX1" fmla="*/ 0 w 8806069"/>
              <a:gd name="connsiteY1" fmla="*/ 39756 h 6907696"/>
              <a:gd name="connsiteX2" fmla="*/ 4562061 w 8806069"/>
              <a:gd name="connsiteY2" fmla="*/ 0 h 6907696"/>
              <a:gd name="connsiteX3" fmla="*/ 8806069 w 8806069"/>
              <a:gd name="connsiteY3" fmla="*/ 6858000 h 6907696"/>
              <a:gd name="connsiteX4" fmla="*/ 89451 w 8806069"/>
              <a:gd name="connsiteY4" fmla="*/ 6907696 h 6907696"/>
              <a:gd name="connsiteX0" fmla="*/ 0 w 8716618"/>
              <a:gd name="connsiteY0" fmla="*/ 6907696 h 6907696"/>
              <a:gd name="connsiteX1" fmla="*/ 1 w 8716618"/>
              <a:gd name="connsiteY1" fmla="*/ 9939 h 6907696"/>
              <a:gd name="connsiteX2" fmla="*/ 4472610 w 8716618"/>
              <a:gd name="connsiteY2" fmla="*/ 0 h 6907696"/>
              <a:gd name="connsiteX3" fmla="*/ 8716618 w 8716618"/>
              <a:gd name="connsiteY3" fmla="*/ 6858000 h 6907696"/>
              <a:gd name="connsiteX4" fmla="*/ 0 w 8716618"/>
              <a:gd name="connsiteY4" fmla="*/ 6907696 h 6907696"/>
              <a:gd name="connsiteX0" fmla="*/ 9938 w 8726556"/>
              <a:gd name="connsiteY0" fmla="*/ 6921372 h 6921372"/>
              <a:gd name="connsiteX1" fmla="*/ 0 w 8726556"/>
              <a:gd name="connsiteY1" fmla="*/ 3737 h 6921372"/>
              <a:gd name="connsiteX2" fmla="*/ 4482548 w 8726556"/>
              <a:gd name="connsiteY2" fmla="*/ 13676 h 6921372"/>
              <a:gd name="connsiteX3" fmla="*/ 8726556 w 8726556"/>
              <a:gd name="connsiteY3" fmla="*/ 6871676 h 6921372"/>
              <a:gd name="connsiteX4" fmla="*/ 9938 w 8726556"/>
              <a:gd name="connsiteY4" fmla="*/ 6921372 h 6921372"/>
              <a:gd name="connsiteX0" fmla="*/ 9938 w 8726556"/>
              <a:gd name="connsiteY0" fmla="*/ 6917635 h 6917635"/>
              <a:gd name="connsiteX1" fmla="*/ 0 w 8726556"/>
              <a:gd name="connsiteY1" fmla="*/ 0 h 6917635"/>
              <a:gd name="connsiteX2" fmla="*/ 4482548 w 8726556"/>
              <a:gd name="connsiteY2" fmla="*/ 9939 h 6917635"/>
              <a:gd name="connsiteX3" fmla="*/ 8726556 w 8726556"/>
              <a:gd name="connsiteY3" fmla="*/ 6867939 h 6917635"/>
              <a:gd name="connsiteX4" fmla="*/ 9938 w 8726556"/>
              <a:gd name="connsiteY4" fmla="*/ 6917635 h 6917635"/>
              <a:gd name="connsiteX0" fmla="*/ 0 w 8716618"/>
              <a:gd name="connsiteY0" fmla="*/ 6907696 h 6907696"/>
              <a:gd name="connsiteX1" fmla="*/ 1470992 w 8716618"/>
              <a:gd name="connsiteY1" fmla="*/ 168965 h 6907696"/>
              <a:gd name="connsiteX2" fmla="*/ 4472610 w 8716618"/>
              <a:gd name="connsiteY2" fmla="*/ 0 h 6907696"/>
              <a:gd name="connsiteX3" fmla="*/ 8716618 w 8716618"/>
              <a:gd name="connsiteY3" fmla="*/ 6858000 h 6907696"/>
              <a:gd name="connsiteX4" fmla="*/ 0 w 8716618"/>
              <a:gd name="connsiteY4" fmla="*/ 6907696 h 6907696"/>
              <a:gd name="connsiteX0" fmla="*/ 0 w 8716618"/>
              <a:gd name="connsiteY0" fmla="*/ 6907696 h 6907696"/>
              <a:gd name="connsiteX1" fmla="*/ 3110949 w 8716618"/>
              <a:gd name="connsiteY1" fmla="*/ 9939 h 6907696"/>
              <a:gd name="connsiteX2" fmla="*/ 4472610 w 8716618"/>
              <a:gd name="connsiteY2" fmla="*/ 0 h 6907696"/>
              <a:gd name="connsiteX3" fmla="*/ 8716618 w 8716618"/>
              <a:gd name="connsiteY3" fmla="*/ 6858000 h 6907696"/>
              <a:gd name="connsiteX4" fmla="*/ 0 w 8716618"/>
              <a:gd name="connsiteY4" fmla="*/ 6907696 h 6907696"/>
              <a:gd name="connsiteX0" fmla="*/ 0 w 5724940"/>
              <a:gd name="connsiteY0" fmla="*/ 6907696 h 6907696"/>
              <a:gd name="connsiteX1" fmla="*/ 119271 w 5724940"/>
              <a:gd name="connsiteY1" fmla="*/ 9939 h 6907696"/>
              <a:gd name="connsiteX2" fmla="*/ 1480932 w 5724940"/>
              <a:gd name="connsiteY2" fmla="*/ 0 h 6907696"/>
              <a:gd name="connsiteX3" fmla="*/ 5724940 w 5724940"/>
              <a:gd name="connsiteY3" fmla="*/ 6858000 h 6907696"/>
              <a:gd name="connsiteX4" fmla="*/ 0 w 5724940"/>
              <a:gd name="connsiteY4" fmla="*/ 6907696 h 6907696"/>
              <a:gd name="connsiteX0" fmla="*/ 29816 w 5605669"/>
              <a:gd name="connsiteY0" fmla="*/ 6907696 h 6907696"/>
              <a:gd name="connsiteX1" fmla="*/ 0 w 5605669"/>
              <a:gd name="connsiteY1" fmla="*/ 9939 h 6907696"/>
              <a:gd name="connsiteX2" fmla="*/ 1361661 w 5605669"/>
              <a:gd name="connsiteY2" fmla="*/ 0 h 6907696"/>
              <a:gd name="connsiteX3" fmla="*/ 5605669 w 5605669"/>
              <a:gd name="connsiteY3" fmla="*/ 6858000 h 6907696"/>
              <a:gd name="connsiteX4" fmla="*/ 29816 w 5605669"/>
              <a:gd name="connsiteY4" fmla="*/ 6907696 h 6907696"/>
              <a:gd name="connsiteX0" fmla="*/ 69573 w 5605669"/>
              <a:gd name="connsiteY0" fmla="*/ 6937513 h 6937513"/>
              <a:gd name="connsiteX1" fmla="*/ 0 w 5605669"/>
              <a:gd name="connsiteY1" fmla="*/ 9939 h 6937513"/>
              <a:gd name="connsiteX2" fmla="*/ 1361661 w 5605669"/>
              <a:gd name="connsiteY2" fmla="*/ 0 h 6937513"/>
              <a:gd name="connsiteX3" fmla="*/ 5605669 w 5605669"/>
              <a:gd name="connsiteY3" fmla="*/ 6858000 h 6937513"/>
              <a:gd name="connsiteX4" fmla="*/ 69573 w 5605669"/>
              <a:gd name="connsiteY4" fmla="*/ 6937513 h 6937513"/>
              <a:gd name="connsiteX0" fmla="*/ 0 w 5605670"/>
              <a:gd name="connsiteY0" fmla="*/ 6897757 h 6897757"/>
              <a:gd name="connsiteX1" fmla="*/ 1 w 5605670"/>
              <a:gd name="connsiteY1" fmla="*/ 9939 h 6897757"/>
              <a:gd name="connsiteX2" fmla="*/ 1361662 w 5605670"/>
              <a:gd name="connsiteY2" fmla="*/ 0 h 6897757"/>
              <a:gd name="connsiteX3" fmla="*/ 5605670 w 5605670"/>
              <a:gd name="connsiteY3" fmla="*/ 6858000 h 6897757"/>
              <a:gd name="connsiteX4" fmla="*/ 0 w 5605670"/>
              <a:gd name="connsiteY4" fmla="*/ 6897757 h 6897757"/>
              <a:gd name="connsiteX0" fmla="*/ 9938 w 5615608"/>
              <a:gd name="connsiteY0" fmla="*/ 6897757 h 6897757"/>
              <a:gd name="connsiteX1" fmla="*/ 0 w 5615608"/>
              <a:gd name="connsiteY1" fmla="*/ 9939 h 6897757"/>
              <a:gd name="connsiteX2" fmla="*/ 1371600 w 5615608"/>
              <a:gd name="connsiteY2" fmla="*/ 0 h 6897757"/>
              <a:gd name="connsiteX3" fmla="*/ 5615608 w 5615608"/>
              <a:gd name="connsiteY3" fmla="*/ 6858000 h 6897757"/>
              <a:gd name="connsiteX4" fmla="*/ 9938 w 5615608"/>
              <a:gd name="connsiteY4" fmla="*/ 6897757 h 6897757"/>
              <a:gd name="connsiteX0" fmla="*/ 9938 w 5615608"/>
              <a:gd name="connsiteY0" fmla="*/ 6906868 h 6906868"/>
              <a:gd name="connsiteX1" fmla="*/ 0 w 5615608"/>
              <a:gd name="connsiteY1" fmla="*/ 0 h 6906868"/>
              <a:gd name="connsiteX2" fmla="*/ 1371600 w 5615608"/>
              <a:gd name="connsiteY2" fmla="*/ 9111 h 6906868"/>
              <a:gd name="connsiteX3" fmla="*/ 5615608 w 5615608"/>
              <a:gd name="connsiteY3" fmla="*/ 6867111 h 6906868"/>
              <a:gd name="connsiteX4" fmla="*/ 9938 w 5615608"/>
              <a:gd name="connsiteY4" fmla="*/ 6906868 h 6906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15608" h="6906868">
                <a:moveTo>
                  <a:pt x="9938" y="6906868"/>
                </a:moveTo>
                <a:cubicBezTo>
                  <a:pt x="9938" y="4962111"/>
                  <a:pt x="14908" y="3438939"/>
                  <a:pt x="0" y="0"/>
                </a:cubicBezTo>
                <a:lnTo>
                  <a:pt x="1371600" y="9111"/>
                </a:lnTo>
                <a:lnTo>
                  <a:pt x="5615608" y="6867111"/>
                </a:lnTo>
                <a:lnTo>
                  <a:pt x="9938" y="6906868"/>
                </a:lnTo>
                <a:close/>
              </a:path>
            </a:pathLst>
          </a:custGeom>
          <a:solidFill>
            <a:schemeClr val="bg1"/>
          </a:solidFill>
          <a:ln w="12700" cap="flat">
            <a:noFill/>
            <a:miter lim="400000"/>
          </a:ln>
          <a:effectLst>
            <a:outerShdw blurRad="267942" dist="38100" algn="l" rotWithShape="0">
              <a:srgbClr val="063958">
                <a:alpha val="56121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 err="1">
              <a:ln>
                <a:noFill/>
              </a:ln>
              <a:solidFill>
                <a:srgbClr val="50626A"/>
              </a:solidFill>
              <a:effectLst/>
              <a:uFillTx/>
              <a:latin typeface="Arial" panose="020B0604020202020204" pitchFamily="34" charset="0"/>
              <a:ea typeface="+mn-ea"/>
              <a:cs typeface="+mn-cs"/>
              <a:sym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911EF92-FB4D-FDCE-E79B-83AF9AF151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8394" y="2690592"/>
            <a:ext cx="1737725" cy="113210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B2A4150-9DA6-42D1-284D-733A65D0B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0" y="3172968"/>
            <a:ext cx="7911229" cy="808138"/>
          </a:xfr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17867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56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B625F-C15A-4238-ABAC-07D8ECC91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Body Level One…">
            <a:extLst>
              <a:ext uri="{FF2B5EF4-FFF2-40B4-BE49-F238E27FC236}">
                <a16:creationId xmlns:a16="http://schemas.microsoft.com/office/drawing/2014/main" id="{40EBB8DB-A9D6-4FF1-A2F3-96E6783B818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47472" y="1280160"/>
            <a:ext cx="11460020" cy="50819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693616-0248-8133-F288-F4E37CFA4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293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Content w/ 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B625F-C15A-4238-ABAC-07D8ECC91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Body Level One…">
            <a:extLst>
              <a:ext uri="{FF2B5EF4-FFF2-40B4-BE49-F238E27FC236}">
                <a16:creationId xmlns:a16="http://schemas.microsoft.com/office/drawing/2014/main" id="{40EBB8DB-A9D6-4FF1-A2F3-96E6783B818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47472" y="1280160"/>
            <a:ext cx="11522128" cy="4351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4CB08785-6C13-4F42-AEB0-A7E31B949A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72233" y="6036177"/>
            <a:ext cx="10070406" cy="365125"/>
          </a:xfrm>
        </p:spPr>
        <p:txBody>
          <a:bodyPr lIns="91440" anchor="b">
            <a:noAutofit/>
          </a:bodyPr>
          <a:lstStyle>
            <a:lvl1pPr marL="0" indent="0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/>
              <a:t>Footnotes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61A535-BA79-05B3-5AF6-6BE830EA668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43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D8638C-4F5F-7956-F266-42A2C6FB1BF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419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72BB5-D502-6E48-945B-90EC04928F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472" y="1501701"/>
            <a:ext cx="11523313" cy="44938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B8F3A85B-992C-624C-B477-86FCC84FC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134F6EB-B204-C4FE-15E8-2278090DFFC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785FB59-B4A9-3743-A4B9-055A7330256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8792" y="767008"/>
            <a:ext cx="11610975" cy="650875"/>
          </a:xfrm>
        </p:spPr>
        <p:txBody>
          <a:bodyPr anchor="ctr"/>
          <a:lstStyle>
            <a:lvl1pPr marL="0" indent="0">
              <a:buNone/>
              <a:defRPr sz="1800" i="1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346682010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 Dark">
    <p:bg>
      <p:bgPr>
        <a:gradFill>
          <a:gsLst>
            <a:gs pos="1000">
              <a:schemeClr val="accent6"/>
            </a:gs>
            <a:gs pos="100000">
              <a:srgbClr val="000738"/>
            </a:gs>
            <a:gs pos="42000">
              <a:srgbClr val="063958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D8638C-4F5F-7956-F266-42A2C6FB1BF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1F8C85C-BFAA-DC82-25E9-742DA6EB15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806884" y="6082764"/>
            <a:ext cx="1082711" cy="721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788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ft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C5727E7-0CEB-3F42-D5D8-424A5AAAB81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18" r="28718"/>
          <a:stretch/>
        </p:blipFill>
        <p:spPr>
          <a:xfrm>
            <a:off x="-3810" y="0"/>
            <a:ext cx="5176311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45E0678-FA16-AB81-99E1-753A53DF58AD}"/>
              </a:ext>
            </a:extLst>
          </p:cNvPr>
          <p:cNvSpPr/>
          <p:nvPr/>
        </p:nvSpPr>
        <p:spPr>
          <a:xfrm>
            <a:off x="0" y="-1"/>
            <a:ext cx="5176311" cy="5880539"/>
          </a:xfrm>
          <a:prstGeom prst="rect">
            <a:avLst/>
          </a:prstGeom>
          <a:gradFill flip="none" rotWithShape="1">
            <a:gsLst>
              <a:gs pos="0">
                <a:schemeClr val="accent6">
                  <a:alpha val="0"/>
                </a:schemeClr>
              </a:gs>
              <a:gs pos="95000">
                <a:schemeClr val="bg2"/>
              </a:gs>
            </a:gsLst>
            <a:lin ang="16200000" scaled="1"/>
            <a:tileRect/>
          </a:gra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 err="1">
              <a:ln>
                <a:noFill/>
              </a:ln>
              <a:solidFill>
                <a:srgbClr val="50626A"/>
              </a:solidFill>
              <a:effectLst/>
              <a:uFillTx/>
              <a:latin typeface="Arial" panose="020B0604020202020204" pitchFamily="34" charset="0"/>
              <a:ea typeface="+mn-ea"/>
              <a:cs typeface="+mn-cs"/>
              <a:sym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5B625F-C15A-4238-ABAC-07D8ECC91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233" y="317212"/>
            <a:ext cx="4518131" cy="18925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Body Level One…">
            <a:extLst>
              <a:ext uri="{FF2B5EF4-FFF2-40B4-BE49-F238E27FC236}">
                <a16:creationId xmlns:a16="http://schemas.microsoft.com/office/drawing/2014/main" id="{40EBB8DB-A9D6-4FF1-A2F3-96E6783B818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581933" y="560356"/>
            <a:ext cx="6398195" cy="5516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649BBA-C546-F173-EE3F-1CF65B3DB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525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ight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C5727E7-0CEB-3F42-D5D8-424A5AAAB81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89" r="30747"/>
          <a:stretch/>
        </p:blipFill>
        <p:spPr>
          <a:xfrm flipH="1" flipV="1">
            <a:off x="7015689" y="0"/>
            <a:ext cx="5176311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06027A1-0D62-16F7-30CE-41BFE8B26C7C}"/>
              </a:ext>
            </a:extLst>
          </p:cNvPr>
          <p:cNvSpPr/>
          <p:nvPr/>
        </p:nvSpPr>
        <p:spPr>
          <a:xfrm>
            <a:off x="7015689" y="-1"/>
            <a:ext cx="5176311" cy="6777874"/>
          </a:xfrm>
          <a:prstGeom prst="rect">
            <a:avLst/>
          </a:prstGeom>
          <a:gradFill flip="none" rotWithShape="1">
            <a:gsLst>
              <a:gs pos="0">
                <a:schemeClr val="accent6">
                  <a:alpha val="0"/>
                </a:schemeClr>
              </a:gs>
              <a:gs pos="95000">
                <a:schemeClr val="bg2"/>
              </a:gs>
            </a:gsLst>
            <a:lin ang="16200000" scaled="1"/>
            <a:tileRect/>
          </a:gra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 err="1">
              <a:ln>
                <a:noFill/>
              </a:ln>
              <a:solidFill>
                <a:srgbClr val="50626A"/>
              </a:solidFill>
              <a:effectLst/>
              <a:uFillTx/>
              <a:latin typeface="Arial" panose="020B0604020202020204" pitchFamily="34" charset="0"/>
              <a:ea typeface="+mn-ea"/>
              <a:cs typeface="+mn-cs"/>
              <a:sym typeface="Calibri"/>
            </a:endParaRPr>
          </a:p>
        </p:txBody>
      </p:sp>
      <p:sp>
        <p:nvSpPr>
          <p:cNvPr id="4" name="Body Level One…">
            <a:extLst>
              <a:ext uri="{FF2B5EF4-FFF2-40B4-BE49-F238E27FC236}">
                <a16:creationId xmlns:a16="http://schemas.microsoft.com/office/drawing/2014/main" id="{40EBB8DB-A9D6-4FF1-A2F3-96E6783B818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47472" y="1242203"/>
            <a:ext cx="6398195" cy="49680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0FB071E8-809B-6890-C6B9-812E8369D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21BB59-32EF-F98A-2990-317BB5943E8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24F124-A258-66DC-3AAE-6DDE6D9BAB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886330" y="6126042"/>
            <a:ext cx="934494" cy="620833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931321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69EB6F-995A-1D46-8E1D-4B91455847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7472" y="1496214"/>
            <a:ext cx="57828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AC1496-95B3-AF48-932D-76097CA090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13" y="1496214"/>
            <a:ext cx="551748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3C2B82B9-A421-0342-A9AE-E71D36964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0DEEA6C-E455-DCE5-10A0-07DC163C620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539620"/>
      </p:ext>
    </p:extLst>
  </p:cSld>
  <p:clrMapOvr>
    <a:masterClrMapping/>
  </p:clrMapOvr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5C964D5-B550-6846-8985-5B599212ACCD}"/>
              </a:ext>
            </a:extLst>
          </p:cNvPr>
          <p:cNvSpPr/>
          <p:nvPr/>
        </p:nvSpPr>
        <p:spPr>
          <a:xfrm>
            <a:off x="300251" y="1078173"/>
            <a:ext cx="1651379" cy="2320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D59C5D9-EEF9-FBBB-D92F-C03D76437CE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145521"/>
      </p:ext>
    </p:extLst>
  </p:cSld>
  <p:clrMapOvr>
    <a:masterClrMapping/>
  </p:clrMapOvr>
  <p:hf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Master (All Deck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itle Text"/>
          <p:cNvSpPr txBox="1">
            <a:spLocks noGrp="1"/>
          </p:cNvSpPr>
          <p:nvPr>
            <p:ph type="title"/>
          </p:nvPr>
        </p:nvSpPr>
        <p:spPr>
          <a:xfrm>
            <a:off x="286326" y="69562"/>
            <a:ext cx="11536220" cy="94042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pic>
        <p:nvPicPr>
          <p:cNvPr id="65" name="Picture 7" descr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78446" y="6310264"/>
            <a:ext cx="626204" cy="446895"/>
          </a:xfrm>
          <a:prstGeom prst="rect">
            <a:avLst/>
          </a:prstGeom>
          <a:ln w="12700">
            <a:miter lim="400000"/>
          </a:ln>
        </p:spPr>
      </p:pic>
      <p:sp>
        <p:nvSpPr>
          <p:cNvPr id="66" name="TextBox 1"/>
          <p:cNvSpPr txBox="1"/>
          <p:nvPr/>
        </p:nvSpPr>
        <p:spPr>
          <a:xfrm>
            <a:off x="61359" y="6587301"/>
            <a:ext cx="796050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45719" rIns="45719">
            <a:spAutoFit/>
          </a:bodyPr>
          <a:lstStyle>
            <a:lvl1pPr>
              <a:defRPr sz="900">
                <a:solidFill>
                  <a:srgbClr val="50626A"/>
                </a:solidFill>
                <a:latin typeface="Montserrat Regular"/>
                <a:ea typeface="Montserrat Regular"/>
                <a:cs typeface="Montserrat Regular"/>
                <a:sym typeface="Montserrat Regular"/>
              </a:defRPr>
            </a:lvl1pPr>
          </a:lstStyle>
          <a:p>
            <a:r>
              <a:t>Confidential</a:t>
            </a:r>
          </a:p>
        </p:txBody>
      </p:sp>
      <p:grpSp>
        <p:nvGrpSpPr>
          <p:cNvPr id="69" name="Group"/>
          <p:cNvGrpSpPr/>
          <p:nvPr/>
        </p:nvGrpSpPr>
        <p:grpSpPr>
          <a:xfrm>
            <a:off x="-34975" y="877701"/>
            <a:ext cx="11733734" cy="138634"/>
            <a:chOff x="0" y="0"/>
            <a:chExt cx="11733733" cy="138633"/>
          </a:xfrm>
        </p:grpSpPr>
        <p:sp>
          <p:nvSpPr>
            <p:cNvPr id="67" name="Rectangle"/>
            <p:cNvSpPr/>
            <p:nvPr/>
          </p:nvSpPr>
          <p:spPr>
            <a:xfrm>
              <a:off x="0" y="48555"/>
              <a:ext cx="11678047" cy="41524"/>
            </a:xfrm>
            <a:prstGeom prst="rect">
              <a:avLst/>
            </a:prstGeom>
            <a:gradFill flip="none" rotWithShape="1">
              <a:gsLst>
                <a:gs pos="0">
                  <a:srgbClr val="3A839A"/>
                </a:gs>
                <a:gs pos="100000">
                  <a:srgbClr val="E2AE43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68" name="Circle"/>
            <p:cNvSpPr/>
            <p:nvPr/>
          </p:nvSpPr>
          <p:spPr>
            <a:xfrm>
              <a:off x="11595100" y="0"/>
              <a:ext cx="138634" cy="138634"/>
            </a:xfrm>
            <a:prstGeom prst="ellipse">
              <a:avLst/>
            </a:prstGeom>
            <a:solidFill>
              <a:srgbClr val="E2AE4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997890345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Nab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>
            <a:extLst>
              <a:ext uri="{FF2B5EF4-FFF2-40B4-BE49-F238E27FC236}">
                <a16:creationId xmlns:a16="http://schemas.microsoft.com/office/drawing/2014/main" id="{C6C9C98D-378E-0B5D-E771-1E95F147F947}"/>
              </a:ext>
            </a:extLst>
          </p:cNvPr>
          <p:cNvSpPr/>
          <p:nvPr/>
        </p:nvSpPr>
        <p:spPr>
          <a:xfrm>
            <a:off x="-19877" y="-9938"/>
            <a:ext cx="8726556" cy="6917635"/>
          </a:xfrm>
          <a:custGeom>
            <a:avLst/>
            <a:gdLst>
              <a:gd name="connsiteX0" fmla="*/ 0 w 4244008"/>
              <a:gd name="connsiteY0" fmla="*/ 6858000 h 6858000"/>
              <a:gd name="connsiteX1" fmla="*/ 0 w 4244008"/>
              <a:gd name="connsiteY1" fmla="*/ 0 h 6858000"/>
              <a:gd name="connsiteX2" fmla="*/ 4244008 w 4244008"/>
              <a:gd name="connsiteY2" fmla="*/ 6858000 h 6858000"/>
              <a:gd name="connsiteX3" fmla="*/ 0 w 4244008"/>
              <a:gd name="connsiteY3" fmla="*/ 6858000 h 6858000"/>
              <a:gd name="connsiteX0" fmla="*/ 1 w 4244009"/>
              <a:gd name="connsiteY0" fmla="*/ 6858000 h 6858000"/>
              <a:gd name="connsiteX1" fmla="*/ 0 w 4244009"/>
              <a:gd name="connsiteY1" fmla="*/ 1023730 h 6858000"/>
              <a:gd name="connsiteX2" fmla="*/ 1 w 4244009"/>
              <a:gd name="connsiteY2" fmla="*/ 0 h 6858000"/>
              <a:gd name="connsiteX3" fmla="*/ 4244009 w 4244009"/>
              <a:gd name="connsiteY3" fmla="*/ 6858000 h 6858000"/>
              <a:gd name="connsiteX4" fmla="*/ 1 w 4244009"/>
              <a:gd name="connsiteY4" fmla="*/ 6858000 h 6858000"/>
              <a:gd name="connsiteX0" fmla="*/ 655983 w 4899991"/>
              <a:gd name="connsiteY0" fmla="*/ 6912905 h 6912905"/>
              <a:gd name="connsiteX1" fmla="*/ 0 w 4899991"/>
              <a:gd name="connsiteY1" fmla="*/ 104600 h 6912905"/>
              <a:gd name="connsiteX2" fmla="*/ 655983 w 4899991"/>
              <a:gd name="connsiteY2" fmla="*/ 54905 h 6912905"/>
              <a:gd name="connsiteX3" fmla="*/ 4899991 w 4899991"/>
              <a:gd name="connsiteY3" fmla="*/ 6912905 h 6912905"/>
              <a:gd name="connsiteX4" fmla="*/ 655983 w 4899991"/>
              <a:gd name="connsiteY4" fmla="*/ 6912905 h 6912905"/>
              <a:gd name="connsiteX0" fmla="*/ 19878 w 4899991"/>
              <a:gd name="connsiteY0" fmla="*/ 6922844 h 6922844"/>
              <a:gd name="connsiteX1" fmla="*/ 0 w 4899991"/>
              <a:gd name="connsiteY1" fmla="*/ 104600 h 6922844"/>
              <a:gd name="connsiteX2" fmla="*/ 655983 w 4899991"/>
              <a:gd name="connsiteY2" fmla="*/ 54905 h 6922844"/>
              <a:gd name="connsiteX3" fmla="*/ 4899991 w 4899991"/>
              <a:gd name="connsiteY3" fmla="*/ 6912905 h 6922844"/>
              <a:gd name="connsiteX4" fmla="*/ 19878 w 4899991"/>
              <a:gd name="connsiteY4" fmla="*/ 6922844 h 6922844"/>
              <a:gd name="connsiteX0" fmla="*/ 19878 w 4899991"/>
              <a:gd name="connsiteY0" fmla="*/ 6983106 h 6983106"/>
              <a:gd name="connsiteX1" fmla="*/ 0 w 4899991"/>
              <a:gd name="connsiteY1" fmla="*/ 164862 h 6983106"/>
              <a:gd name="connsiteX2" fmla="*/ 655983 w 4899991"/>
              <a:gd name="connsiteY2" fmla="*/ 115167 h 6983106"/>
              <a:gd name="connsiteX3" fmla="*/ 4899991 w 4899991"/>
              <a:gd name="connsiteY3" fmla="*/ 6973167 h 6983106"/>
              <a:gd name="connsiteX4" fmla="*/ 19878 w 4899991"/>
              <a:gd name="connsiteY4" fmla="*/ 6983106 h 6983106"/>
              <a:gd name="connsiteX0" fmla="*/ 19878 w 4899991"/>
              <a:gd name="connsiteY0" fmla="*/ 6867939 h 6867939"/>
              <a:gd name="connsiteX1" fmla="*/ 0 w 4899991"/>
              <a:gd name="connsiteY1" fmla="*/ 49695 h 6867939"/>
              <a:gd name="connsiteX2" fmla="*/ 655983 w 4899991"/>
              <a:gd name="connsiteY2" fmla="*/ 0 h 6867939"/>
              <a:gd name="connsiteX3" fmla="*/ 4899991 w 4899991"/>
              <a:gd name="connsiteY3" fmla="*/ 6858000 h 6867939"/>
              <a:gd name="connsiteX4" fmla="*/ 19878 w 4899991"/>
              <a:gd name="connsiteY4" fmla="*/ 6867939 h 6867939"/>
              <a:gd name="connsiteX0" fmla="*/ 29817 w 4909930"/>
              <a:gd name="connsiteY0" fmla="*/ 6877879 h 6877879"/>
              <a:gd name="connsiteX1" fmla="*/ 0 w 4909930"/>
              <a:gd name="connsiteY1" fmla="*/ 0 h 6877879"/>
              <a:gd name="connsiteX2" fmla="*/ 665922 w 4909930"/>
              <a:gd name="connsiteY2" fmla="*/ 9940 h 6877879"/>
              <a:gd name="connsiteX3" fmla="*/ 4909930 w 4909930"/>
              <a:gd name="connsiteY3" fmla="*/ 6867940 h 6877879"/>
              <a:gd name="connsiteX4" fmla="*/ 29817 w 4909930"/>
              <a:gd name="connsiteY4" fmla="*/ 6877879 h 6877879"/>
              <a:gd name="connsiteX0" fmla="*/ 29817 w 4909930"/>
              <a:gd name="connsiteY0" fmla="*/ 6877879 h 6877879"/>
              <a:gd name="connsiteX1" fmla="*/ 0 w 4909930"/>
              <a:gd name="connsiteY1" fmla="*/ 0 h 6877879"/>
              <a:gd name="connsiteX2" fmla="*/ 665922 w 4909930"/>
              <a:gd name="connsiteY2" fmla="*/ 9940 h 6877879"/>
              <a:gd name="connsiteX3" fmla="*/ 4909930 w 4909930"/>
              <a:gd name="connsiteY3" fmla="*/ 6867940 h 6877879"/>
              <a:gd name="connsiteX4" fmla="*/ 29817 w 4909930"/>
              <a:gd name="connsiteY4" fmla="*/ 6877879 h 6877879"/>
              <a:gd name="connsiteX0" fmla="*/ 29817 w 4909930"/>
              <a:gd name="connsiteY0" fmla="*/ 6877879 h 6877879"/>
              <a:gd name="connsiteX1" fmla="*/ 0 w 4909930"/>
              <a:gd name="connsiteY1" fmla="*/ 0 h 6877879"/>
              <a:gd name="connsiteX2" fmla="*/ 665922 w 4909930"/>
              <a:gd name="connsiteY2" fmla="*/ 9940 h 6877879"/>
              <a:gd name="connsiteX3" fmla="*/ 4909930 w 4909930"/>
              <a:gd name="connsiteY3" fmla="*/ 6867940 h 6877879"/>
              <a:gd name="connsiteX4" fmla="*/ 29817 w 4909930"/>
              <a:gd name="connsiteY4" fmla="*/ 6877879 h 6877879"/>
              <a:gd name="connsiteX0" fmla="*/ 29817 w 4909930"/>
              <a:gd name="connsiteY0" fmla="*/ 6881616 h 6881616"/>
              <a:gd name="connsiteX1" fmla="*/ 0 w 4909930"/>
              <a:gd name="connsiteY1" fmla="*/ 3737 h 6881616"/>
              <a:gd name="connsiteX2" fmla="*/ 665922 w 4909930"/>
              <a:gd name="connsiteY2" fmla="*/ 13677 h 6881616"/>
              <a:gd name="connsiteX3" fmla="*/ 4909930 w 4909930"/>
              <a:gd name="connsiteY3" fmla="*/ 6871677 h 6881616"/>
              <a:gd name="connsiteX4" fmla="*/ 29817 w 4909930"/>
              <a:gd name="connsiteY4" fmla="*/ 6881616 h 6881616"/>
              <a:gd name="connsiteX0" fmla="*/ 29817 w 4909930"/>
              <a:gd name="connsiteY0" fmla="*/ 6867939 h 6867939"/>
              <a:gd name="connsiteX1" fmla="*/ 0 w 4909930"/>
              <a:gd name="connsiteY1" fmla="*/ 9938 h 6867939"/>
              <a:gd name="connsiteX2" fmla="*/ 665922 w 4909930"/>
              <a:gd name="connsiteY2" fmla="*/ 0 h 6867939"/>
              <a:gd name="connsiteX3" fmla="*/ 4909930 w 4909930"/>
              <a:gd name="connsiteY3" fmla="*/ 6858000 h 6867939"/>
              <a:gd name="connsiteX4" fmla="*/ 29817 w 4909930"/>
              <a:gd name="connsiteY4" fmla="*/ 6867939 h 6867939"/>
              <a:gd name="connsiteX0" fmla="*/ 39756 w 4919869"/>
              <a:gd name="connsiteY0" fmla="*/ 6881616 h 6881616"/>
              <a:gd name="connsiteX1" fmla="*/ 0 w 4919869"/>
              <a:gd name="connsiteY1" fmla="*/ 3737 h 6881616"/>
              <a:gd name="connsiteX2" fmla="*/ 675861 w 4919869"/>
              <a:gd name="connsiteY2" fmla="*/ 13677 h 6881616"/>
              <a:gd name="connsiteX3" fmla="*/ 4919869 w 4919869"/>
              <a:gd name="connsiteY3" fmla="*/ 6871677 h 6881616"/>
              <a:gd name="connsiteX4" fmla="*/ 39756 w 4919869"/>
              <a:gd name="connsiteY4" fmla="*/ 6881616 h 6881616"/>
              <a:gd name="connsiteX0" fmla="*/ 4084982 w 8965095"/>
              <a:gd name="connsiteY0" fmla="*/ 6873159 h 6873159"/>
              <a:gd name="connsiteX1" fmla="*/ 0 w 8965095"/>
              <a:gd name="connsiteY1" fmla="*/ 5220 h 6873159"/>
              <a:gd name="connsiteX2" fmla="*/ 4721087 w 8965095"/>
              <a:gd name="connsiteY2" fmla="*/ 5220 h 6873159"/>
              <a:gd name="connsiteX3" fmla="*/ 8965095 w 8965095"/>
              <a:gd name="connsiteY3" fmla="*/ 6863220 h 6873159"/>
              <a:gd name="connsiteX4" fmla="*/ 4084982 w 8965095"/>
              <a:gd name="connsiteY4" fmla="*/ 6873159 h 6873159"/>
              <a:gd name="connsiteX0" fmla="*/ 19877 w 8965095"/>
              <a:gd name="connsiteY0" fmla="*/ 6853281 h 6863220"/>
              <a:gd name="connsiteX1" fmla="*/ 0 w 8965095"/>
              <a:gd name="connsiteY1" fmla="*/ 5220 h 6863220"/>
              <a:gd name="connsiteX2" fmla="*/ 4721087 w 8965095"/>
              <a:gd name="connsiteY2" fmla="*/ 5220 h 6863220"/>
              <a:gd name="connsiteX3" fmla="*/ 8965095 w 8965095"/>
              <a:gd name="connsiteY3" fmla="*/ 6863220 h 6863220"/>
              <a:gd name="connsiteX4" fmla="*/ 19877 w 8965095"/>
              <a:gd name="connsiteY4" fmla="*/ 6853281 h 6863220"/>
              <a:gd name="connsiteX0" fmla="*/ 0 w 8975035"/>
              <a:gd name="connsiteY0" fmla="*/ 6873159 h 6873159"/>
              <a:gd name="connsiteX1" fmla="*/ 9940 w 8975035"/>
              <a:gd name="connsiteY1" fmla="*/ 5220 h 6873159"/>
              <a:gd name="connsiteX2" fmla="*/ 4731027 w 8975035"/>
              <a:gd name="connsiteY2" fmla="*/ 5220 h 6873159"/>
              <a:gd name="connsiteX3" fmla="*/ 8975035 w 8975035"/>
              <a:gd name="connsiteY3" fmla="*/ 6863220 h 6873159"/>
              <a:gd name="connsiteX4" fmla="*/ 0 w 8975035"/>
              <a:gd name="connsiteY4" fmla="*/ 6873159 h 6873159"/>
              <a:gd name="connsiteX0" fmla="*/ 318051 w 8965095"/>
              <a:gd name="connsiteY0" fmla="*/ 6893037 h 6893037"/>
              <a:gd name="connsiteX1" fmla="*/ 0 w 8965095"/>
              <a:gd name="connsiteY1" fmla="*/ 5220 h 6893037"/>
              <a:gd name="connsiteX2" fmla="*/ 4721087 w 8965095"/>
              <a:gd name="connsiteY2" fmla="*/ 5220 h 6893037"/>
              <a:gd name="connsiteX3" fmla="*/ 8965095 w 8965095"/>
              <a:gd name="connsiteY3" fmla="*/ 6863220 h 6893037"/>
              <a:gd name="connsiteX4" fmla="*/ 318051 w 8965095"/>
              <a:gd name="connsiteY4" fmla="*/ 6893037 h 6893037"/>
              <a:gd name="connsiteX0" fmla="*/ 248477 w 8965095"/>
              <a:gd name="connsiteY0" fmla="*/ 6912916 h 6912916"/>
              <a:gd name="connsiteX1" fmla="*/ 0 w 8965095"/>
              <a:gd name="connsiteY1" fmla="*/ 5220 h 6912916"/>
              <a:gd name="connsiteX2" fmla="*/ 4721087 w 8965095"/>
              <a:gd name="connsiteY2" fmla="*/ 5220 h 6912916"/>
              <a:gd name="connsiteX3" fmla="*/ 8965095 w 8965095"/>
              <a:gd name="connsiteY3" fmla="*/ 6863220 h 6912916"/>
              <a:gd name="connsiteX4" fmla="*/ 248477 w 8965095"/>
              <a:gd name="connsiteY4" fmla="*/ 6912916 h 6912916"/>
              <a:gd name="connsiteX0" fmla="*/ 89451 w 8806069"/>
              <a:gd name="connsiteY0" fmla="*/ 6907696 h 6907696"/>
              <a:gd name="connsiteX1" fmla="*/ 0 w 8806069"/>
              <a:gd name="connsiteY1" fmla="*/ 39756 h 6907696"/>
              <a:gd name="connsiteX2" fmla="*/ 4562061 w 8806069"/>
              <a:gd name="connsiteY2" fmla="*/ 0 h 6907696"/>
              <a:gd name="connsiteX3" fmla="*/ 8806069 w 8806069"/>
              <a:gd name="connsiteY3" fmla="*/ 6858000 h 6907696"/>
              <a:gd name="connsiteX4" fmla="*/ 89451 w 8806069"/>
              <a:gd name="connsiteY4" fmla="*/ 6907696 h 6907696"/>
              <a:gd name="connsiteX0" fmla="*/ 0 w 8716618"/>
              <a:gd name="connsiteY0" fmla="*/ 6907696 h 6907696"/>
              <a:gd name="connsiteX1" fmla="*/ 1 w 8716618"/>
              <a:gd name="connsiteY1" fmla="*/ 9939 h 6907696"/>
              <a:gd name="connsiteX2" fmla="*/ 4472610 w 8716618"/>
              <a:gd name="connsiteY2" fmla="*/ 0 h 6907696"/>
              <a:gd name="connsiteX3" fmla="*/ 8716618 w 8716618"/>
              <a:gd name="connsiteY3" fmla="*/ 6858000 h 6907696"/>
              <a:gd name="connsiteX4" fmla="*/ 0 w 8716618"/>
              <a:gd name="connsiteY4" fmla="*/ 6907696 h 6907696"/>
              <a:gd name="connsiteX0" fmla="*/ 9938 w 8726556"/>
              <a:gd name="connsiteY0" fmla="*/ 6921372 h 6921372"/>
              <a:gd name="connsiteX1" fmla="*/ 0 w 8726556"/>
              <a:gd name="connsiteY1" fmla="*/ 3737 h 6921372"/>
              <a:gd name="connsiteX2" fmla="*/ 4482548 w 8726556"/>
              <a:gd name="connsiteY2" fmla="*/ 13676 h 6921372"/>
              <a:gd name="connsiteX3" fmla="*/ 8726556 w 8726556"/>
              <a:gd name="connsiteY3" fmla="*/ 6871676 h 6921372"/>
              <a:gd name="connsiteX4" fmla="*/ 9938 w 8726556"/>
              <a:gd name="connsiteY4" fmla="*/ 6921372 h 6921372"/>
              <a:gd name="connsiteX0" fmla="*/ 9938 w 8726556"/>
              <a:gd name="connsiteY0" fmla="*/ 6917635 h 6917635"/>
              <a:gd name="connsiteX1" fmla="*/ 0 w 8726556"/>
              <a:gd name="connsiteY1" fmla="*/ 0 h 6917635"/>
              <a:gd name="connsiteX2" fmla="*/ 4482548 w 8726556"/>
              <a:gd name="connsiteY2" fmla="*/ 9939 h 6917635"/>
              <a:gd name="connsiteX3" fmla="*/ 8726556 w 8726556"/>
              <a:gd name="connsiteY3" fmla="*/ 6867939 h 6917635"/>
              <a:gd name="connsiteX4" fmla="*/ 9938 w 8726556"/>
              <a:gd name="connsiteY4" fmla="*/ 6917635 h 6917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26556" h="6917635">
                <a:moveTo>
                  <a:pt x="9938" y="6917635"/>
                </a:moveTo>
                <a:cubicBezTo>
                  <a:pt x="9938" y="4972878"/>
                  <a:pt x="14908" y="3438939"/>
                  <a:pt x="0" y="0"/>
                </a:cubicBezTo>
                <a:lnTo>
                  <a:pt x="4482548" y="9939"/>
                </a:lnTo>
                <a:lnTo>
                  <a:pt x="8726556" y="6867939"/>
                </a:lnTo>
                <a:lnTo>
                  <a:pt x="9938" y="6917635"/>
                </a:lnTo>
                <a:close/>
              </a:path>
            </a:pathLst>
          </a:custGeom>
          <a:solidFill>
            <a:schemeClr val="bg1"/>
          </a:solidFill>
          <a:ln w="12700" cap="flat">
            <a:noFill/>
            <a:miter lim="400000"/>
          </a:ln>
          <a:effectLst>
            <a:outerShdw blurRad="171482" dist="89822" algn="l" rotWithShape="0">
              <a:srgbClr val="063958">
                <a:alpha val="91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algn="ctr"/>
            <a:endParaRPr lang="en-US" sz="1200">
              <a:solidFill>
                <a:srgbClr val="50626A"/>
              </a:solidFill>
              <a:latin typeface="Arial" panose="020B0604020202020204" pitchFamily="34" charset="0"/>
              <a:ea typeface="+mn-ea"/>
              <a:cs typeface="+mn-cs"/>
              <a:sym typeface="Calibr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884A716-13EB-3776-396E-6D16BE0888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63686" y="1840635"/>
            <a:ext cx="2082579" cy="1356776"/>
          </a:xfrm>
          <a:prstGeom prst="rect">
            <a:avLst/>
          </a:prstGeom>
          <a:effectLst/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B9F82C-68FB-4B3D-B24C-42E74B805B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7503" y="4603632"/>
            <a:ext cx="4096512" cy="219456"/>
          </a:xfrm>
        </p:spPr>
        <p:txBody>
          <a:bodyPr lIns="91440" anchor="ctr">
            <a:noAutofit/>
          </a:bodyPr>
          <a:lstStyle>
            <a:lvl1pPr marL="0" indent="0">
              <a:buNone/>
              <a:defRPr sz="1600" b="0" i="0">
                <a:solidFill>
                  <a:schemeClr val="bg2"/>
                </a:solidFill>
                <a:effectLst/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C1E6077-226C-F089-3ECE-23E0EFE5B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503" y="3586375"/>
            <a:ext cx="5864087" cy="808138"/>
          </a:xfrm>
        </p:spPr>
        <p:txBody>
          <a:bodyPr lIns="91440"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56AF0D92-870F-4CA1-330E-948383C5834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23141" r="22363"/>
          <a:stretch/>
        </p:blipFill>
        <p:spPr>
          <a:xfrm>
            <a:off x="731639" y="1701582"/>
            <a:ext cx="1844584" cy="1675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700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abs 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1665B39-5A65-20DC-416D-D7106520AEB9}"/>
              </a:ext>
            </a:extLst>
          </p:cNvPr>
          <p:cNvSpPr/>
          <p:nvPr/>
        </p:nvSpPr>
        <p:spPr>
          <a:xfrm>
            <a:off x="0" y="1669775"/>
            <a:ext cx="12192000" cy="3766930"/>
          </a:xfrm>
          <a:prstGeom prst="rect">
            <a:avLst/>
          </a:prstGeom>
          <a:solidFill>
            <a:schemeClr val="bg1">
              <a:alpha val="87619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6" name="Right Triangle 1">
            <a:extLst>
              <a:ext uri="{FF2B5EF4-FFF2-40B4-BE49-F238E27FC236}">
                <a16:creationId xmlns:a16="http://schemas.microsoft.com/office/drawing/2014/main" id="{6181DB09-2547-7198-4AA8-746B7585D9AD}"/>
              </a:ext>
            </a:extLst>
          </p:cNvPr>
          <p:cNvSpPr/>
          <p:nvPr/>
        </p:nvSpPr>
        <p:spPr>
          <a:xfrm>
            <a:off x="-16909" y="-9111"/>
            <a:ext cx="5615608" cy="6906870"/>
          </a:xfrm>
          <a:custGeom>
            <a:avLst/>
            <a:gdLst>
              <a:gd name="connsiteX0" fmla="*/ 0 w 4244008"/>
              <a:gd name="connsiteY0" fmla="*/ 6858000 h 6858000"/>
              <a:gd name="connsiteX1" fmla="*/ 0 w 4244008"/>
              <a:gd name="connsiteY1" fmla="*/ 0 h 6858000"/>
              <a:gd name="connsiteX2" fmla="*/ 4244008 w 4244008"/>
              <a:gd name="connsiteY2" fmla="*/ 6858000 h 6858000"/>
              <a:gd name="connsiteX3" fmla="*/ 0 w 4244008"/>
              <a:gd name="connsiteY3" fmla="*/ 6858000 h 6858000"/>
              <a:gd name="connsiteX0" fmla="*/ 1 w 4244009"/>
              <a:gd name="connsiteY0" fmla="*/ 6858000 h 6858000"/>
              <a:gd name="connsiteX1" fmla="*/ 0 w 4244009"/>
              <a:gd name="connsiteY1" fmla="*/ 1023730 h 6858000"/>
              <a:gd name="connsiteX2" fmla="*/ 1 w 4244009"/>
              <a:gd name="connsiteY2" fmla="*/ 0 h 6858000"/>
              <a:gd name="connsiteX3" fmla="*/ 4244009 w 4244009"/>
              <a:gd name="connsiteY3" fmla="*/ 6858000 h 6858000"/>
              <a:gd name="connsiteX4" fmla="*/ 1 w 4244009"/>
              <a:gd name="connsiteY4" fmla="*/ 6858000 h 6858000"/>
              <a:gd name="connsiteX0" fmla="*/ 655983 w 4899991"/>
              <a:gd name="connsiteY0" fmla="*/ 6912905 h 6912905"/>
              <a:gd name="connsiteX1" fmla="*/ 0 w 4899991"/>
              <a:gd name="connsiteY1" fmla="*/ 104600 h 6912905"/>
              <a:gd name="connsiteX2" fmla="*/ 655983 w 4899991"/>
              <a:gd name="connsiteY2" fmla="*/ 54905 h 6912905"/>
              <a:gd name="connsiteX3" fmla="*/ 4899991 w 4899991"/>
              <a:gd name="connsiteY3" fmla="*/ 6912905 h 6912905"/>
              <a:gd name="connsiteX4" fmla="*/ 655983 w 4899991"/>
              <a:gd name="connsiteY4" fmla="*/ 6912905 h 6912905"/>
              <a:gd name="connsiteX0" fmla="*/ 19878 w 4899991"/>
              <a:gd name="connsiteY0" fmla="*/ 6922844 h 6922844"/>
              <a:gd name="connsiteX1" fmla="*/ 0 w 4899991"/>
              <a:gd name="connsiteY1" fmla="*/ 104600 h 6922844"/>
              <a:gd name="connsiteX2" fmla="*/ 655983 w 4899991"/>
              <a:gd name="connsiteY2" fmla="*/ 54905 h 6922844"/>
              <a:gd name="connsiteX3" fmla="*/ 4899991 w 4899991"/>
              <a:gd name="connsiteY3" fmla="*/ 6912905 h 6922844"/>
              <a:gd name="connsiteX4" fmla="*/ 19878 w 4899991"/>
              <a:gd name="connsiteY4" fmla="*/ 6922844 h 6922844"/>
              <a:gd name="connsiteX0" fmla="*/ 19878 w 4899991"/>
              <a:gd name="connsiteY0" fmla="*/ 6983106 h 6983106"/>
              <a:gd name="connsiteX1" fmla="*/ 0 w 4899991"/>
              <a:gd name="connsiteY1" fmla="*/ 164862 h 6983106"/>
              <a:gd name="connsiteX2" fmla="*/ 655983 w 4899991"/>
              <a:gd name="connsiteY2" fmla="*/ 115167 h 6983106"/>
              <a:gd name="connsiteX3" fmla="*/ 4899991 w 4899991"/>
              <a:gd name="connsiteY3" fmla="*/ 6973167 h 6983106"/>
              <a:gd name="connsiteX4" fmla="*/ 19878 w 4899991"/>
              <a:gd name="connsiteY4" fmla="*/ 6983106 h 6983106"/>
              <a:gd name="connsiteX0" fmla="*/ 19878 w 4899991"/>
              <a:gd name="connsiteY0" fmla="*/ 6867939 h 6867939"/>
              <a:gd name="connsiteX1" fmla="*/ 0 w 4899991"/>
              <a:gd name="connsiteY1" fmla="*/ 49695 h 6867939"/>
              <a:gd name="connsiteX2" fmla="*/ 655983 w 4899991"/>
              <a:gd name="connsiteY2" fmla="*/ 0 h 6867939"/>
              <a:gd name="connsiteX3" fmla="*/ 4899991 w 4899991"/>
              <a:gd name="connsiteY3" fmla="*/ 6858000 h 6867939"/>
              <a:gd name="connsiteX4" fmla="*/ 19878 w 4899991"/>
              <a:gd name="connsiteY4" fmla="*/ 6867939 h 6867939"/>
              <a:gd name="connsiteX0" fmla="*/ 29817 w 4909930"/>
              <a:gd name="connsiteY0" fmla="*/ 6877879 h 6877879"/>
              <a:gd name="connsiteX1" fmla="*/ 0 w 4909930"/>
              <a:gd name="connsiteY1" fmla="*/ 0 h 6877879"/>
              <a:gd name="connsiteX2" fmla="*/ 665922 w 4909930"/>
              <a:gd name="connsiteY2" fmla="*/ 9940 h 6877879"/>
              <a:gd name="connsiteX3" fmla="*/ 4909930 w 4909930"/>
              <a:gd name="connsiteY3" fmla="*/ 6867940 h 6877879"/>
              <a:gd name="connsiteX4" fmla="*/ 29817 w 4909930"/>
              <a:gd name="connsiteY4" fmla="*/ 6877879 h 6877879"/>
              <a:gd name="connsiteX0" fmla="*/ 29817 w 4909930"/>
              <a:gd name="connsiteY0" fmla="*/ 6877879 h 6877879"/>
              <a:gd name="connsiteX1" fmla="*/ 0 w 4909930"/>
              <a:gd name="connsiteY1" fmla="*/ 0 h 6877879"/>
              <a:gd name="connsiteX2" fmla="*/ 665922 w 4909930"/>
              <a:gd name="connsiteY2" fmla="*/ 9940 h 6877879"/>
              <a:gd name="connsiteX3" fmla="*/ 4909930 w 4909930"/>
              <a:gd name="connsiteY3" fmla="*/ 6867940 h 6877879"/>
              <a:gd name="connsiteX4" fmla="*/ 29817 w 4909930"/>
              <a:gd name="connsiteY4" fmla="*/ 6877879 h 6877879"/>
              <a:gd name="connsiteX0" fmla="*/ 29817 w 4909930"/>
              <a:gd name="connsiteY0" fmla="*/ 6877879 h 6877879"/>
              <a:gd name="connsiteX1" fmla="*/ 0 w 4909930"/>
              <a:gd name="connsiteY1" fmla="*/ 0 h 6877879"/>
              <a:gd name="connsiteX2" fmla="*/ 665922 w 4909930"/>
              <a:gd name="connsiteY2" fmla="*/ 9940 h 6877879"/>
              <a:gd name="connsiteX3" fmla="*/ 4909930 w 4909930"/>
              <a:gd name="connsiteY3" fmla="*/ 6867940 h 6877879"/>
              <a:gd name="connsiteX4" fmla="*/ 29817 w 4909930"/>
              <a:gd name="connsiteY4" fmla="*/ 6877879 h 6877879"/>
              <a:gd name="connsiteX0" fmla="*/ 29817 w 4909930"/>
              <a:gd name="connsiteY0" fmla="*/ 6881616 h 6881616"/>
              <a:gd name="connsiteX1" fmla="*/ 0 w 4909930"/>
              <a:gd name="connsiteY1" fmla="*/ 3737 h 6881616"/>
              <a:gd name="connsiteX2" fmla="*/ 665922 w 4909930"/>
              <a:gd name="connsiteY2" fmla="*/ 13677 h 6881616"/>
              <a:gd name="connsiteX3" fmla="*/ 4909930 w 4909930"/>
              <a:gd name="connsiteY3" fmla="*/ 6871677 h 6881616"/>
              <a:gd name="connsiteX4" fmla="*/ 29817 w 4909930"/>
              <a:gd name="connsiteY4" fmla="*/ 6881616 h 6881616"/>
              <a:gd name="connsiteX0" fmla="*/ 29817 w 4909930"/>
              <a:gd name="connsiteY0" fmla="*/ 6867939 h 6867939"/>
              <a:gd name="connsiteX1" fmla="*/ 0 w 4909930"/>
              <a:gd name="connsiteY1" fmla="*/ 9938 h 6867939"/>
              <a:gd name="connsiteX2" fmla="*/ 665922 w 4909930"/>
              <a:gd name="connsiteY2" fmla="*/ 0 h 6867939"/>
              <a:gd name="connsiteX3" fmla="*/ 4909930 w 4909930"/>
              <a:gd name="connsiteY3" fmla="*/ 6858000 h 6867939"/>
              <a:gd name="connsiteX4" fmla="*/ 29817 w 4909930"/>
              <a:gd name="connsiteY4" fmla="*/ 6867939 h 6867939"/>
              <a:gd name="connsiteX0" fmla="*/ 39756 w 4919869"/>
              <a:gd name="connsiteY0" fmla="*/ 6881616 h 6881616"/>
              <a:gd name="connsiteX1" fmla="*/ 0 w 4919869"/>
              <a:gd name="connsiteY1" fmla="*/ 3737 h 6881616"/>
              <a:gd name="connsiteX2" fmla="*/ 675861 w 4919869"/>
              <a:gd name="connsiteY2" fmla="*/ 13677 h 6881616"/>
              <a:gd name="connsiteX3" fmla="*/ 4919869 w 4919869"/>
              <a:gd name="connsiteY3" fmla="*/ 6871677 h 6881616"/>
              <a:gd name="connsiteX4" fmla="*/ 39756 w 4919869"/>
              <a:gd name="connsiteY4" fmla="*/ 6881616 h 6881616"/>
              <a:gd name="connsiteX0" fmla="*/ 4084982 w 8965095"/>
              <a:gd name="connsiteY0" fmla="*/ 6873159 h 6873159"/>
              <a:gd name="connsiteX1" fmla="*/ 0 w 8965095"/>
              <a:gd name="connsiteY1" fmla="*/ 5220 h 6873159"/>
              <a:gd name="connsiteX2" fmla="*/ 4721087 w 8965095"/>
              <a:gd name="connsiteY2" fmla="*/ 5220 h 6873159"/>
              <a:gd name="connsiteX3" fmla="*/ 8965095 w 8965095"/>
              <a:gd name="connsiteY3" fmla="*/ 6863220 h 6873159"/>
              <a:gd name="connsiteX4" fmla="*/ 4084982 w 8965095"/>
              <a:gd name="connsiteY4" fmla="*/ 6873159 h 6873159"/>
              <a:gd name="connsiteX0" fmla="*/ 19877 w 8965095"/>
              <a:gd name="connsiteY0" fmla="*/ 6853281 h 6863220"/>
              <a:gd name="connsiteX1" fmla="*/ 0 w 8965095"/>
              <a:gd name="connsiteY1" fmla="*/ 5220 h 6863220"/>
              <a:gd name="connsiteX2" fmla="*/ 4721087 w 8965095"/>
              <a:gd name="connsiteY2" fmla="*/ 5220 h 6863220"/>
              <a:gd name="connsiteX3" fmla="*/ 8965095 w 8965095"/>
              <a:gd name="connsiteY3" fmla="*/ 6863220 h 6863220"/>
              <a:gd name="connsiteX4" fmla="*/ 19877 w 8965095"/>
              <a:gd name="connsiteY4" fmla="*/ 6853281 h 6863220"/>
              <a:gd name="connsiteX0" fmla="*/ 0 w 8975035"/>
              <a:gd name="connsiteY0" fmla="*/ 6873159 h 6873159"/>
              <a:gd name="connsiteX1" fmla="*/ 9940 w 8975035"/>
              <a:gd name="connsiteY1" fmla="*/ 5220 h 6873159"/>
              <a:gd name="connsiteX2" fmla="*/ 4731027 w 8975035"/>
              <a:gd name="connsiteY2" fmla="*/ 5220 h 6873159"/>
              <a:gd name="connsiteX3" fmla="*/ 8975035 w 8975035"/>
              <a:gd name="connsiteY3" fmla="*/ 6863220 h 6873159"/>
              <a:gd name="connsiteX4" fmla="*/ 0 w 8975035"/>
              <a:gd name="connsiteY4" fmla="*/ 6873159 h 6873159"/>
              <a:gd name="connsiteX0" fmla="*/ 318051 w 8965095"/>
              <a:gd name="connsiteY0" fmla="*/ 6893037 h 6893037"/>
              <a:gd name="connsiteX1" fmla="*/ 0 w 8965095"/>
              <a:gd name="connsiteY1" fmla="*/ 5220 h 6893037"/>
              <a:gd name="connsiteX2" fmla="*/ 4721087 w 8965095"/>
              <a:gd name="connsiteY2" fmla="*/ 5220 h 6893037"/>
              <a:gd name="connsiteX3" fmla="*/ 8965095 w 8965095"/>
              <a:gd name="connsiteY3" fmla="*/ 6863220 h 6893037"/>
              <a:gd name="connsiteX4" fmla="*/ 318051 w 8965095"/>
              <a:gd name="connsiteY4" fmla="*/ 6893037 h 6893037"/>
              <a:gd name="connsiteX0" fmla="*/ 248477 w 8965095"/>
              <a:gd name="connsiteY0" fmla="*/ 6912916 h 6912916"/>
              <a:gd name="connsiteX1" fmla="*/ 0 w 8965095"/>
              <a:gd name="connsiteY1" fmla="*/ 5220 h 6912916"/>
              <a:gd name="connsiteX2" fmla="*/ 4721087 w 8965095"/>
              <a:gd name="connsiteY2" fmla="*/ 5220 h 6912916"/>
              <a:gd name="connsiteX3" fmla="*/ 8965095 w 8965095"/>
              <a:gd name="connsiteY3" fmla="*/ 6863220 h 6912916"/>
              <a:gd name="connsiteX4" fmla="*/ 248477 w 8965095"/>
              <a:gd name="connsiteY4" fmla="*/ 6912916 h 6912916"/>
              <a:gd name="connsiteX0" fmla="*/ 89451 w 8806069"/>
              <a:gd name="connsiteY0" fmla="*/ 6907696 h 6907696"/>
              <a:gd name="connsiteX1" fmla="*/ 0 w 8806069"/>
              <a:gd name="connsiteY1" fmla="*/ 39756 h 6907696"/>
              <a:gd name="connsiteX2" fmla="*/ 4562061 w 8806069"/>
              <a:gd name="connsiteY2" fmla="*/ 0 h 6907696"/>
              <a:gd name="connsiteX3" fmla="*/ 8806069 w 8806069"/>
              <a:gd name="connsiteY3" fmla="*/ 6858000 h 6907696"/>
              <a:gd name="connsiteX4" fmla="*/ 89451 w 8806069"/>
              <a:gd name="connsiteY4" fmla="*/ 6907696 h 6907696"/>
              <a:gd name="connsiteX0" fmla="*/ 0 w 8716618"/>
              <a:gd name="connsiteY0" fmla="*/ 6907696 h 6907696"/>
              <a:gd name="connsiteX1" fmla="*/ 1 w 8716618"/>
              <a:gd name="connsiteY1" fmla="*/ 9939 h 6907696"/>
              <a:gd name="connsiteX2" fmla="*/ 4472610 w 8716618"/>
              <a:gd name="connsiteY2" fmla="*/ 0 h 6907696"/>
              <a:gd name="connsiteX3" fmla="*/ 8716618 w 8716618"/>
              <a:gd name="connsiteY3" fmla="*/ 6858000 h 6907696"/>
              <a:gd name="connsiteX4" fmla="*/ 0 w 8716618"/>
              <a:gd name="connsiteY4" fmla="*/ 6907696 h 6907696"/>
              <a:gd name="connsiteX0" fmla="*/ 9938 w 8726556"/>
              <a:gd name="connsiteY0" fmla="*/ 6921372 h 6921372"/>
              <a:gd name="connsiteX1" fmla="*/ 0 w 8726556"/>
              <a:gd name="connsiteY1" fmla="*/ 3737 h 6921372"/>
              <a:gd name="connsiteX2" fmla="*/ 4482548 w 8726556"/>
              <a:gd name="connsiteY2" fmla="*/ 13676 h 6921372"/>
              <a:gd name="connsiteX3" fmla="*/ 8726556 w 8726556"/>
              <a:gd name="connsiteY3" fmla="*/ 6871676 h 6921372"/>
              <a:gd name="connsiteX4" fmla="*/ 9938 w 8726556"/>
              <a:gd name="connsiteY4" fmla="*/ 6921372 h 6921372"/>
              <a:gd name="connsiteX0" fmla="*/ 9938 w 8726556"/>
              <a:gd name="connsiteY0" fmla="*/ 6917635 h 6917635"/>
              <a:gd name="connsiteX1" fmla="*/ 0 w 8726556"/>
              <a:gd name="connsiteY1" fmla="*/ 0 h 6917635"/>
              <a:gd name="connsiteX2" fmla="*/ 4482548 w 8726556"/>
              <a:gd name="connsiteY2" fmla="*/ 9939 h 6917635"/>
              <a:gd name="connsiteX3" fmla="*/ 8726556 w 8726556"/>
              <a:gd name="connsiteY3" fmla="*/ 6867939 h 6917635"/>
              <a:gd name="connsiteX4" fmla="*/ 9938 w 8726556"/>
              <a:gd name="connsiteY4" fmla="*/ 6917635 h 6917635"/>
              <a:gd name="connsiteX0" fmla="*/ 0 w 8716618"/>
              <a:gd name="connsiteY0" fmla="*/ 6907696 h 6907696"/>
              <a:gd name="connsiteX1" fmla="*/ 1470992 w 8716618"/>
              <a:gd name="connsiteY1" fmla="*/ 168965 h 6907696"/>
              <a:gd name="connsiteX2" fmla="*/ 4472610 w 8716618"/>
              <a:gd name="connsiteY2" fmla="*/ 0 h 6907696"/>
              <a:gd name="connsiteX3" fmla="*/ 8716618 w 8716618"/>
              <a:gd name="connsiteY3" fmla="*/ 6858000 h 6907696"/>
              <a:gd name="connsiteX4" fmla="*/ 0 w 8716618"/>
              <a:gd name="connsiteY4" fmla="*/ 6907696 h 6907696"/>
              <a:gd name="connsiteX0" fmla="*/ 0 w 8716618"/>
              <a:gd name="connsiteY0" fmla="*/ 6907696 h 6907696"/>
              <a:gd name="connsiteX1" fmla="*/ 3110949 w 8716618"/>
              <a:gd name="connsiteY1" fmla="*/ 9939 h 6907696"/>
              <a:gd name="connsiteX2" fmla="*/ 4472610 w 8716618"/>
              <a:gd name="connsiteY2" fmla="*/ 0 h 6907696"/>
              <a:gd name="connsiteX3" fmla="*/ 8716618 w 8716618"/>
              <a:gd name="connsiteY3" fmla="*/ 6858000 h 6907696"/>
              <a:gd name="connsiteX4" fmla="*/ 0 w 8716618"/>
              <a:gd name="connsiteY4" fmla="*/ 6907696 h 6907696"/>
              <a:gd name="connsiteX0" fmla="*/ 0 w 5724940"/>
              <a:gd name="connsiteY0" fmla="*/ 6907696 h 6907696"/>
              <a:gd name="connsiteX1" fmla="*/ 119271 w 5724940"/>
              <a:gd name="connsiteY1" fmla="*/ 9939 h 6907696"/>
              <a:gd name="connsiteX2" fmla="*/ 1480932 w 5724940"/>
              <a:gd name="connsiteY2" fmla="*/ 0 h 6907696"/>
              <a:gd name="connsiteX3" fmla="*/ 5724940 w 5724940"/>
              <a:gd name="connsiteY3" fmla="*/ 6858000 h 6907696"/>
              <a:gd name="connsiteX4" fmla="*/ 0 w 5724940"/>
              <a:gd name="connsiteY4" fmla="*/ 6907696 h 6907696"/>
              <a:gd name="connsiteX0" fmla="*/ 29816 w 5605669"/>
              <a:gd name="connsiteY0" fmla="*/ 6907696 h 6907696"/>
              <a:gd name="connsiteX1" fmla="*/ 0 w 5605669"/>
              <a:gd name="connsiteY1" fmla="*/ 9939 h 6907696"/>
              <a:gd name="connsiteX2" fmla="*/ 1361661 w 5605669"/>
              <a:gd name="connsiteY2" fmla="*/ 0 h 6907696"/>
              <a:gd name="connsiteX3" fmla="*/ 5605669 w 5605669"/>
              <a:gd name="connsiteY3" fmla="*/ 6858000 h 6907696"/>
              <a:gd name="connsiteX4" fmla="*/ 29816 w 5605669"/>
              <a:gd name="connsiteY4" fmla="*/ 6907696 h 6907696"/>
              <a:gd name="connsiteX0" fmla="*/ 69573 w 5605669"/>
              <a:gd name="connsiteY0" fmla="*/ 6937513 h 6937513"/>
              <a:gd name="connsiteX1" fmla="*/ 0 w 5605669"/>
              <a:gd name="connsiteY1" fmla="*/ 9939 h 6937513"/>
              <a:gd name="connsiteX2" fmla="*/ 1361661 w 5605669"/>
              <a:gd name="connsiteY2" fmla="*/ 0 h 6937513"/>
              <a:gd name="connsiteX3" fmla="*/ 5605669 w 5605669"/>
              <a:gd name="connsiteY3" fmla="*/ 6858000 h 6937513"/>
              <a:gd name="connsiteX4" fmla="*/ 69573 w 5605669"/>
              <a:gd name="connsiteY4" fmla="*/ 6937513 h 6937513"/>
              <a:gd name="connsiteX0" fmla="*/ 0 w 5605670"/>
              <a:gd name="connsiteY0" fmla="*/ 6897757 h 6897757"/>
              <a:gd name="connsiteX1" fmla="*/ 1 w 5605670"/>
              <a:gd name="connsiteY1" fmla="*/ 9939 h 6897757"/>
              <a:gd name="connsiteX2" fmla="*/ 1361662 w 5605670"/>
              <a:gd name="connsiteY2" fmla="*/ 0 h 6897757"/>
              <a:gd name="connsiteX3" fmla="*/ 5605670 w 5605670"/>
              <a:gd name="connsiteY3" fmla="*/ 6858000 h 6897757"/>
              <a:gd name="connsiteX4" fmla="*/ 0 w 5605670"/>
              <a:gd name="connsiteY4" fmla="*/ 6897757 h 6897757"/>
              <a:gd name="connsiteX0" fmla="*/ 9938 w 5615608"/>
              <a:gd name="connsiteY0" fmla="*/ 6897757 h 6897757"/>
              <a:gd name="connsiteX1" fmla="*/ 0 w 5615608"/>
              <a:gd name="connsiteY1" fmla="*/ 9939 h 6897757"/>
              <a:gd name="connsiteX2" fmla="*/ 1371600 w 5615608"/>
              <a:gd name="connsiteY2" fmla="*/ 0 h 6897757"/>
              <a:gd name="connsiteX3" fmla="*/ 5615608 w 5615608"/>
              <a:gd name="connsiteY3" fmla="*/ 6858000 h 6897757"/>
              <a:gd name="connsiteX4" fmla="*/ 9938 w 5615608"/>
              <a:gd name="connsiteY4" fmla="*/ 6897757 h 6897757"/>
              <a:gd name="connsiteX0" fmla="*/ 9938 w 5615608"/>
              <a:gd name="connsiteY0" fmla="*/ 6906868 h 6906868"/>
              <a:gd name="connsiteX1" fmla="*/ 0 w 5615608"/>
              <a:gd name="connsiteY1" fmla="*/ 0 h 6906868"/>
              <a:gd name="connsiteX2" fmla="*/ 1371600 w 5615608"/>
              <a:gd name="connsiteY2" fmla="*/ 9111 h 6906868"/>
              <a:gd name="connsiteX3" fmla="*/ 5615608 w 5615608"/>
              <a:gd name="connsiteY3" fmla="*/ 6867111 h 6906868"/>
              <a:gd name="connsiteX4" fmla="*/ 9938 w 5615608"/>
              <a:gd name="connsiteY4" fmla="*/ 6906868 h 6906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15608" h="6906868">
                <a:moveTo>
                  <a:pt x="9938" y="6906868"/>
                </a:moveTo>
                <a:cubicBezTo>
                  <a:pt x="9938" y="4962111"/>
                  <a:pt x="14908" y="3438939"/>
                  <a:pt x="0" y="0"/>
                </a:cubicBezTo>
                <a:lnTo>
                  <a:pt x="1371600" y="9111"/>
                </a:lnTo>
                <a:lnTo>
                  <a:pt x="5615608" y="6867111"/>
                </a:lnTo>
                <a:lnTo>
                  <a:pt x="9938" y="6906868"/>
                </a:lnTo>
                <a:close/>
              </a:path>
            </a:pathLst>
          </a:custGeom>
          <a:solidFill>
            <a:schemeClr val="bg1"/>
          </a:solidFill>
          <a:ln w="12700" cap="flat">
            <a:noFill/>
            <a:miter lim="400000"/>
          </a:ln>
          <a:effectLst>
            <a:outerShdw blurRad="267942" dist="38100" algn="l" rotWithShape="0">
              <a:srgbClr val="063958">
                <a:alpha val="56121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50626A"/>
              </a:solidFill>
              <a:effectLst/>
              <a:uFillTx/>
              <a:latin typeface="Arial" panose="020B0604020202020204" pitchFamily="34" charset="0"/>
              <a:ea typeface="+mn-ea"/>
              <a:cs typeface="+mn-cs"/>
              <a:sym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911EF92-FB4D-FDCE-E79B-83AF9AF151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22064" y="3172968"/>
            <a:ext cx="1566288" cy="102041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B2A4150-9DA6-42D1-284D-733A65D0B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0" y="3172968"/>
            <a:ext cx="7911229" cy="808138"/>
          </a:xfr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4C5D6158-75ED-89D4-C789-A40024BCB7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23141" r="22363"/>
          <a:stretch/>
        </p:blipFill>
        <p:spPr>
          <a:xfrm>
            <a:off x="55776" y="2926084"/>
            <a:ext cx="1566288" cy="1423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352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56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B625F-C15A-4238-ABAC-07D8ECC91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700611-B61B-4ABD-BE4D-17E6DAC9A6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143D1D-9801-49CA-88C0-178C03B6937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Body Level One…">
            <a:extLst>
              <a:ext uri="{FF2B5EF4-FFF2-40B4-BE49-F238E27FC236}">
                <a16:creationId xmlns:a16="http://schemas.microsoft.com/office/drawing/2014/main" id="{40EBB8DB-A9D6-4FF1-A2F3-96E6783B818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47472" y="1280160"/>
            <a:ext cx="11460020" cy="50819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693616-0248-8133-F288-F4E37CFA4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815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Content w/ 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B625F-C15A-4238-ABAC-07D8ECC91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Body Level One…">
            <a:extLst>
              <a:ext uri="{FF2B5EF4-FFF2-40B4-BE49-F238E27FC236}">
                <a16:creationId xmlns:a16="http://schemas.microsoft.com/office/drawing/2014/main" id="{40EBB8DB-A9D6-4FF1-A2F3-96E6783B818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47472" y="1280160"/>
            <a:ext cx="11522128" cy="4351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4CB08785-6C13-4F42-AEB0-A7E31B949A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72233" y="6036177"/>
            <a:ext cx="10070406" cy="365125"/>
          </a:xfrm>
        </p:spPr>
        <p:txBody>
          <a:bodyPr lIns="91440" anchor="b">
            <a:noAutofit/>
          </a:bodyPr>
          <a:lstStyle>
            <a:lvl1pPr marL="0" indent="0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/>
              <a:t>Footnotes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61A535-BA79-05B3-5AF6-6BE830EA668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BC38D2-B36B-D29F-9AA7-994F07556DE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B143D1D-9801-49CA-88C0-178C03B69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478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 Dark">
    <p:bg>
      <p:bgPr>
        <a:gradFill>
          <a:gsLst>
            <a:gs pos="1000">
              <a:schemeClr val="accent6"/>
            </a:gs>
            <a:gs pos="100000">
              <a:srgbClr val="000738"/>
            </a:gs>
            <a:gs pos="42000">
              <a:srgbClr val="063958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C47A46-FF53-3EF5-3718-12552EC56F5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296055" y="6412748"/>
            <a:ext cx="426564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B143D1D-9801-49CA-88C0-178C03B6937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D8638C-4F5F-7956-F266-42A2C6FB1BF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1F8C85C-BFAA-DC82-25E9-742DA6EB15A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806884" y="6082764"/>
            <a:ext cx="1082711" cy="721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821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ft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C5727E7-0CEB-3F42-D5D8-424A5AAAB8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18" r="28718"/>
          <a:stretch/>
        </p:blipFill>
        <p:spPr>
          <a:xfrm>
            <a:off x="-3810" y="0"/>
            <a:ext cx="5176311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45E0678-FA16-AB81-99E1-753A53DF58AD}"/>
              </a:ext>
            </a:extLst>
          </p:cNvPr>
          <p:cNvSpPr/>
          <p:nvPr userDrawn="1"/>
        </p:nvSpPr>
        <p:spPr>
          <a:xfrm>
            <a:off x="0" y="-1"/>
            <a:ext cx="5176311" cy="5880539"/>
          </a:xfrm>
          <a:prstGeom prst="rect">
            <a:avLst/>
          </a:prstGeom>
          <a:gradFill flip="none" rotWithShape="1">
            <a:gsLst>
              <a:gs pos="0">
                <a:schemeClr val="accent6">
                  <a:alpha val="0"/>
                </a:schemeClr>
              </a:gs>
              <a:gs pos="95000">
                <a:schemeClr val="bg2"/>
              </a:gs>
            </a:gsLst>
            <a:lin ang="16200000" scaled="1"/>
            <a:tileRect/>
          </a:gra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50626A"/>
              </a:solidFill>
              <a:effectLst/>
              <a:uFillTx/>
              <a:latin typeface="Arial" panose="020B0604020202020204" pitchFamily="34" charset="0"/>
              <a:ea typeface="+mn-ea"/>
              <a:cs typeface="+mn-cs"/>
              <a:sym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5B625F-C15A-4238-ABAC-07D8ECC91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233" y="317212"/>
            <a:ext cx="4518131" cy="18925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700611-B61B-4ABD-BE4D-17E6DAC9A6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B143D1D-9801-49CA-88C0-178C03B6937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Body Level One…">
            <a:extLst>
              <a:ext uri="{FF2B5EF4-FFF2-40B4-BE49-F238E27FC236}">
                <a16:creationId xmlns:a16="http://schemas.microsoft.com/office/drawing/2014/main" id="{40EBB8DB-A9D6-4FF1-A2F3-96E6783B818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581933" y="560356"/>
            <a:ext cx="6398195" cy="5516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649BBA-C546-F173-EE3F-1CF65B3DB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425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ight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C5727E7-0CEB-3F42-D5D8-424A5AAAB81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89" r="30747"/>
          <a:stretch/>
        </p:blipFill>
        <p:spPr>
          <a:xfrm flipH="1" flipV="1">
            <a:off x="7015689" y="0"/>
            <a:ext cx="5176311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06027A1-0D62-16F7-30CE-41BFE8B26C7C}"/>
              </a:ext>
            </a:extLst>
          </p:cNvPr>
          <p:cNvSpPr/>
          <p:nvPr/>
        </p:nvSpPr>
        <p:spPr>
          <a:xfrm>
            <a:off x="7015689" y="-1"/>
            <a:ext cx="5176311" cy="6777874"/>
          </a:xfrm>
          <a:prstGeom prst="rect">
            <a:avLst/>
          </a:prstGeom>
          <a:gradFill flip="none" rotWithShape="1">
            <a:gsLst>
              <a:gs pos="0">
                <a:schemeClr val="accent6">
                  <a:alpha val="0"/>
                </a:schemeClr>
              </a:gs>
              <a:gs pos="95000">
                <a:schemeClr val="bg2"/>
              </a:gs>
            </a:gsLst>
            <a:lin ang="16200000" scaled="1"/>
            <a:tileRect/>
          </a:gra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50626A"/>
              </a:solidFill>
              <a:effectLst/>
              <a:uFillTx/>
              <a:latin typeface="Arial" panose="020B0604020202020204" pitchFamily="34" charset="0"/>
              <a:ea typeface="+mn-ea"/>
              <a:cs typeface="+mn-cs"/>
              <a:sym typeface="Calibri"/>
            </a:endParaRPr>
          </a:p>
        </p:txBody>
      </p:sp>
      <p:sp>
        <p:nvSpPr>
          <p:cNvPr id="4" name="Body Level One…">
            <a:extLst>
              <a:ext uri="{FF2B5EF4-FFF2-40B4-BE49-F238E27FC236}">
                <a16:creationId xmlns:a16="http://schemas.microsoft.com/office/drawing/2014/main" id="{40EBB8DB-A9D6-4FF1-A2F3-96E6783B818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47472" y="1242203"/>
            <a:ext cx="6398195" cy="49680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0FB071E8-809B-6890-C6B9-812E8369D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21BB59-32EF-F98A-2990-317BB5943E8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B7AFE7E-7CB0-FD25-F78E-7DA5692308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B143D1D-9801-49CA-88C0-178C03B6937F}" type="slidenum">
              <a:rPr lang="en-US" smtClean="0"/>
              <a:t>‹#›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24F124-A258-66DC-3AAE-6DDE6D9BAB5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886330" y="6126042"/>
            <a:ext cx="934494" cy="620833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054069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37311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867"/>
              </a:spcBef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2567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4200" y="1097350"/>
            <a:ext cx="11216640" cy="4937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Footer for Disclaimer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43ED3-111B-4842-9D2D-918F903AB236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5F21A9D-C709-4722-BAF7-7EFE6AE15C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9656" y="664237"/>
            <a:ext cx="10363200" cy="31959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>
              <a:defRPr lang="en-US" sz="1800" dirty="0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193098"/>
      </p:ext>
    </p:extLst>
  </p:cSld>
  <p:clrMapOvr>
    <a:masterClrMapping/>
  </p:clrMapOvr>
  <p:transition spd="med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EABC0-EFC6-D243-946E-F42B969FE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7472" y="1144401"/>
            <a:ext cx="5760625" cy="823912"/>
          </a:xfrm>
        </p:spPr>
        <p:txBody>
          <a:bodyPr anchor="b"/>
          <a:lstStyle>
            <a:lvl1pPr marL="0" indent="0">
              <a:buNone/>
              <a:defRPr sz="2000" b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B5420B-0671-9947-8ACD-9947290B10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7472" y="1968312"/>
            <a:ext cx="5760625" cy="40458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BC9F15-7C0B-4444-AE75-34E3127776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13" y="1144401"/>
            <a:ext cx="5517485" cy="823912"/>
          </a:xfrm>
        </p:spPr>
        <p:txBody>
          <a:bodyPr anchor="b"/>
          <a:lstStyle>
            <a:lvl1pPr marL="0" indent="0">
              <a:buNone/>
              <a:defRPr sz="2000" b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CAFEF0-01F2-2E44-94D8-FD3D3CE15F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13" y="1968312"/>
            <a:ext cx="5517485" cy="40458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A53AB65E-510E-4C42-BD7A-EC2B31E26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17E5D93-47C7-C366-2531-FB5F387B513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A034DA-6BF8-D5C0-A344-983B2CDFAB2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B143D1D-9801-49CA-88C0-178C03B69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360459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image" Target="../media/image7.sv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13" Type="http://schemas.openxmlformats.org/officeDocument/2006/relationships/tags" Target="../tags/tag3.xml"/><Relationship Id="rId3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7.xml"/><Relationship Id="rId12" Type="http://schemas.openxmlformats.org/officeDocument/2006/relationships/theme" Target="../theme/theme3.xml"/><Relationship Id="rId17" Type="http://schemas.openxmlformats.org/officeDocument/2006/relationships/image" Target="../media/image12.png"/><Relationship Id="rId2" Type="http://schemas.openxmlformats.org/officeDocument/2006/relationships/slideLayout" Target="../slideLayouts/slideLayout32.xml"/><Relationship Id="rId16" Type="http://schemas.openxmlformats.org/officeDocument/2006/relationships/image" Target="../media/image7.svg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41.xml"/><Relationship Id="rId5" Type="http://schemas.openxmlformats.org/officeDocument/2006/relationships/slideLayout" Target="../slideLayouts/slideLayout35.xml"/><Relationship Id="rId15" Type="http://schemas.openxmlformats.org/officeDocument/2006/relationships/image" Target="../media/image11.emf"/><Relationship Id="rId1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Relationship Id="rId14" Type="http://schemas.openxmlformats.org/officeDocument/2006/relationships/oleObject" Target="../embeddings/oleObject2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3"/>
          <p:cNvGrpSpPr/>
          <p:nvPr/>
        </p:nvGrpSpPr>
        <p:grpSpPr>
          <a:xfrm>
            <a:off x="-1669793" y="1235841"/>
            <a:ext cx="1036321" cy="4424423"/>
            <a:chOff x="0" y="0"/>
            <a:chExt cx="1036319" cy="4424421"/>
          </a:xfrm>
        </p:grpSpPr>
        <p:grpSp>
          <p:nvGrpSpPr>
            <p:cNvPr id="4" name="TextBox 2"/>
            <p:cNvGrpSpPr/>
            <p:nvPr/>
          </p:nvGrpSpPr>
          <p:grpSpPr>
            <a:xfrm>
              <a:off x="0" y="1505608"/>
              <a:ext cx="1036320" cy="660401"/>
              <a:chOff x="0" y="0"/>
              <a:chExt cx="1036319" cy="660400"/>
            </a:xfrm>
          </p:grpSpPr>
          <p:sp>
            <p:nvSpPr>
              <p:cNvPr id="2" name="Rectangle"/>
              <p:cNvSpPr/>
              <p:nvPr/>
            </p:nvSpPr>
            <p:spPr>
              <a:xfrm>
                <a:off x="0" y="0"/>
                <a:ext cx="1036320" cy="660400"/>
              </a:xfrm>
              <a:prstGeom prst="rect">
                <a:avLst/>
              </a:prstGeom>
              <a:solidFill>
                <a:schemeClr val="accent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3" name="3 255 4"/>
              <p:cNvSpPr txBox="1"/>
              <p:nvPr/>
            </p:nvSpPr>
            <p:spPr>
              <a:xfrm>
                <a:off x="45720" y="210565"/>
                <a:ext cx="944881" cy="23927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1100" b="1">
                    <a:solidFill>
                      <a:srgbClr val="FFFFFF"/>
                    </a:solidFill>
                  </a:defRPr>
                </a:lvl1pPr>
              </a:lstStyle>
              <a:p>
                <a:r>
                  <a:t>3 255 4</a:t>
                </a:r>
              </a:p>
            </p:txBody>
          </p:sp>
        </p:grpSp>
        <p:grpSp>
          <p:nvGrpSpPr>
            <p:cNvPr id="7" name="TextBox 4"/>
            <p:cNvGrpSpPr/>
            <p:nvPr/>
          </p:nvGrpSpPr>
          <p:grpSpPr>
            <a:xfrm>
              <a:off x="0" y="2258411"/>
              <a:ext cx="1036320" cy="660401"/>
              <a:chOff x="0" y="0"/>
              <a:chExt cx="1036319" cy="660400"/>
            </a:xfrm>
          </p:grpSpPr>
          <p:sp>
            <p:nvSpPr>
              <p:cNvPr id="5" name="Rectangle"/>
              <p:cNvSpPr/>
              <p:nvPr/>
            </p:nvSpPr>
            <p:spPr>
              <a:xfrm>
                <a:off x="0" y="0"/>
                <a:ext cx="1036320" cy="660400"/>
              </a:xfrm>
              <a:prstGeom prst="rect">
                <a:avLst/>
              </a:prstGeom>
              <a:solidFill>
                <a:schemeClr val="accent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6" name="244 0 0"/>
              <p:cNvSpPr txBox="1"/>
              <p:nvPr/>
            </p:nvSpPr>
            <p:spPr>
              <a:xfrm>
                <a:off x="45720" y="210565"/>
                <a:ext cx="944881" cy="23927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1100" b="1">
                    <a:solidFill>
                      <a:srgbClr val="FFFFFF"/>
                    </a:solidFill>
                  </a:defRPr>
                </a:lvl1pPr>
              </a:lstStyle>
              <a:p>
                <a:r>
                  <a:t>244 0 0</a:t>
                </a:r>
              </a:p>
            </p:txBody>
          </p:sp>
        </p:grpSp>
        <p:grpSp>
          <p:nvGrpSpPr>
            <p:cNvPr id="10" name="TextBox 5"/>
            <p:cNvGrpSpPr/>
            <p:nvPr/>
          </p:nvGrpSpPr>
          <p:grpSpPr>
            <a:xfrm>
              <a:off x="0" y="3011216"/>
              <a:ext cx="1036320" cy="660401"/>
              <a:chOff x="0" y="0"/>
              <a:chExt cx="1036319" cy="660400"/>
            </a:xfrm>
          </p:grpSpPr>
          <p:sp>
            <p:nvSpPr>
              <p:cNvPr id="8" name="Rectangle"/>
              <p:cNvSpPr/>
              <p:nvPr/>
            </p:nvSpPr>
            <p:spPr>
              <a:xfrm>
                <a:off x="0" y="0"/>
                <a:ext cx="1036320" cy="660400"/>
              </a:xfrm>
              <a:prstGeom prst="rect">
                <a:avLst/>
              </a:prstGeom>
              <a:solidFill>
                <a:schemeClr val="accent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9" name="130 0 0"/>
              <p:cNvSpPr txBox="1"/>
              <p:nvPr/>
            </p:nvSpPr>
            <p:spPr>
              <a:xfrm>
                <a:off x="45720" y="210565"/>
                <a:ext cx="944881" cy="23927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1100" b="1">
                    <a:solidFill>
                      <a:srgbClr val="FFFFFF"/>
                    </a:solidFill>
                  </a:defRPr>
                </a:lvl1pPr>
              </a:lstStyle>
              <a:p>
                <a:r>
                  <a:t>130 0 0</a:t>
                </a:r>
              </a:p>
            </p:txBody>
          </p:sp>
        </p:grpSp>
        <p:grpSp>
          <p:nvGrpSpPr>
            <p:cNvPr id="13" name="TextBox 6"/>
            <p:cNvGrpSpPr/>
            <p:nvPr/>
          </p:nvGrpSpPr>
          <p:grpSpPr>
            <a:xfrm>
              <a:off x="0" y="3764021"/>
              <a:ext cx="1036320" cy="660401"/>
              <a:chOff x="0" y="0"/>
              <a:chExt cx="1036319" cy="660400"/>
            </a:xfrm>
          </p:grpSpPr>
          <p:sp>
            <p:nvSpPr>
              <p:cNvPr id="11" name="Rectangle"/>
              <p:cNvSpPr/>
              <p:nvPr/>
            </p:nvSpPr>
            <p:spPr>
              <a:xfrm>
                <a:off x="0" y="0"/>
                <a:ext cx="1036320" cy="660400"/>
              </a:xfrm>
              <a:prstGeom prst="rect">
                <a:avLst/>
              </a:prstGeom>
              <a:solidFill>
                <a:schemeClr val="accent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12" name="244 177 131"/>
              <p:cNvSpPr txBox="1"/>
              <p:nvPr/>
            </p:nvSpPr>
            <p:spPr>
              <a:xfrm>
                <a:off x="45720" y="210565"/>
                <a:ext cx="944881" cy="23927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1100" b="1">
                    <a:solidFill>
                      <a:srgbClr val="FFFFFF"/>
                    </a:solidFill>
                  </a:defRPr>
                </a:lvl1pPr>
              </a:lstStyle>
              <a:p>
                <a:r>
                  <a:t>244 177 131</a:t>
                </a:r>
              </a:p>
            </p:txBody>
          </p:sp>
        </p:grpSp>
        <p:grpSp>
          <p:nvGrpSpPr>
            <p:cNvPr id="16" name="TextBox 7"/>
            <p:cNvGrpSpPr/>
            <p:nvPr/>
          </p:nvGrpSpPr>
          <p:grpSpPr>
            <a:xfrm>
              <a:off x="0" y="-1"/>
              <a:ext cx="1036320" cy="660401"/>
              <a:chOff x="0" y="0"/>
              <a:chExt cx="1036319" cy="660400"/>
            </a:xfrm>
          </p:grpSpPr>
          <p:sp>
            <p:nvSpPr>
              <p:cNvPr id="14" name="Rectangle"/>
              <p:cNvSpPr/>
              <p:nvPr/>
            </p:nvSpPr>
            <p:spPr>
              <a:xfrm>
                <a:off x="0" y="0"/>
                <a:ext cx="1036320" cy="660400"/>
              </a:xfrm>
              <a:prstGeom prst="rect">
                <a:avLst/>
              </a:prstGeom>
              <a:solidFill>
                <a:schemeClr val="accent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15" name="0 102 102"/>
              <p:cNvSpPr txBox="1"/>
              <p:nvPr/>
            </p:nvSpPr>
            <p:spPr>
              <a:xfrm>
                <a:off x="45720" y="210565"/>
                <a:ext cx="944881" cy="23927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1100" b="1">
                    <a:solidFill>
                      <a:srgbClr val="FFFFFF"/>
                    </a:solidFill>
                  </a:defRPr>
                </a:lvl1pPr>
              </a:lstStyle>
              <a:p>
                <a:r>
                  <a:t>0 102 102</a:t>
                </a:r>
              </a:p>
            </p:txBody>
          </p:sp>
        </p:grpSp>
        <p:grpSp>
          <p:nvGrpSpPr>
            <p:cNvPr id="19" name="TextBox 8"/>
            <p:cNvGrpSpPr/>
            <p:nvPr/>
          </p:nvGrpSpPr>
          <p:grpSpPr>
            <a:xfrm>
              <a:off x="0" y="752804"/>
              <a:ext cx="1036320" cy="660401"/>
              <a:chOff x="0" y="0"/>
              <a:chExt cx="1036319" cy="660400"/>
            </a:xfrm>
          </p:grpSpPr>
          <p:sp>
            <p:nvSpPr>
              <p:cNvPr id="17" name="Rectangle"/>
              <p:cNvSpPr/>
              <p:nvPr/>
            </p:nvSpPr>
            <p:spPr>
              <a:xfrm>
                <a:off x="0" y="0"/>
                <a:ext cx="1036320" cy="660400"/>
              </a:xfrm>
              <a:prstGeom prst="rect">
                <a:avLst/>
              </a:prstGeom>
              <a:solidFill>
                <a:srgbClr val="D7E9F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18" name="0 102 102"/>
              <p:cNvSpPr txBox="1"/>
              <p:nvPr/>
            </p:nvSpPr>
            <p:spPr>
              <a:xfrm>
                <a:off x="45720" y="210565"/>
                <a:ext cx="944881" cy="23927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1100" b="1">
                    <a:solidFill>
                      <a:srgbClr val="FFFFFF"/>
                    </a:solidFill>
                  </a:defRPr>
                </a:lvl1pPr>
              </a:lstStyle>
              <a:p>
                <a:r>
                  <a:t>0 102 102</a:t>
                </a:r>
              </a:p>
            </p:txBody>
          </p:sp>
        </p:grpSp>
      </p:grpSp>
      <p:sp>
        <p:nvSpPr>
          <p:cNvPr id="21" name="Title Text"/>
          <p:cNvSpPr txBox="1">
            <a:spLocks noGrp="1"/>
          </p:cNvSpPr>
          <p:nvPr>
            <p:ph type="title"/>
          </p:nvPr>
        </p:nvSpPr>
        <p:spPr>
          <a:xfrm>
            <a:off x="286326" y="69563"/>
            <a:ext cx="11536220" cy="8081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b">
            <a:normAutofit/>
          </a:bodyPr>
          <a:lstStyle/>
          <a:p>
            <a:r>
              <a:t>Title Text</a:t>
            </a:r>
          </a:p>
        </p:txBody>
      </p:sp>
      <p:sp>
        <p:nvSpPr>
          <p:cNvPr id="22" name="Body Level One…"/>
          <p:cNvSpPr txBox="1">
            <a:spLocks noGrp="1"/>
          </p:cNvSpPr>
          <p:nvPr>
            <p:ph type="body" idx="1"/>
          </p:nvPr>
        </p:nvSpPr>
        <p:spPr>
          <a:xfrm>
            <a:off x="796636" y="1484281"/>
            <a:ext cx="10515601" cy="4351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26973" y="6506145"/>
            <a:ext cx="207875" cy="2184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b">
            <a:spAutoFit/>
          </a:bodyPr>
          <a:lstStyle>
            <a:lvl1pPr algn="ctr">
              <a:defRPr sz="800">
                <a:solidFill>
                  <a:srgbClr val="50626A"/>
                </a:solidFill>
                <a:latin typeface="Montserrat Regular"/>
                <a:ea typeface="Montserrat Regular"/>
                <a:cs typeface="Montserrat Regular"/>
                <a:sym typeface="Montserrat 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24" name="Picture 10" descr="Picture 10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78446" y="6310264"/>
            <a:ext cx="626204" cy="446895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7" name="Group"/>
          <p:cNvGrpSpPr/>
          <p:nvPr/>
        </p:nvGrpSpPr>
        <p:grpSpPr>
          <a:xfrm>
            <a:off x="-34975" y="877701"/>
            <a:ext cx="11733734" cy="138634"/>
            <a:chOff x="0" y="0"/>
            <a:chExt cx="11733733" cy="138633"/>
          </a:xfrm>
        </p:grpSpPr>
        <p:sp>
          <p:nvSpPr>
            <p:cNvPr id="25" name="Rectangle"/>
            <p:cNvSpPr/>
            <p:nvPr/>
          </p:nvSpPr>
          <p:spPr>
            <a:xfrm>
              <a:off x="0" y="48555"/>
              <a:ext cx="11678047" cy="41524"/>
            </a:xfrm>
            <a:prstGeom prst="rect">
              <a:avLst/>
            </a:prstGeom>
            <a:gradFill flip="none" rotWithShape="1">
              <a:gsLst>
                <a:gs pos="39000">
                  <a:srgbClr val="3A839A"/>
                </a:gs>
                <a:gs pos="94000">
                  <a:srgbClr val="E2AE43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26" name="Circle"/>
            <p:cNvSpPr/>
            <p:nvPr/>
          </p:nvSpPr>
          <p:spPr>
            <a:xfrm>
              <a:off x="11595100" y="0"/>
              <a:ext cx="138634" cy="138634"/>
            </a:xfrm>
            <a:prstGeom prst="ellipse">
              <a:avLst/>
            </a:prstGeom>
            <a:solidFill>
              <a:srgbClr val="E2AE4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774583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5466" r:id="rId3"/>
    <p:sldLayoutId id="2147485467" r:id="rId4"/>
    <p:sldLayoutId id="2147485468" r:id="rId5"/>
    <p:sldLayoutId id="2147485469" r:id="rId6"/>
    <p:sldLayoutId id="2147485470" r:id="rId7"/>
    <p:sldLayoutId id="2147485471" r:id="rId8"/>
    <p:sldLayoutId id="2147485472" r:id="rId9"/>
    <p:sldLayoutId id="2147485473" r:id="rId10"/>
    <p:sldLayoutId id="2147485474" r:id="rId11"/>
    <p:sldLayoutId id="2147485475" r:id="rId12"/>
    <p:sldLayoutId id="2147483684" r:id="rId13"/>
    <p:sldLayoutId id="2147483685" r:id="rId14"/>
    <p:sldLayoutId id="2147483686" r:id="rId15"/>
    <p:sldLayoutId id="2147483687" r:id="rId16"/>
    <p:sldLayoutId id="2147483688" r:id="rId17"/>
    <p:sldLayoutId id="2147483689" r:id="rId18"/>
  </p:sldLayoutIdLst>
  <p:transition spd="med"/>
  <p:hf hdr="0" ftr="0" dt="0"/>
  <p:txStyles>
    <p:titleStyle>
      <a:lvl1pPr marL="0" marR="0" indent="0" algn="l" defTabSz="91424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1" i="0" u="none" strike="noStrike" cap="none" spc="0" baseline="0">
          <a:solidFill>
            <a:schemeClr val="accent1"/>
          </a:solidFill>
          <a:uFillTx/>
          <a:latin typeface="Arial Nova" panose="020B0504020202020204" pitchFamily="34" charset="0"/>
          <a:ea typeface="Arial Nova" panose="020B0504020202020204" pitchFamily="34" charset="0"/>
          <a:cs typeface="Arial Nova" panose="020B0504020202020204" pitchFamily="34" charset="0"/>
          <a:sym typeface="Avenir Black"/>
        </a:defRPr>
      </a:lvl1pPr>
      <a:lvl2pPr marL="0" marR="0" indent="0" algn="l" defTabSz="91424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0" i="0" u="none" strike="noStrike" cap="none" spc="0" baseline="0">
          <a:solidFill>
            <a:schemeClr val="accent1"/>
          </a:solidFill>
          <a:uFillTx/>
          <a:latin typeface="Avenir Black"/>
          <a:ea typeface="Avenir Black"/>
          <a:cs typeface="Avenir Black"/>
          <a:sym typeface="Avenir Black"/>
        </a:defRPr>
      </a:lvl2pPr>
      <a:lvl3pPr marL="0" marR="0" indent="0" algn="l" defTabSz="91424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0" i="0" u="none" strike="noStrike" cap="none" spc="0" baseline="0">
          <a:solidFill>
            <a:schemeClr val="accent1"/>
          </a:solidFill>
          <a:uFillTx/>
          <a:latin typeface="Avenir Black"/>
          <a:ea typeface="Avenir Black"/>
          <a:cs typeface="Avenir Black"/>
          <a:sym typeface="Avenir Black"/>
        </a:defRPr>
      </a:lvl3pPr>
      <a:lvl4pPr marL="0" marR="0" indent="0" algn="l" defTabSz="91424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0" i="0" u="none" strike="noStrike" cap="none" spc="0" baseline="0">
          <a:solidFill>
            <a:schemeClr val="accent1"/>
          </a:solidFill>
          <a:uFillTx/>
          <a:latin typeface="Avenir Black"/>
          <a:ea typeface="Avenir Black"/>
          <a:cs typeface="Avenir Black"/>
          <a:sym typeface="Avenir Black"/>
        </a:defRPr>
      </a:lvl4pPr>
      <a:lvl5pPr marL="0" marR="0" indent="0" algn="l" defTabSz="91424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0" i="0" u="none" strike="noStrike" cap="none" spc="0" baseline="0">
          <a:solidFill>
            <a:schemeClr val="accent1"/>
          </a:solidFill>
          <a:uFillTx/>
          <a:latin typeface="Avenir Black"/>
          <a:ea typeface="Avenir Black"/>
          <a:cs typeface="Avenir Black"/>
          <a:sym typeface="Avenir Black"/>
        </a:defRPr>
      </a:lvl5pPr>
      <a:lvl6pPr marL="0" marR="0" indent="0" algn="l" defTabSz="91424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0" i="0" u="none" strike="noStrike" cap="none" spc="0" baseline="0">
          <a:solidFill>
            <a:schemeClr val="accent1"/>
          </a:solidFill>
          <a:uFillTx/>
          <a:latin typeface="Avenir Black"/>
          <a:ea typeface="Avenir Black"/>
          <a:cs typeface="Avenir Black"/>
          <a:sym typeface="Avenir Black"/>
        </a:defRPr>
      </a:lvl6pPr>
      <a:lvl7pPr marL="0" marR="0" indent="0" algn="l" defTabSz="91424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0" i="0" u="none" strike="noStrike" cap="none" spc="0" baseline="0">
          <a:solidFill>
            <a:schemeClr val="accent1"/>
          </a:solidFill>
          <a:uFillTx/>
          <a:latin typeface="Avenir Black"/>
          <a:ea typeface="Avenir Black"/>
          <a:cs typeface="Avenir Black"/>
          <a:sym typeface="Avenir Black"/>
        </a:defRPr>
      </a:lvl7pPr>
      <a:lvl8pPr marL="0" marR="0" indent="0" algn="l" defTabSz="91424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0" i="0" u="none" strike="noStrike" cap="none" spc="0" baseline="0">
          <a:solidFill>
            <a:schemeClr val="accent1"/>
          </a:solidFill>
          <a:uFillTx/>
          <a:latin typeface="Avenir Black"/>
          <a:ea typeface="Avenir Black"/>
          <a:cs typeface="Avenir Black"/>
          <a:sym typeface="Avenir Black"/>
        </a:defRPr>
      </a:lvl8pPr>
      <a:lvl9pPr marL="0" marR="0" indent="0" algn="l" defTabSz="91424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0" i="0" u="none" strike="noStrike" cap="none" spc="0" baseline="0">
          <a:solidFill>
            <a:schemeClr val="accent1"/>
          </a:solidFill>
          <a:uFillTx/>
          <a:latin typeface="Avenir Black"/>
          <a:ea typeface="Avenir Black"/>
          <a:cs typeface="Avenir Black"/>
          <a:sym typeface="Avenir Black"/>
        </a:defRPr>
      </a:lvl9pPr>
    </p:titleStyle>
    <p:bodyStyle>
      <a:lvl1pPr marL="228560" marR="0" indent="-228560" algn="l" defTabSz="91424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1800" b="0" i="0" u="none" strike="noStrike" cap="none" spc="0" baseline="0">
          <a:solidFill>
            <a:srgbClr val="50626A"/>
          </a:solidFill>
          <a:uFillTx/>
          <a:latin typeface="Arial Nova" panose="020B0504020202020204" pitchFamily="34" charset="0"/>
          <a:ea typeface="Arial Nova" panose="020B0504020202020204" pitchFamily="34" charset="0"/>
          <a:cs typeface="Arial Nova" panose="020B0504020202020204" pitchFamily="34" charset="0"/>
          <a:sym typeface="Avenir Book"/>
        </a:defRPr>
      </a:lvl1pPr>
      <a:lvl2pPr marL="628539" marR="0" indent="-171420" algn="l" defTabSz="91424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1800" b="0" i="0" u="none" strike="noStrike" cap="none" spc="0" baseline="0">
          <a:solidFill>
            <a:srgbClr val="50626A"/>
          </a:solidFill>
          <a:uFillTx/>
          <a:latin typeface="Arial Nova" panose="020B0504020202020204" pitchFamily="34" charset="0"/>
          <a:ea typeface="Arial Nova" panose="020B0504020202020204" pitchFamily="34" charset="0"/>
          <a:cs typeface="Arial Nova" panose="020B0504020202020204" pitchFamily="34" charset="0"/>
          <a:sym typeface="Avenir Book"/>
        </a:defRPr>
      </a:lvl2pPr>
      <a:lvl3pPr marL="1085659" marR="0" indent="-171419" algn="l" defTabSz="91424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1800" b="0" i="0" u="none" strike="noStrike" cap="none" spc="0" baseline="0">
          <a:solidFill>
            <a:srgbClr val="50626A"/>
          </a:solidFill>
          <a:uFillTx/>
          <a:latin typeface="Arial Nova" panose="020B0504020202020204" pitchFamily="34" charset="0"/>
          <a:ea typeface="Arial Nova" panose="020B0504020202020204" pitchFamily="34" charset="0"/>
          <a:cs typeface="Arial Nova" panose="020B0504020202020204" pitchFamily="34" charset="0"/>
          <a:sym typeface="Avenir Book"/>
        </a:defRPr>
      </a:lvl3pPr>
      <a:lvl4pPr marL="1542779" marR="0" indent="-171419" algn="l" defTabSz="91424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1800" b="0" i="0" u="none" strike="noStrike" cap="none" spc="0" baseline="0">
          <a:solidFill>
            <a:srgbClr val="50626A"/>
          </a:solidFill>
          <a:uFillTx/>
          <a:latin typeface="Arial Nova" panose="020B0504020202020204" pitchFamily="34" charset="0"/>
          <a:ea typeface="Arial Nova" panose="020B0504020202020204" pitchFamily="34" charset="0"/>
          <a:cs typeface="Arial Nova" panose="020B0504020202020204" pitchFamily="34" charset="0"/>
          <a:sym typeface="Avenir Book"/>
        </a:defRPr>
      </a:lvl4pPr>
      <a:lvl5pPr marL="1999900" marR="0" indent="-171420" algn="l" defTabSz="91424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1800" b="0" i="0" u="none" strike="noStrike" cap="none" spc="0" baseline="0">
          <a:solidFill>
            <a:srgbClr val="50626A"/>
          </a:solidFill>
          <a:uFillTx/>
          <a:latin typeface="Arial Nova" panose="020B0504020202020204" pitchFamily="34" charset="0"/>
          <a:ea typeface="Arial Nova" panose="020B0504020202020204" pitchFamily="34" charset="0"/>
          <a:cs typeface="Arial Nova" panose="020B0504020202020204" pitchFamily="34" charset="0"/>
          <a:sym typeface="Avenir Book"/>
        </a:defRPr>
      </a:lvl5pPr>
      <a:lvl6pPr marL="2502130" marR="0" indent="-216530" algn="l" defTabSz="91424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1800" b="0" i="0" u="none" strike="noStrike" cap="none" spc="0" baseline="0">
          <a:solidFill>
            <a:srgbClr val="50626A"/>
          </a:solidFill>
          <a:uFillTx/>
          <a:latin typeface="Avenir Book"/>
          <a:ea typeface="Avenir Book"/>
          <a:cs typeface="Avenir Book"/>
          <a:sym typeface="Avenir Book"/>
        </a:defRPr>
      </a:lvl6pPr>
      <a:lvl7pPr marL="2959250" marR="0" indent="-216530" algn="l" defTabSz="91424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1800" b="0" i="0" u="none" strike="noStrike" cap="none" spc="0" baseline="0">
          <a:solidFill>
            <a:srgbClr val="50626A"/>
          </a:solidFill>
          <a:uFillTx/>
          <a:latin typeface="Avenir Book"/>
          <a:ea typeface="Avenir Book"/>
          <a:cs typeface="Avenir Book"/>
          <a:sym typeface="Avenir Book"/>
        </a:defRPr>
      </a:lvl7pPr>
      <a:lvl8pPr marL="3416370" marR="0" indent="-216530" algn="l" defTabSz="91424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1800" b="0" i="0" u="none" strike="noStrike" cap="none" spc="0" baseline="0">
          <a:solidFill>
            <a:srgbClr val="50626A"/>
          </a:solidFill>
          <a:uFillTx/>
          <a:latin typeface="Avenir Book"/>
          <a:ea typeface="Avenir Book"/>
          <a:cs typeface="Avenir Book"/>
          <a:sym typeface="Avenir Book"/>
        </a:defRPr>
      </a:lvl8pPr>
      <a:lvl9pPr marL="3873490" marR="0" indent="-216530" algn="l" defTabSz="91424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1800" b="0" i="0" u="none" strike="noStrike" cap="none" spc="0" baseline="0">
          <a:solidFill>
            <a:srgbClr val="50626A"/>
          </a:solidFill>
          <a:uFillTx/>
          <a:latin typeface="Avenir Book"/>
          <a:ea typeface="Avenir Book"/>
          <a:cs typeface="Avenir Book"/>
          <a:sym typeface="Avenir Book"/>
        </a:defRPr>
      </a:lvl9pPr>
    </p:bodyStyle>
    <p:otherStyle>
      <a:lvl1pPr marL="0" marR="0" indent="0" algn="ct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serrat Regular"/>
        </a:defRPr>
      </a:lvl1pPr>
      <a:lvl2pPr marL="0" marR="0" indent="457200" algn="ct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serrat Regular"/>
        </a:defRPr>
      </a:lvl2pPr>
      <a:lvl3pPr marL="0" marR="0" indent="914400" algn="ct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serrat Regular"/>
        </a:defRPr>
      </a:lvl3pPr>
      <a:lvl4pPr marL="0" marR="0" indent="1371600" algn="ct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serrat Regular"/>
        </a:defRPr>
      </a:lvl4pPr>
      <a:lvl5pPr marL="0" marR="0" indent="1828800" algn="ct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serrat Regular"/>
        </a:defRPr>
      </a:lvl5pPr>
      <a:lvl6pPr marL="0" marR="0" indent="2286000" algn="ct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serrat Regular"/>
        </a:defRPr>
      </a:lvl6pPr>
      <a:lvl7pPr marL="0" marR="0" indent="2743200" algn="ct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serrat Regular"/>
        </a:defRPr>
      </a:lvl7pPr>
      <a:lvl8pPr marL="0" marR="0" indent="3200400" algn="ct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serrat Regular"/>
        </a:defRPr>
      </a:lvl8pPr>
      <a:lvl9pPr marL="0" marR="0" indent="3657600" algn="ct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serrat Regular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56">
          <p15:clr>
            <a:srgbClr val="F26B43"/>
          </p15:clr>
        </p15:guide>
        <p15:guide id="2" orient="horz" pos="35">
          <p15:clr>
            <a:srgbClr val="F26B43"/>
          </p15:clr>
        </p15:guide>
        <p15:guide id="3" pos="174">
          <p15:clr>
            <a:srgbClr val="F26B43"/>
          </p15:clr>
        </p15:guide>
        <p15:guide id="4" pos="7448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0A9E4256-DD49-0127-DBDC-BD78388E14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806884" y="6082764"/>
            <a:ext cx="1082711" cy="721808"/>
          </a:xfrm>
          <a:prstGeom prst="rect">
            <a:avLst/>
          </a:prstGeom>
        </p:spPr>
      </p:pic>
      <p:sp>
        <p:nvSpPr>
          <p:cNvPr id="21" name="Title Text"/>
          <p:cNvSpPr txBox="1">
            <a:spLocks noGrp="1"/>
          </p:cNvSpPr>
          <p:nvPr>
            <p:ph type="title"/>
          </p:nvPr>
        </p:nvSpPr>
        <p:spPr>
          <a:xfrm>
            <a:off x="272233" y="336263"/>
            <a:ext cx="11536220" cy="8081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91440" rIns="45719" anchor="t">
            <a:noAutofit/>
          </a:bodyPr>
          <a:lstStyle/>
          <a:p>
            <a:r>
              <a:t>Title Text</a:t>
            </a:r>
          </a:p>
        </p:txBody>
      </p:sp>
      <p:sp>
        <p:nvSpPr>
          <p:cNvPr id="22" name="Body Level One…"/>
          <p:cNvSpPr txBox="1">
            <a:spLocks noGrp="1"/>
          </p:cNvSpPr>
          <p:nvPr>
            <p:ph type="body" idx="1"/>
          </p:nvPr>
        </p:nvSpPr>
        <p:spPr>
          <a:xfrm>
            <a:off x="347472" y="1310480"/>
            <a:ext cx="10515601" cy="4351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20" rIns="45719">
            <a:no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EDE3A7-E046-2B16-B5A2-4C20BB2AB9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0080" y="6479007"/>
            <a:ext cx="5455920" cy="230832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lang="en-US" sz="900" b="0" i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grpSp>
        <p:nvGrpSpPr>
          <p:cNvPr id="2" name="Group">
            <a:extLst>
              <a:ext uri="{FF2B5EF4-FFF2-40B4-BE49-F238E27FC236}">
                <a16:creationId xmlns:a16="http://schemas.microsoft.com/office/drawing/2014/main" id="{42572717-32CD-B471-0C36-4B27BB98ACE5}"/>
              </a:ext>
            </a:extLst>
          </p:cNvPr>
          <p:cNvGrpSpPr/>
          <p:nvPr userDrawn="1"/>
        </p:nvGrpSpPr>
        <p:grpSpPr>
          <a:xfrm>
            <a:off x="-34975" y="877701"/>
            <a:ext cx="11733734" cy="138634"/>
            <a:chOff x="0" y="0"/>
            <a:chExt cx="11733733" cy="138633"/>
          </a:xfrm>
        </p:grpSpPr>
        <p:sp>
          <p:nvSpPr>
            <p:cNvPr id="3" name="Rectangle">
              <a:extLst>
                <a:ext uri="{FF2B5EF4-FFF2-40B4-BE49-F238E27FC236}">
                  <a16:creationId xmlns:a16="http://schemas.microsoft.com/office/drawing/2014/main" id="{F8E474A2-93F3-62CF-5745-FE2E21DB7036}"/>
                </a:ext>
              </a:extLst>
            </p:cNvPr>
            <p:cNvSpPr/>
            <p:nvPr/>
          </p:nvSpPr>
          <p:spPr>
            <a:xfrm>
              <a:off x="0" y="48555"/>
              <a:ext cx="11678047" cy="41524"/>
            </a:xfrm>
            <a:prstGeom prst="rect">
              <a:avLst/>
            </a:prstGeom>
            <a:gradFill flip="none" rotWithShape="1">
              <a:gsLst>
                <a:gs pos="39000">
                  <a:srgbClr val="3A839A"/>
                </a:gs>
                <a:gs pos="94000">
                  <a:srgbClr val="E2AE43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5" name="Circle">
              <a:extLst>
                <a:ext uri="{FF2B5EF4-FFF2-40B4-BE49-F238E27FC236}">
                  <a16:creationId xmlns:a16="http://schemas.microsoft.com/office/drawing/2014/main" id="{6D93B417-EAEB-708F-2DF0-8975ED828B95}"/>
                </a:ext>
              </a:extLst>
            </p:cNvPr>
            <p:cNvSpPr/>
            <p:nvPr/>
          </p:nvSpPr>
          <p:spPr>
            <a:xfrm>
              <a:off x="11595100" y="0"/>
              <a:ext cx="138634" cy="138634"/>
            </a:xfrm>
            <a:prstGeom prst="ellipse">
              <a:avLst/>
            </a:prstGeom>
            <a:solidFill>
              <a:srgbClr val="E2AE4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</p:grpSp>
      <p:grpSp>
        <p:nvGrpSpPr>
          <p:cNvPr id="7" name="Group 3">
            <a:extLst>
              <a:ext uri="{FF2B5EF4-FFF2-40B4-BE49-F238E27FC236}">
                <a16:creationId xmlns:a16="http://schemas.microsoft.com/office/drawing/2014/main" id="{715A9938-E2C2-4D1C-3A1A-9F9E6451EDEA}"/>
              </a:ext>
            </a:extLst>
          </p:cNvPr>
          <p:cNvGrpSpPr/>
          <p:nvPr userDrawn="1"/>
        </p:nvGrpSpPr>
        <p:grpSpPr>
          <a:xfrm>
            <a:off x="-1669793" y="1235841"/>
            <a:ext cx="1036321" cy="4424423"/>
            <a:chOff x="0" y="0"/>
            <a:chExt cx="1036319" cy="4424421"/>
          </a:xfrm>
        </p:grpSpPr>
        <p:grpSp>
          <p:nvGrpSpPr>
            <p:cNvPr id="8" name="TextBox 2">
              <a:extLst>
                <a:ext uri="{FF2B5EF4-FFF2-40B4-BE49-F238E27FC236}">
                  <a16:creationId xmlns:a16="http://schemas.microsoft.com/office/drawing/2014/main" id="{B1B67124-6799-0E56-A0CA-736B700796C0}"/>
                </a:ext>
              </a:extLst>
            </p:cNvPr>
            <p:cNvGrpSpPr/>
            <p:nvPr/>
          </p:nvGrpSpPr>
          <p:grpSpPr>
            <a:xfrm>
              <a:off x="0" y="1505608"/>
              <a:ext cx="1036320" cy="660401"/>
              <a:chOff x="0" y="0"/>
              <a:chExt cx="1036319" cy="660400"/>
            </a:xfrm>
          </p:grpSpPr>
          <p:sp>
            <p:nvSpPr>
              <p:cNvPr id="26" name="Rectangle">
                <a:extLst>
                  <a:ext uri="{FF2B5EF4-FFF2-40B4-BE49-F238E27FC236}">
                    <a16:creationId xmlns:a16="http://schemas.microsoft.com/office/drawing/2014/main" id="{A57A2A09-9203-EF09-3993-4E0CD1FD932B}"/>
                  </a:ext>
                </a:extLst>
              </p:cNvPr>
              <p:cNvSpPr/>
              <p:nvPr/>
            </p:nvSpPr>
            <p:spPr>
              <a:xfrm>
                <a:off x="0" y="0"/>
                <a:ext cx="1036320" cy="660400"/>
              </a:xfrm>
              <a:prstGeom prst="rect">
                <a:avLst/>
              </a:prstGeom>
              <a:solidFill>
                <a:schemeClr val="accent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27" name="3 255 4">
                <a:extLst>
                  <a:ext uri="{FF2B5EF4-FFF2-40B4-BE49-F238E27FC236}">
                    <a16:creationId xmlns:a16="http://schemas.microsoft.com/office/drawing/2014/main" id="{F58EC8CB-1FDF-E2EF-A2BB-62918FFB399A}"/>
                  </a:ext>
                </a:extLst>
              </p:cNvPr>
              <p:cNvSpPr txBox="1"/>
              <p:nvPr/>
            </p:nvSpPr>
            <p:spPr>
              <a:xfrm>
                <a:off x="45720" y="210565"/>
                <a:ext cx="944881" cy="23927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1100" b="1">
                    <a:solidFill>
                      <a:srgbClr val="FFFFFF"/>
                    </a:solidFill>
                  </a:defRPr>
                </a:lvl1pPr>
              </a:lstStyle>
              <a:p>
                <a:r>
                  <a:t>3 255 4</a:t>
                </a:r>
              </a:p>
            </p:txBody>
          </p:sp>
        </p:grpSp>
        <p:grpSp>
          <p:nvGrpSpPr>
            <p:cNvPr id="9" name="TextBox 4">
              <a:extLst>
                <a:ext uri="{FF2B5EF4-FFF2-40B4-BE49-F238E27FC236}">
                  <a16:creationId xmlns:a16="http://schemas.microsoft.com/office/drawing/2014/main" id="{65DA82A5-2AB8-02A5-23D4-EABF71BC2EF2}"/>
                </a:ext>
              </a:extLst>
            </p:cNvPr>
            <p:cNvGrpSpPr/>
            <p:nvPr/>
          </p:nvGrpSpPr>
          <p:grpSpPr>
            <a:xfrm>
              <a:off x="0" y="2258411"/>
              <a:ext cx="1036320" cy="660401"/>
              <a:chOff x="0" y="0"/>
              <a:chExt cx="1036319" cy="660400"/>
            </a:xfrm>
          </p:grpSpPr>
          <p:sp>
            <p:nvSpPr>
              <p:cNvPr id="24" name="Rectangle">
                <a:extLst>
                  <a:ext uri="{FF2B5EF4-FFF2-40B4-BE49-F238E27FC236}">
                    <a16:creationId xmlns:a16="http://schemas.microsoft.com/office/drawing/2014/main" id="{4D433E16-F80B-7283-2E57-B987199230A6}"/>
                  </a:ext>
                </a:extLst>
              </p:cNvPr>
              <p:cNvSpPr/>
              <p:nvPr/>
            </p:nvSpPr>
            <p:spPr>
              <a:xfrm>
                <a:off x="0" y="0"/>
                <a:ext cx="1036320" cy="660400"/>
              </a:xfrm>
              <a:prstGeom prst="rect">
                <a:avLst/>
              </a:prstGeom>
              <a:solidFill>
                <a:srgbClr val="FF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25" name="244 0 0">
                <a:extLst>
                  <a:ext uri="{FF2B5EF4-FFF2-40B4-BE49-F238E27FC236}">
                    <a16:creationId xmlns:a16="http://schemas.microsoft.com/office/drawing/2014/main" id="{D7421A2E-9CDE-D553-9C50-4F66A2C973E9}"/>
                  </a:ext>
                </a:extLst>
              </p:cNvPr>
              <p:cNvSpPr txBox="1"/>
              <p:nvPr/>
            </p:nvSpPr>
            <p:spPr>
              <a:xfrm>
                <a:off x="45720" y="210565"/>
                <a:ext cx="944881" cy="23927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1100" b="1">
                    <a:solidFill>
                      <a:srgbClr val="FFFFFF"/>
                    </a:solidFill>
                  </a:defRPr>
                </a:lvl1pPr>
              </a:lstStyle>
              <a:p>
                <a:r>
                  <a:t>244 0 0</a:t>
                </a:r>
              </a:p>
            </p:txBody>
          </p:sp>
        </p:grpSp>
        <p:grpSp>
          <p:nvGrpSpPr>
            <p:cNvPr id="10" name="TextBox 5">
              <a:extLst>
                <a:ext uri="{FF2B5EF4-FFF2-40B4-BE49-F238E27FC236}">
                  <a16:creationId xmlns:a16="http://schemas.microsoft.com/office/drawing/2014/main" id="{796CEC8E-B97C-17BB-48CB-2343AE87D525}"/>
                </a:ext>
              </a:extLst>
            </p:cNvPr>
            <p:cNvGrpSpPr/>
            <p:nvPr/>
          </p:nvGrpSpPr>
          <p:grpSpPr>
            <a:xfrm>
              <a:off x="0" y="3011216"/>
              <a:ext cx="1036320" cy="660401"/>
              <a:chOff x="0" y="0"/>
              <a:chExt cx="1036319" cy="660400"/>
            </a:xfrm>
          </p:grpSpPr>
          <p:sp>
            <p:nvSpPr>
              <p:cNvPr id="20" name="Rectangle">
                <a:extLst>
                  <a:ext uri="{FF2B5EF4-FFF2-40B4-BE49-F238E27FC236}">
                    <a16:creationId xmlns:a16="http://schemas.microsoft.com/office/drawing/2014/main" id="{542B56D1-245A-26F8-809B-795E12239E04}"/>
                  </a:ext>
                </a:extLst>
              </p:cNvPr>
              <p:cNvSpPr/>
              <p:nvPr/>
            </p:nvSpPr>
            <p:spPr>
              <a:xfrm>
                <a:off x="0" y="0"/>
                <a:ext cx="1036320" cy="660400"/>
              </a:xfrm>
              <a:prstGeom prst="rect">
                <a:avLst/>
              </a:prstGeom>
              <a:solidFill>
                <a:schemeClr val="accent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23" name="130 0 0">
                <a:extLst>
                  <a:ext uri="{FF2B5EF4-FFF2-40B4-BE49-F238E27FC236}">
                    <a16:creationId xmlns:a16="http://schemas.microsoft.com/office/drawing/2014/main" id="{232D75E5-984D-AF24-E993-7C133084B004}"/>
                  </a:ext>
                </a:extLst>
              </p:cNvPr>
              <p:cNvSpPr txBox="1"/>
              <p:nvPr/>
            </p:nvSpPr>
            <p:spPr>
              <a:xfrm>
                <a:off x="45720" y="210565"/>
                <a:ext cx="944881" cy="23927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1100" b="1">
                    <a:solidFill>
                      <a:srgbClr val="FFFFFF"/>
                    </a:solidFill>
                  </a:defRPr>
                </a:lvl1pPr>
              </a:lstStyle>
              <a:p>
                <a:r>
                  <a:t>130 0 0</a:t>
                </a:r>
              </a:p>
            </p:txBody>
          </p:sp>
        </p:grpSp>
        <p:grpSp>
          <p:nvGrpSpPr>
            <p:cNvPr id="11" name="TextBox 6">
              <a:extLst>
                <a:ext uri="{FF2B5EF4-FFF2-40B4-BE49-F238E27FC236}">
                  <a16:creationId xmlns:a16="http://schemas.microsoft.com/office/drawing/2014/main" id="{D3E3849D-F116-8B6C-6CBB-7E269BE57402}"/>
                </a:ext>
              </a:extLst>
            </p:cNvPr>
            <p:cNvGrpSpPr/>
            <p:nvPr/>
          </p:nvGrpSpPr>
          <p:grpSpPr>
            <a:xfrm>
              <a:off x="0" y="3764021"/>
              <a:ext cx="1036320" cy="660401"/>
              <a:chOff x="0" y="0"/>
              <a:chExt cx="1036319" cy="660400"/>
            </a:xfrm>
          </p:grpSpPr>
          <p:sp>
            <p:nvSpPr>
              <p:cNvPr id="18" name="Rectangle">
                <a:extLst>
                  <a:ext uri="{FF2B5EF4-FFF2-40B4-BE49-F238E27FC236}">
                    <a16:creationId xmlns:a16="http://schemas.microsoft.com/office/drawing/2014/main" id="{B1DF40CA-2B9E-0A27-42BD-6CD6E9CD345F}"/>
                  </a:ext>
                </a:extLst>
              </p:cNvPr>
              <p:cNvSpPr/>
              <p:nvPr/>
            </p:nvSpPr>
            <p:spPr>
              <a:xfrm>
                <a:off x="0" y="0"/>
                <a:ext cx="1036320" cy="660400"/>
              </a:xfrm>
              <a:prstGeom prst="rect">
                <a:avLst/>
              </a:prstGeom>
              <a:solidFill>
                <a:srgbClr val="FFCC9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19" name="244 177 131">
                <a:extLst>
                  <a:ext uri="{FF2B5EF4-FFF2-40B4-BE49-F238E27FC236}">
                    <a16:creationId xmlns:a16="http://schemas.microsoft.com/office/drawing/2014/main" id="{5BA085EE-2167-DA88-BF29-5D89D91479CB}"/>
                  </a:ext>
                </a:extLst>
              </p:cNvPr>
              <p:cNvSpPr txBox="1"/>
              <p:nvPr/>
            </p:nvSpPr>
            <p:spPr>
              <a:xfrm>
                <a:off x="45720" y="210565"/>
                <a:ext cx="944881" cy="23927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1100" b="1">
                    <a:solidFill>
                      <a:srgbClr val="FFFFFF"/>
                    </a:solidFill>
                  </a:defRPr>
                </a:lvl1pPr>
              </a:lstStyle>
              <a:p>
                <a:r>
                  <a:t>244 177 131</a:t>
                </a:r>
              </a:p>
            </p:txBody>
          </p:sp>
        </p:grpSp>
        <p:grpSp>
          <p:nvGrpSpPr>
            <p:cNvPr id="12" name="TextBox 7">
              <a:extLst>
                <a:ext uri="{FF2B5EF4-FFF2-40B4-BE49-F238E27FC236}">
                  <a16:creationId xmlns:a16="http://schemas.microsoft.com/office/drawing/2014/main" id="{90934636-CBDF-8A50-BAE4-701B4AF15B51}"/>
                </a:ext>
              </a:extLst>
            </p:cNvPr>
            <p:cNvGrpSpPr/>
            <p:nvPr/>
          </p:nvGrpSpPr>
          <p:grpSpPr>
            <a:xfrm>
              <a:off x="0" y="-1"/>
              <a:ext cx="1036320" cy="660401"/>
              <a:chOff x="0" y="0"/>
              <a:chExt cx="1036319" cy="660400"/>
            </a:xfrm>
          </p:grpSpPr>
          <p:sp>
            <p:nvSpPr>
              <p:cNvPr id="16" name="Rectangle">
                <a:extLst>
                  <a:ext uri="{FF2B5EF4-FFF2-40B4-BE49-F238E27FC236}">
                    <a16:creationId xmlns:a16="http://schemas.microsoft.com/office/drawing/2014/main" id="{57BA144D-2177-6C43-3509-6F396CAC56BD}"/>
                  </a:ext>
                </a:extLst>
              </p:cNvPr>
              <p:cNvSpPr/>
              <p:nvPr/>
            </p:nvSpPr>
            <p:spPr>
              <a:xfrm>
                <a:off x="0" y="0"/>
                <a:ext cx="1036320" cy="660400"/>
              </a:xfrm>
              <a:prstGeom prst="rect">
                <a:avLst/>
              </a:prstGeom>
              <a:solidFill>
                <a:schemeClr val="accent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17" name="0 102 102">
                <a:extLst>
                  <a:ext uri="{FF2B5EF4-FFF2-40B4-BE49-F238E27FC236}">
                    <a16:creationId xmlns:a16="http://schemas.microsoft.com/office/drawing/2014/main" id="{70EF0D2F-3E1E-EBC3-20A0-FC7DCDC1CA7B}"/>
                  </a:ext>
                </a:extLst>
              </p:cNvPr>
              <p:cNvSpPr txBox="1"/>
              <p:nvPr/>
            </p:nvSpPr>
            <p:spPr>
              <a:xfrm>
                <a:off x="45720" y="210565"/>
                <a:ext cx="944881" cy="23927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1100" b="1">
                    <a:solidFill>
                      <a:srgbClr val="FFFFFF"/>
                    </a:solidFill>
                  </a:defRPr>
                </a:lvl1pPr>
              </a:lstStyle>
              <a:p>
                <a:r>
                  <a:t>0 102 102</a:t>
                </a:r>
              </a:p>
            </p:txBody>
          </p:sp>
        </p:grpSp>
        <p:grpSp>
          <p:nvGrpSpPr>
            <p:cNvPr id="13" name="TextBox 8">
              <a:extLst>
                <a:ext uri="{FF2B5EF4-FFF2-40B4-BE49-F238E27FC236}">
                  <a16:creationId xmlns:a16="http://schemas.microsoft.com/office/drawing/2014/main" id="{3CD2EFB5-BF4A-FE36-10D5-BCC8379E7F99}"/>
                </a:ext>
              </a:extLst>
            </p:cNvPr>
            <p:cNvGrpSpPr/>
            <p:nvPr/>
          </p:nvGrpSpPr>
          <p:grpSpPr>
            <a:xfrm>
              <a:off x="0" y="752804"/>
              <a:ext cx="1036320" cy="660401"/>
              <a:chOff x="0" y="0"/>
              <a:chExt cx="1036319" cy="660400"/>
            </a:xfrm>
          </p:grpSpPr>
          <p:sp>
            <p:nvSpPr>
              <p:cNvPr id="14" name="Rectangle">
                <a:extLst>
                  <a:ext uri="{FF2B5EF4-FFF2-40B4-BE49-F238E27FC236}">
                    <a16:creationId xmlns:a16="http://schemas.microsoft.com/office/drawing/2014/main" id="{EAC1AABC-5C89-0977-C247-DD5528F298A4}"/>
                  </a:ext>
                </a:extLst>
              </p:cNvPr>
              <p:cNvSpPr/>
              <p:nvPr/>
            </p:nvSpPr>
            <p:spPr>
              <a:xfrm>
                <a:off x="0" y="0"/>
                <a:ext cx="1036320" cy="660400"/>
              </a:xfrm>
              <a:prstGeom prst="rect">
                <a:avLst/>
              </a:prstGeom>
              <a:solidFill>
                <a:srgbClr val="D7E9F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15" name="0 102 102">
                <a:extLst>
                  <a:ext uri="{FF2B5EF4-FFF2-40B4-BE49-F238E27FC236}">
                    <a16:creationId xmlns:a16="http://schemas.microsoft.com/office/drawing/2014/main" id="{3A6E7F5E-BF0C-3D59-3A9F-8A48B05F759B}"/>
                  </a:ext>
                </a:extLst>
              </p:cNvPr>
              <p:cNvSpPr txBox="1"/>
              <p:nvPr/>
            </p:nvSpPr>
            <p:spPr>
              <a:xfrm>
                <a:off x="45720" y="210565"/>
                <a:ext cx="944881" cy="23927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1100" b="1">
                    <a:solidFill>
                      <a:srgbClr val="FFFFFF"/>
                    </a:solidFill>
                  </a:defRPr>
                </a:lvl1pPr>
              </a:lstStyle>
              <a:p>
                <a:r>
                  <a:t>0 102 102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0852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449" r:id="rId1"/>
    <p:sldLayoutId id="2147485450" r:id="rId2"/>
    <p:sldLayoutId id="2147485451" r:id="rId3"/>
    <p:sldLayoutId id="2147485452" r:id="rId4"/>
    <p:sldLayoutId id="2147485453" r:id="rId5"/>
    <p:sldLayoutId id="2147485454" r:id="rId6"/>
    <p:sldLayoutId id="2147485455" r:id="rId7"/>
    <p:sldLayoutId id="2147485456" r:id="rId8"/>
    <p:sldLayoutId id="2147485457" r:id="rId9"/>
    <p:sldLayoutId id="2147485458" r:id="rId10"/>
    <p:sldLayoutId id="2147485460" r:id="rId11"/>
    <p:sldLayoutId id="2147485461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marL="0" marR="0" indent="0" algn="l" defTabSz="914240" eaLnBrk="1" latinLnBrk="0" hangingPunct="1">
        <a:lnSpc>
          <a:spcPct val="9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1" i="0" u="none" strike="noStrike" cap="none" spc="0" baseline="0">
          <a:solidFill>
            <a:schemeClr val="accent4"/>
          </a:solidFill>
          <a:uFillTx/>
          <a:latin typeface="+mj-lt"/>
          <a:ea typeface="Arial" panose="020B0604020202020204" pitchFamily="34" charset="0"/>
          <a:cs typeface="Arial" panose="020B0604020202020204" pitchFamily="34" charset="0"/>
          <a:sym typeface="Avenir Black"/>
        </a:defRPr>
      </a:lvl1pPr>
      <a:lvl2pPr marL="0" marR="0" indent="0" algn="l" defTabSz="91424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0" i="0" u="none" strike="noStrike" cap="none" spc="0" baseline="0">
          <a:solidFill>
            <a:schemeClr val="accent1"/>
          </a:solidFill>
          <a:uFillTx/>
          <a:latin typeface="Avenir Black"/>
          <a:ea typeface="Avenir Black"/>
          <a:cs typeface="Avenir Black"/>
          <a:sym typeface="Avenir Black"/>
        </a:defRPr>
      </a:lvl2pPr>
      <a:lvl3pPr marL="0" marR="0" indent="0" algn="l" defTabSz="91424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0" i="0" u="none" strike="noStrike" cap="none" spc="0" baseline="0">
          <a:solidFill>
            <a:schemeClr val="accent1"/>
          </a:solidFill>
          <a:uFillTx/>
          <a:latin typeface="Avenir Black"/>
          <a:ea typeface="Avenir Black"/>
          <a:cs typeface="Avenir Black"/>
          <a:sym typeface="Avenir Black"/>
        </a:defRPr>
      </a:lvl3pPr>
      <a:lvl4pPr marL="0" marR="0" indent="0" algn="l" defTabSz="91424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0" i="0" u="none" strike="noStrike" cap="none" spc="0" baseline="0">
          <a:solidFill>
            <a:schemeClr val="accent1"/>
          </a:solidFill>
          <a:uFillTx/>
          <a:latin typeface="Avenir Black"/>
          <a:ea typeface="Avenir Black"/>
          <a:cs typeface="Avenir Black"/>
          <a:sym typeface="Avenir Black"/>
        </a:defRPr>
      </a:lvl4pPr>
      <a:lvl5pPr marL="0" marR="0" indent="0" algn="l" defTabSz="91424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0" i="0" u="none" strike="noStrike" cap="none" spc="0" baseline="0">
          <a:solidFill>
            <a:schemeClr val="accent1"/>
          </a:solidFill>
          <a:uFillTx/>
          <a:latin typeface="Avenir Black"/>
          <a:ea typeface="Avenir Black"/>
          <a:cs typeface="Avenir Black"/>
          <a:sym typeface="Avenir Black"/>
        </a:defRPr>
      </a:lvl5pPr>
      <a:lvl6pPr marL="0" marR="0" indent="0" algn="l" defTabSz="91424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0" i="0" u="none" strike="noStrike" cap="none" spc="0" baseline="0">
          <a:solidFill>
            <a:schemeClr val="accent1"/>
          </a:solidFill>
          <a:uFillTx/>
          <a:latin typeface="Avenir Black"/>
          <a:ea typeface="Avenir Black"/>
          <a:cs typeface="Avenir Black"/>
          <a:sym typeface="Avenir Black"/>
        </a:defRPr>
      </a:lvl6pPr>
      <a:lvl7pPr marL="0" marR="0" indent="0" algn="l" defTabSz="91424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0" i="0" u="none" strike="noStrike" cap="none" spc="0" baseline="0">
          <a:solidFill>
            <a:schemeClr val="accent1"/>
          </a:solidFill>
          <a:uFillTx/>
          <a:latin typeface="Avenir Black"/>
          <a:ea typeface="Avenir Black"/>
          <a:cs typeface="Avenir Black"/>
          <a:sym typeface="Avenir Black"/>
        </a:defRPr>
      </a:lvl7pPr>
      <a:lvl8pPr marL="0" marR="0" indent="0" algn="l" defTabSz="91424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0" i="0" u="none" strike="noStrike" cap="none" spc="0" baseline="0">
          <a:solidFill>
            <a:schemeClr val="accent1"/>
          </a:solidFill>
          <a:uFillTx/>
          <a:latin typeface="Avenir Black"/>
          <a:ea typeface="Avenir Black"/>
          <a:cs typeface="Avenir Black"/>
          <a:sym typeface="Avenir Black"/>
        </a:defRPr>
      </a:lvl8pPr>
      <a:lvl9pPr marL="0" marR="0" indent="0" algn="l" defTabSz="91424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0" i="0" u="none" strike="noStrike" cap="none" spc="0" baseline="0">
          <a:solidFill>
            <a:schemeClr val="accent1"/>
          </a:solidFill>
          <a:uFillTx/>
          <a:latin typeface="Avenir Black"/>
          <a:ea typeface="Avenir Black"/>
          <a:cs typeface="Avenir Black"/>
          <a:sym typeface="Avenir Black"/>
        </a:defRPr>
      </a:lvl9pPr>
    </p:titleStyle>
    <p:bodyStyle>
      <a:lvl1pPr marL="228560" marR="0" indent="-228560" algn="l" defTabSz="914240" eaLnBrk="1" latinLnBrk="0" hangingPunct="1">
        <a:lnSpc>
          <a:spcPct val="90000"/>
        </a:lnSpc>
        <a:spcBef>
          <a:spcPts val="1000"/>
        </a:spcBef>
        <a:spcAft>
          <a:spcPts val="400"/>
        </a:spcAft>
        <a:buClr>
          <a:schemeClr val="accent4"/>
        </a:buClr>
        <a:buSzPct val="100000"/>
        <a:buFont typeface="Arial" panose="020B0604020202020204" pitchFamily="34" charset="0"/>
        <a:buChar char="•"/>
        <a:tabLst/>
        <a:defRPr sz="1600" b="0" i="0" u="none" strike="noStrike" cap="none" spc="0" baseline="0">
          <a:solidFill>
            <a:schemeClr val="bg2"/>
          </a:solidFill>
          <a:uFillTx/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venir Book"/>
        </a:defRPr>
      </a:lvl1pPr>
      <a:lvl2pPr marL="463550" marR="0" indent="-165100" algn="l" defTabSz="914240" eaLnBrk="1" latinLnBrk="0" hangingPunct="1">
        <a:lnSpc>
          <a:spcPct val="90000"/>
        </a:lnSpc>
        <a:spcBef>
          <a:spcPts val="400"/>
        </a:spcBef>
        <a:spcAft>
          <a:spcPts val="400"/>
        </a:spcAft>
        <a:buClr>
          <a:schemeClr val="accent4"/>
        </a:buClr>
        <a:buSzPct val="100000"/>
        <a:buFont typeface="System Font Regular"/>
        <a:buChar char="–"/>
        <a:tabLst/>
        <a:defRPr sz="1400" b="0" i="0" u="none" strike="noStrike" cap="none" spc="0" baseline="0">
          <a:solidFill>
            <a:schemeClr val="bg2"/>
          </a:solidFill>
          <a:uFillTx/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venir Book"/>
        </a:defRPr>
      </a:lvl2pPr>
      <a:lvl3pPr marL="687388" marR="0" indent="-173038" algn="l" defTabSz="914240" eaLnBrk="1" latinLnBrk="0" hangingPunct="1">
        <a:lnSpc>
          <a:spcPct val="90000"/>
        </a:lnSpc>
        <a:spcBef>
          <a:spcPts val="400"/>
        </a:spcBef>
        <a:spcAft>
          <a:spcPts val="400"/>
        </a:spcAft>
        <a:buClr>
          <a:schemeClr val="accent4"/>
        </a:buClr>
        <a:buSzPct val="100000"/>
        <a:buFont typeface="Arial" panose="020B0604020202020204" pitchFamily="34" charset="0"/>
        <a:buChar char="•"/>
        <a:tabLst/>
        <a:defRPr sz="1200" b="0" i="0" u="none" strike="noStrike" cap="none" spc="0" baseline="0">
          <a:solidFill>
            <a:schemeClr val="bg2"/>
          </a:solidFill>
          <a:uFillTx/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venir Book"/>
        </a:defRPr>
      </a:lvl3pPr>
      <a:lvl4pPr marL="862013" marR="0" indent="-157163" algn="l" defTabSz="914240" eaLnBrk="1" latinLnBrk="0" hangingPunct="1">
        <a:lnSpc>
          <a:spcPct val="90000"/>
        </a:lnSpc>
        <a:spcBef>
          <a:spcPts val="400"/>
        </a:spcBef>
        <a:spcAft>
          <a:spcPts val="400"/>
        </a:spcAft>
        <a:buClr>
          <a:schemeClr val="accent4"/>
        </a:buClr>
        <a:buSzPct val="100000"/>
        <a:buFont typeface="System Font Regular"/>
        <a:buChar char="–"/>
        <a:tabLst/>
        <a:defRPr sz="1200" b="0" i="0" u="none" strike="noStrike" cap="none" spc="0" baseline="0">
          <a:solidFill>
            <a:schemeClr val="bg2"/>
          </a:solidFill>
          <a:uFillTx/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venir Book"/>
        </a:defRPr>
      </a:lvl4pPr>
      <a:lvl5pPr marL="1085850" marR="0" indent="-157163" algn="l" defTabSz="914240" eaLnBrk="1" latinLnBrk="0" hangingPunct="1">
        <a:lnSpc>
          <a:spcPct val="90000"/>
        </a:lnSpc>
        <a:spcBef>
          <a:spcPts val="400"/>
        </a:spcBef>
        <a:spcAft>
          <a:spcPts val="400"/>
        </a:spcAft>
        <a:buClr>
          <a:schemeClr val="accent4"/>
        </a:buClr>
        <a:buSzPct val="100000"/>
        <a:buFont typeface="Arial" panose="020B0604020202020204" pitchFamily="34" charset="0"/>
        <a:buChar char="•"/>
        <a:tabLst/>
        <a:defRPr sz="1200" b="0" i="0" u="none" strike="noStrike" cap="none" spc="0" baseline="0">
          <a:solidFill>
            <a:schemeClr val="bg2"/>
          </a:solidFill>
          <a:uFillTx/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venir Book"/>
        </a:defRPr>
      </a:lvl5pPr>
      <a:lvl6pPr marL="2502130" marR="0" indent="-216530" algn="l" defTabSz="91424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1800" b="0" i="0" u="none" strike="noStrike" cap="none" spc="0" baseline="0">
          <a:solidFill>
            <a:srgbClr val="50626A"/>
          </a:solidFill>
          <a:uFillTx/>
          <a:latin typeface="Avenir Book"/>
          <a:ea typeface="Avenir Book"/>
          <a:cs typeface="Avenir Book"/>
          <a:sym typeface="Avenir Book"/>
        </a:defRPr>
      </a:lvl6pPr>
      <a:lvl7pPr marL="2959250" marR="0" indent="-216530" algn="l" defTabSz="91424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1800" b="0" i="0" u="none" strike="noStrike" cap="none" spc="0" baseline="0">
          <a:solidFill>
            <a:srgbClr val="50626A"/>
          </a:solidFill>
          <a:uFillTx/>
          <a:latin typeface="Avenir Book"/>
          <a:ea typeface="Avenir Book"/>
          <a:cs typeface="Avenir Book"/>
          <a:sym typeface="Avenir Book"/>
        </a:defRPr>
      </a:lvl7pPr>
      <a:lvl8pPr marL="3416370" marR="0" indent="-216530" algn="l" defTabSz="91424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1800" b="0" i="0" u="none" strike="noStrike" cap="none" spc="0" baseline="0">
          <a:solidFill>
            <a:srgbClr val="50626A"/>
          </a:solidFill>
          <a:uFillTx/>
          <a:latin typeface="Avenir Book"/>
          <a:ea typeface="Avenir Book"/>
          <a:cs typeface="Avenir Book"/>
          <a:sym typeface="Avenir Book"/>
        </a:defRPr>
      </a:lvl8pPr>
      <a:lvl9pPr marL="3873490" marR="0" indent="-216530" algn="l" defTabSz="91424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1800" b="0" i="0" u="none" strike="noStrike" cap="none" spc="0" baseline="0">
          <a:solidFill>
            <a:srgbClr val="50626A"/>
          </a:solidFill>
          <a:uFillTx/>
          <a:latin typeface="Avenir Book"/>
          <a:ea typeface="Avenir Book"/>
          <a:cs typeface="Avenir Book"/>
          <a:sym typeface="Avenir Book"/>
        </a:defRPr>
      </a:lvl9pPr>
    </p:bodyStyle>
    <p:otherStyle>
      <a:lvl1pPr marL="0" marR="0" indent="0" algn="ctr" defTabSz="9144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serrat Regular"/>
        </a:defRPr>
      </a:lvl1pPr>
      <a:lvl2pPr marL="0" marR="0" indent="457200" algn="ctr" defTabSz="9144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serrat Regular"/>
        </a:defRPr>
      </a:lvl2pPr>
      <a:lvl3pPr marL="0" marR="0" indent="914400" algn="ctr" defTabSz="9144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serrat Regular"/>
        </a:defRPr>
      </a:lvl3pPr>
      <a:lvl4pPr marL="0" marR="0" indent="1371600" algn="ctr" defTabSz="9144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serrat Regular"/>
        </a:defRPr>
      </a:lvl4pPr>
      <a:lvl5pPr marL="0" marR="0" indent="1828800" algn="ctr" defTabSz="9144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serrat Regular"/>
        </a:defRPr>
      </a:lvl5pPr>
      <a:lvl6pPr marL="0" marR="0" indent="2286000" algn="ctr" defTabSz="9144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serrat Regular"/>
        </a:defRPr>
      </a:lvl6pPr>
      <a:lvl7pPr marL="0" marR="0" indent="2743200" algn="ctr" defTabSz="9144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serrat Regular"/>
        </a:defRPr>
      </a:lvl7pPr>
      <a:lvl8pPr marL="0" marR="0" indent="3200400" algn="ctr" defTabSz="9144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serrat Regular"/>
        </a:defRPr>
      </a:lvl8pPr>
      <a:lvl9pPr marL="0" marR="0" indent="3657600" algn="ctr" defTabSz="9144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serrat Regular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">
          <p15:clr>
            <a:srgbClr val="F26B43"/>
          </p15:clr>
        </p15:guide>
        <p15:guide id="2" orient="horz" pos="35">
          <p15:clr>
            <a:srgbClr val="F26B43"/>
          </p15:clr>
        </p15:guide>
        <p15:guide id="3" pos="168">
          <p15:clr>
            <a:srgbClr val="F26B43"/>
          </p15:clr>
        </p15:guide>
        <p15:guide id="4" pos="7512">
          <p15:clr>
            <a:srgbClr val="F26B43"/>
          </p15:clr>
        </p15:guide>
        <p15:guide id="9" orient="horz" pos="4173">
          <p15:clr>
            <a:srgbClr val="F26B43"/>
          </p15:clr>
        </p15:guide>
        <p15:guide id="10" pos="240">
          <p15:clr>
            <a:srgbClr val="F26B43"/>
          </p15:clr>
        </p15:guide>
        <p15:guide id="11" pos="7440">
          <p15:clr>
            <a:srgbClr val="F26B43"/>
          </p15:clr>
        </p15:guide>
        <p15:guide id="17" orient="horz" pos="720">
          <p15:clr>
            <a:srgbClr val="F26B43"/>
          </p15:clr>
        </p15:guide>
        <p15:guide id="18" orient="horz" pos="3912">
          <p15:clr>
            <a:srgbClr val="F26B43"/>
          </p15:clr>
        </p15:guide>
        <p15:guide id="19" pos="3840">
          <p15:clr>
            <a:srgbClr val="F26B43"/>
          </p15:clr>
        </p15:guide>
        <p15:guide id="20" pos="3888">
          <p15:clr>
            <a:srgbClr val="F26B43"/>
          </p15:clr>
        </p15:guide>
        <p15:guide id="21" pos="3792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A198C5A6-80F1-F935-B793-3621C4BE49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14921184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14" imgW="639" imgH="639" progId="TCLayout.ActiveDocument.1">
                  <p:embed/>
                </p:oleObj>
              </mc:Choice>
              <mc:Fallback>
                <p:oleObj name="think-cell スライド" r:id="rId14" imgW="639" imgH="639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198C5A6-80F1-F935-B793-3621C4BE49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Graphic 3">
            <a:extLst>
              <a:ext uri="{FF2B5EF4-FFF2-40B4-BE49-F238E27FC236}">
                <a16:creationId xmlns:a16="http://schemas.microsoft.com/office/drawing/2014/main" id="{0A9E4256-DD49-0127-DBDC-BD78388E14D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806884" y="6082764"/>
            <a:ext cx="1082711" cy="721808"/>
          </a:xfrm>
          <a:prstGeom prst="rect">
            <a:avLst/>
          </a:prstGeom>
        </p:spPr>
      </p:pic>
      <p:sp>
        <p:nvSpPr>
          <p:cNvPr id="21" name="Title Text"/>
          <p:cNvSpPr txBox="1">
            <a:spLocks noGrp="1"/>
          </p:cNvSpPr>
          <p:nvPr>
            <p:ph type="title"/>
          </p:nvPr>
        </p:nvSpPr>
        <p:spPr>
          <a:xfrm>
            <a:off x="272233" y="336263"/>
            <a:ext cx="11536220" cy="8081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91440" rIns="45719" anchor="t">
            <a:noAutofit/>
          </a:bodyPr>
          <a:lstStyle/>
          <a:p>
            <a:r>
              <a:t>Title Text</a:t>
            </a:r>
          </a:p>
        </p:txBody>
      </p:sp>
      <p:sp>
        <p:nvSpPr>
          <p:cNvPr id="22" name="Body Level One…"/>
          <p:cNvSpPr txBox="1">
            <a:spLocks noGrp="1"/>
          </p:cNvSpPr>
          <p:nvPr>
            <p:ph type="body" idx="1"/>
          </p:nvPr>
        </p:nvSpPr>
        <p:spPr>
          <a:xfrm>
            <a:off x="347472" y="1310480"/>
            <a:ext cx="10515601" cy="4351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20" rIns="45719">
            <a:no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9DD666D0-CF25-4F2F-AA97-3C4F166D95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96055" y="6412748"/>
            <a:ext cx="426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2B143D1D-9801-49CA-88C0-178C03B6937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EDE3A7-E046-2B16-B5A2-4C20BB2AB9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0080" y="6479007"/>
            <a:ext cx="5455920" cy="230832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lang="en-US" sz="900" b="0" i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D29333D6-D320-D6BF-F784-C7ABDAFE0E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7"/>
          <a:srcRect l="26256" r="22363"/>
          <a:stretch/>
        </p:blipFill>
        <p:spPr>
          <a:xfrm>
            <a:off x="10114059" y="6090715"/>
            <a:ext cx="749014" cy="721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656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477" r:id="rId1"/>
    <p:sldLayoutId id="2147485478" r:id="rId2"/>
    <p:sldLayoutId id="2147485479" r:id="rId3"/>
    <p:sldLayoutId id="2147485480" r:id="rId4"/>
    <p:sldLayoutId id="2147485481" r:id="rId5"/>
    <p:sldLayoutId id="2147485482" r:id="rId6"/>
    <p:sldLayoutId id="2147485483" r:id="rId7"/>
    <p:sldLayoutId id="2147485484" r:id="rId8"/>
    <p:sldLayoutId id="2147485485" r:id="rId9"/>
    <p:sldLayoutId id="2147485486" r:id="rId10"/>
    <p:sldLayoutId id="2147485487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marL="0" marR="0" indent="0" algn="l" defTabSz="914240" eaLnBrk="1" latinLnBrk="0" hangingPunct="1">
        <a:lnSpc>
          <a:spcPct val="9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1" i="0" u="none" strike="noStrike" cap="none" spc="0" baseline="0">
          <a:solidFill>
            <a:schemeClr val="accent4"/>
          </a:solidFill>
          <a:uFillTx/>
          <a:latin typeface="+mj-lt"/>
          <a:ea typeface="Arial" panose="020B0604020202020204" pitchFamily="34" charset="0"/>
          <a:cs typeface="Arial" panose="020B0604020202020204" pitchFamily="34" charset="0"/>
          <a:sym typeface="Avenir Black"/>
        </a:defRPr>
      </a:lvl1pPr>
      <a:lvl2pPr marL="0" marR="0" indent="0" algn="l" defTabSz="91424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0" i="0" u="none" strike="noStrike" cap="none" spc="0" baseline="0">
          <a:solidFill>
            <a:schemeClr val="accent1"/>
          </a:solidFill>
          <a:uFillTx/>
          <a:latin typeface="Avenir Black"/>
          <a:ea typeface="Avenir Black"/>
          <a:cs typeface="Avenir Black"/>
          <a:sym typeface="Avenir Black"/>
        </a:defRPr>
      </a:lvl2pPr>
      <a:lvl3pPr marL="0" marR="0" indent="0" algn="l" defTabSz="91424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0" i="0" u="none" strike="noStrike" cap="none" spc="0" baseline="0">
          <a:solidFill>
            <a:schemeClr val="accent1"/>
          </a:solidFill>
          <a:uFillTx/>
          <a:latin typeface="Avenir Black"/>
          <a:ea typeface="Avenir Black"/>
          <a:cs typeface="Avenir Black"/>
          <a:sym typeface="Avenir Black"/>
        </a:defRPr>
      </a:lvl3pPr>
      <a:lvl4pPr marL="0" marR="0" indent="0" algn="l" defTabSz="91424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0" i="0" u="none" strike="noStrike" cap="none" spc="0" baseline="0">
          <a:solidFill>
            <a:schemeClr val="accent1"/>
          </a:solidFill>
          <a:uFillTx/>
          <a:latin typeface="Avenir Black"/>
          <a:ea typeface="Avenir Black"/>
          <a:cs typeface="Avenir Black"/>
          <a:sym typeface="Avenir Black"/>
        </a:defRPr>
      </a:lvl4pPr>
      <a:lvl5pPr marL="0" marR="0" indent="0" algn="l" defTabSz="91424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0" i="0" u="none" strike="noStrike" cap="none" spc="0" baseline="0">
          <a:solidFill>
            <a:schemeClr val="accent1"/>
          </a:solidFill>
          <a:uFillTx/>
          <a:latin typeface="Avenir Black"/>
          <a:ea typeface="Avenir Black"/>
          <a:cs typeface="Avenir Black"/>
          <a:sym typeface="Avenir Black"/>
        </a:defRPr>
      </a:lvl5pPr>
      <a:lvl6pPr marL="0" marR="0" indent="0" algn="l" defTabSz="91424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0" i="0" u="none" strike="noStrike" cap="none" spc="0" baseline="0">
          <a:solidFill>
            <a:schemeClr val="accent1"/>
          </a:solidFill>
          <a:uFillTx/>
          <a:latin typeface="Avenir Black"/>
          <a:ea typeface="Avenir Black"/>
          <a:cs typeface="Avenir Black"/>
          <a:sym typeface="Avenir Black"/>
        </a:defRPr>
      </a:lvl6pPr>
      <a:lvl7pPr marL="0" marR="0" indent="0" algn="l" defTabSz="91424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0" i="0" u="none" strike="noStrike" cap="none" spc="0" baseline="0">
          <a:solidFill>
            <a:schemeClr val="accent1"/>
          </a:solidFill>
          <a:uFillTx/>
          <a:latin typeface="Avenir Black"/>
          <a:ea typeface="Avenir Black"/>
          <a:cs typeface="Avenir Black"/>
          <a:sym typeface="Avenir Black"/>
        </a:defRPr>
      </a:lvl7pPr>
      <a:lvl8pPr marL="0" marR="0" indent="0" algn="l" defTabSz="91424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0" i="0" u="none" strike="noStrike" cap="none" spc="0" baseline="0">
          <a:solidFill>
            <a:schemeClr val="accent1"/>
          </a:solidFill>
          <a:uFillTx/>
          <a:latin typeface="Avenir Black"/>
          <a:ea typeface="Avenir Black"/>
          <a:cs typeface="Avenir Black"/>
          <a:sym typeface="Avenir Black"/>
        </a:defRPr>
      </a:lvl8pPr>
      <a:lvl9pPr marL="0" marR="0" indent="0" algn="l" defTabSz="91424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0" i="0" u="none" strike="noStrike" cap="none" spc="0" baseline="0">
          <a:solidFill>
            <a:schemeClr val="accent1"/>
          </a:solidFill>
          <a:uFillTx/>
          <a:latin typeface="Avenir Black"/>
          <a:ea typeface="Avenir Black"/>
          <a:cs typeface="Avenir Black"/>
          <a:sym typeface="Avenir Black"/>
        </a:defRPr>
      </a:lvl9pPr>
    </p:titleStyle>
    <p:bodyStyle>
      <a:lvl1pPr marL="228560" marR="0" indent="-228560" algn="l" defTabSz="914240" eaLnBrk="1" latinLnBrk="0" hangingPunct="1">
        <a:lnSpc>
          <a:spcPct val="90000"/>
        </a:lnSpc>
        <a:spcBef>
          <a:spcPts val="1000"/>
        </a:spcBef>
        <a:spcAft>
          <a:spcPts val="400"/>
        </a:spcAft>
        <a:buClr>
          <a:schemeClr val="accent4"/>
        </a:buClr>
        <a:buSzPct val="100000"/>
        <a:buFont typeface="Arial" panose="020B0604020202020204" pitchFamily="34" charset="0"/>
        <a:buChar char="•"/>
        <a:tabLst/>
        <a:defRPr sz="1600" b="0" i="0" u="none" strike="noStrike" cap="none" spc="0" baseline="0">
          <a:solidFill>
            <a:schemeClr val="bg2"/>
          </a:solidFill>
          <a:uFillTx/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venir Book"/>
        </a:defRPr>
      </a:lvl1pPr>
      <a:lvl2pPr marL="463550" marR="0" indent="-165100" algn="l" defTabSz="914240" eaLnBrk="1" latinLnBrk="0" hangingPunct="1">
        <a:lnSpc>
          <a:spcPct val="90000"/>
        </a:lnSpc>
        <a:spcBef>
          <a:spcPts val="400"/>
        </a:spcBef>
        <a:spcAft>
          <a:spcPts val="400"/>
        </a:spcAft>
        <a:buClr>
          <a:schemeClr val="accent4"/>
        </a:buClr>
        <a:buSzPct val="100000"/>
        <a:buFont typeface="System Font Regular"/>
        <a:buChar char="–"/>
        <a:tabLst/>
        <a:defRPr sz="1400" b="0" i="0" u="none" strike="noStrike" cap="none" spc="0" baseline="0">
          <a:solidFill>
            <a:schemeClr val="bg2"/>
          </a:solidFill>
          <a:uFillTx/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venir Book"/>
        </a:defRPr>
      </a:lvl2pPr>
      <a:lvl3pPr marL="687388" marR="0" indent="-173038" algn="l" defTabSz="914240" eaLnBrk="1" latinLnBrk="0" hangingPunct="1">
        <a:lnSpc>
          <a:spcPct val="90000"/>
        </a:lnSpc>
        <a:spcBef>
          <a:spcPts val="400"/>
        </a:spcBef>
        <a:spcAft>
          <a:spcPts val="400"/>
        </a:spcAft>
        <a:buClr>
          <a:schemeClr val="accent4"/>
        </a:buClr>
        <a:buSzPct val="100000"/>
        <a:buFont typeface="Arial" panose="020B0604020202020204" pitchFamily="34" charset="0"/>
        <a:buChar char="•"/>
        <a:tabLst/>
        <a:defRPr sz="1200" b="0" i="0" u="none" strike="noStrike" cap="none" spc="0" baseline="0">
          <a:solidFill>
            <a:schemeClr val="bg2"/>
          </a:solidFill>
          <a:uFillTx/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venir Book"/>
        </a:defRPr>
      </a:lvl3pPr>
      <a:lvl4pPr marL="862013" marR="0" indent="-157163" algn="l" defTabSz="914240" eaLnBrk="1" latinLnBrk="0" hangingPunct="1">
        <a:lnSpc>
          <a:spcPct val="90000"/>
        </a:lnSpc>
        <a:spcBef>
          <a:spcPts val="400"/>
        </a:spcBef>
        <a:spcAft>
          <a:spcPts val="400"/>
        </a:spcAft>
        <a:buClr>
          <a:schemeClr val="accent4"/>
        </a:buClr>
        <a:buSzPct val="100000"/>
        <a:buFont typeface="System Font Regular"/>
        <a:buChar char="–"/>
        <a:tabLst/>
        <a:defRPr sz="1200" b="0" i="0" u="none" strike="noStrike" cap="none" spc="0" baseline="0">
          <a:solidFill>
            <a:schemeClr val="bg2"/>
          </a:solidFill>
          <a:uFillTx/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venir Book"/>
        </a:defRPr>
      </a:lvl4pPr>
      <a:lvl5pPr marL="1085850" marR="0" indent="-157163" algn="l" defTabSz="914240" eaLnBrk="1" latinLnBrk="0" hangingPunct="1">
        <a:lnSpc>
          <a:spcPct val="90000"/>
        </a:lnSpc>
        <a:spcBef>
          <a:spcPts val="400"/>
        </a:spcBef>
        <a:spcAft>
          <a:spcPts val="400"/>
        </a:spcAft>
        <a:buClr>
          <a:schemeClr val="accent4"/>
        </a:buClr>
        <a:buSzPct val="100000"/>
        <a:buFont typeface="Arial" panose="020B0604020202020204" pitchFamily="34" charset="0"/>
        <a:buChar char="•"/>
        <a:tabLst/>
        <a:defRPr sz="1200" b="0" i="0" u="none" strike="noStrike" cap="none" spc="0" baseline="0">
          <a:solidFill>
            <a:schemeClr val="bg2"/>
          </a:solidFill>
          <a:uFillTx/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venir Book"/>
        </a:defRPr>
      </a:lvl5pPr>
      <a:lvl6pPr marL="2502130" marR="0" indent="-216530" algn="l" defTabSz="91424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1800" b="0" i="0" u="none" strike="noStrike" cap="none" spc="0" baseline="0">
          <a:solidFill>
            <a:srgbClr val="50626A"/>
          </a:solidFill>
          <a:uFillTx/>
          <a:latin typeface="Avenir Book"/>
          <a:ea typeface="Avenir Book"/>
          <a:cs typeface="Avenir Book"/>
          <a:sym typeface="Avenir Book"/>
        </a:defRPr>
      </a:lvl6pPr>
      <a:lvl7pPr marL="2959250" marR="0" indent="-216530" algn="l" defTabSz="91424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1800" b="0" i="0" u="none" strike="noStrike" cap="none" spc="0" baseline="0">
          <a:solidFill>
            <a:srgbClr val="50626A"/>
          </a:solidFill>
          <a:uFillTx/>
          <a:latin typeface="Avenir Book"/>
          <a:ea typeface="Avenir Book"/>
          <a:cs typeface="Avenir Book"/>
          <a:sym typeface="Avenir Book"/>
        </a:defRPr>
      </a:lvl7pPr>
      <a:lvl8pPr marL="3416370" marR="0" indent="-216530" algn="l" defTabSz="91424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1800" b="0" i="0" u="none" strike="noStrike" cap="none" spc="0" baseline="0">
          <a:solidFill>
            <a:srgbClr val="50626A"/>
          </a:solidFill>
          <a:uFillTx/>
          <a:latin typeface="Avenir Book"/>
          <a:ea typeface="Avenir Book"/>
          <a:cs typeface="Avenir Book"/>
          <a:sym typeface="Avenir Book"/>
        </a:defRPr>
      </a:lvl8pPr>
      <a:lvl9pPr marL="3873490" marR="0" indent="-216530" algn="l" defTabSz="91424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1800" b="0" i="0" u="none" strike="noStrike" cap="none" spc="0" baseline="0">
          <a:solidFill>
            <a:srgbClr val="50626A"/>
          </a:solidFill>
          <a:uFillTx/>
          <a:latin typeface="Avenir Book"/>
          <a:ea typeface="Avenir Book"/>
          <a:cs typeface="Avenir Book"/>
          <a:sym typeface="Avenir Book"/>
        </a:defRPr>
      </a:lvl9pPr>
    </p:bodyStyle>
    <p:otherStyle>
      <a:lvl1pPr marL="0" marR="0" indent="0" algn="ctr" defTabSz="9144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serrat Regular"/>
        </a:defRPr>
      </a:lvl1pPr>
      <a:lvl2pPr marL="0" marR="0" indent="457200" algn="ctr" defTabSz="9144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serrat Regular"/>
        </a:defRPr>
      </a:lvl2pPr>
      <a:lvl3pPr marL="0" marR="0" indent="914400" algn="ctr" defTabSz="9144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serrat Regular"/>
        </a:defRPr>
      </a:lvl3pPr>
      <a:lvl4pPr marL="0" marR="0" indent="1371600" algn="ctr" defTabSz="9144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serrat Regular"/>
        </a:defRPr>
      </a:lvl4pPr>
      <a:lvl5pPr marL="0" marR="0" indent="1828800" algn="ctr" defTabSz="9144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serrat Regular"/>
        </a:defRPr>
      </a:lvl5pPr>
      <a:lvl6pPr marL="0" marR="0" indent="2286000" algn="ctr" defTabSz="9144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serrat Regular"/>
        </a:defRPr>
      </a:lvl6pPr>
      <a:lvl7pPr marL="0" marR="0" indent="2743200" algn="ctr" defTabSz="9144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serrat Regular"/>
        </a:defRPr>
      </a:lvl7pPr>
      <a:lvl8pPr marL="0" marR="0" indent="3200400" algn="ctr" defTabSz="9144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serrat Regular"/>
        </a:defRPr>
      </a:lvl8pPr>
      <a:lvl9pPr marL="0" marR="0" indent="3657600" algn="ctr" defTabSz="9144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serrat Regular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">
          <p15:clr>
            <a:srgbClr val="F26B43"/>
          </p15:clr>
        </p15:guide>
        <p15:guide id="2" orient="horz" pos="35">
          <p15:clr>
            <a:srgbClr val="F26B43"/>
          </p15:clr>
        </p15:guide>
        <p15:guide id="3" pos="168">
          <p15:clr>
            <a:srgbClr val="F26B43"/>
          </p15:clr>
        </p15:guide>
        <p15:guide id="4" pos="7512">
          <p15:clr>
            <a:srgbClr val="F26B43"/>
          </p15:clr>
        </p15:guide>
        <p15:guide id="9" orient="horz" pos="4173">
          <p15:clr>
            <a:srgbClr val="F26B43"/>
          </p15:clr>
        </p15:guide>
        <p15:guide id="10" pos="240">
          <p15:clr>
            <a:srgbClr val="F26B43"/>
          </p15:clr>
        </p15:guide>
        <p15:guide id="11" pos="7440">
          <p15:clr>
            <a:srgbClr val="F26B43"/>
          </p15:clr>
        </p15:guide>
        <p15:guide id="12" orient="horz" pos="720">
          <p15:clr>
            <a:srgbClr val="F26B43"/>
          </p15:clr>
        </p15:guide>
        <p15:guide id="13" orient="horz" pos="3912">
          <p15:clr>
            <a:srgbClr val="F26B43"/>
          </p15:clr>
        </p15:guide>
        <p15:guide id="14" pos="3840">
          <p15:clr>
            <a:srgbClr val="F26B43"/>
          </p15:clr>
        </p15:guide>
        <p15:guide id="15" pos="3888">
          <p15:clr>
            <a:srgbClr val="F26B43"/>
          </p15:clr>
        </p15:guide>
        <p15:guide id="16" pos="379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7A0DF73D-8647-762C-AF42-75D1D725A8DD}"/>
              </a:ext>
            </a:extLst>
          </p:cNvPr>
          <p:cNvSpPr txBox="1">
            <a:spLocks/>
          </p:cNvSpPr>
          <p:nvPr/>
        </p:nvSpPr>
        <p:spPr>
          <a:xfrm>
            <a:off x="11826973" y="6506145"/>
            <a:ext cx="207875" cy="21844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543ED3-111B-4842-9D2D-918F903AB236}" type="slidenum">
              <a:rPr lang="en-US" smtClean="0"/>
              <a:pPr/>
              <a:t>1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0E96F0D-9C85-7AE4-9F67-EE67E167AE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8016" y="-97296"/>
            <a:ext cx="12320016" cy="6964532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3E6EA214-C04D-6EAF-62B0-A691A3A699EA}"/>
              </a:ext>
            </a:extLst>
          </p:cNvPr>
          <p:cNvSpPr txBox="1">
            <a:spLocks/>
          </p:cNvSpPr>
          <p:nvPr/>
        </p:nvSpPr>
        <p:spPr>
          <a:xfrm>
            <a:off x="407503" y="3586375"/>
            <a:ext cx="5864087" cy="8081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vert="horz" lIns="91440" tIns="45720" rIns="45719" bIns="45720" rtlCol="0" anchor="b">
            <a:normAutofit/>
          </a:bodyPr>
          <a:lstStyle>
            <a:lvl1pPr marL="0" marR="0" indent="0" algn="ctr" defTabSz="91424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1800" b="1" i="0" u="none" strike="noStrike" cap="none" spc="0" baseline="0" dirty="0">
                <a:solidFill>
                  <a:schemeClr val="bg1"/>
                </a:solidFill>
                <a:uFillTx/>
                <a:latin typeface="Arial Nova" panose="020B0504020202020204" pitchFamily="34" charset="0"/>
                <a:ea typeface="Arial Nova" panose="020B0504020202020204" pitchFamily="34" charset="0"/>
                <a:cs typeface="Arial Nova" panose="020B0504020202020204" pitchFamily="34" charset="0"/>
                <a:sym typeface="Avenir Black"/>
              </a:defRPr>
            </a:lvl1pPr>
            <a:lvl2pPr marL="0" marR="0" indent="0" algn="l" defTabSz="91424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00" b="0" i="0" u="none" strike="noStrike" cap="none" spc="0" baseline="0">
                <a:solidFill>
                  <a:schemeClr val="accent1"/>
                </a:solidFill>
                <a:uFillTx/>
                <a:latin typeface="Avenir Black"/>
                <a:ea typeface="Avenir Black"/>
                <a:cs typeface="Avenir Black"/>
                <a:sym typeface="Avenir Black"/>
              </a:defRPr>
            </a:lvl2pPr>
            <a:lvl3pPr marL="0" marR="0" indent="0" algn="l" defTabSz="91424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00" b="0" i="0" u="none" strike="noStrike" cap="none" spc="0" baseline="0">
                <a:solidFill>
                  <a:schemeClr val="accent1"/>
                </a:solidFill>
                <a:uFillTx/>
                <a:latin typeface="Avenir Black"/>
                <a:ea typeface="Avenir Black"/>
                <a:cs typeface="Avenir Black"/>
                <a:sym typeface="Avenir Black"/>
              </a:defRPr>
            </a:lvl3pPr>
            <a:lvl4pPr marL="0" marR="0" indent="0" algn="l" defTabSz="91424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00" b="0" i="0" u="none" strike="noStrike" cap="none" spc="0" baseline="0">
                <a:solidFill>
                  <a:schemeClr val="accent1"/>
                </a:solidFill>
                <a:uFillTx/>
                <a:latin typeface="Avenir Black"/>
                <a:ea typeface="Avenir Black"/>
                <a:cs typeface="Avenir Black"/>
                <a:sym typeface="Avenir Black"/>
              </a:defRPr>
            </a:lvl4pPr>
            <a:lvl5pPr marL="0" marR="0" indent="0" algn="l" defTabSz="91424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00" b="0" i="0" u="none" strike="noStrike" cap="none" spc="0" baseline="0">
                <a:solidFill>
                  <a:schemeClr val="accent1"/>
                </a:solidFill>
                <a:uFillTx/>
                <a:latin typeface="Avenir Black"/>
                <a:ea typeface="Avenir Black"/>
                <a:cs typeface="Avenir Black"/>
                <a:sym typeface="Avenir Black"/>
              </a:defRPr>
            </a:lvl5pPr>
            <a:lvl6pPr marL="0" marR="0" indent="0" algn="l" defTabSz="91424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00" b="0" i="0" u="none" strike="noStrike" cap="none" spc="0" baseline="0">
                <a:solidFill>
                  <a:schemeClr val="accent1"/>
                </a:solidFill>
                <a:uFillTx/>
                <a:latin typeface="Avenir Black"/>
                <a:ea typeface="Avenir Black"/>
                <a:cs typeface="Avenir Black"/>
                <a:sym typeface="Avenir Black"/>
              </a:defRPr>
            </a:lvl6pPr>
            <a:lvl7pPr marL="0" marR="0" indent="0" algn="l" defTabSz="91424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00" b="0" i="0" u="none" strike="noStrike" cap="none" spc="0" baseline="0">
                <a:solidFill>
                  <a:schemeClr val="accent1"/>
                </a:solidFill>
                <a:uFillTx/>
                <a:latin typeface="Avenir Black"/>
                <a:ea typeface="Avenir Black"/>
                <a:cs typeface="Avenir Black"/>
                <a:sym typeface="Avenir Black"/>
              </a:defRPr>
            </a:lvl7pPr>
            <a:lvl8pPr marL="0" marR="0" indent="0" algn="l" defTabSz="91424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00" b="0" i="0" u="none" strike="noStrike" cap="none" spc="0" baseline="0">
                <a:solidFill>
                  <a:schemeClr val="accent1"/>
                </a:solidFill>
                <a:uFillTx/>
                <a:latin typeface="Avenir Black"/>
                <a:ea typeface="Avenir Black"/>
                <a:cs typeface="Avenir Black"/>
                <a:sym typeface="Avenir Black"/>
              </a:defRPr>
            </a:lvl8pPr>
            <a:lvl9pPr marL="0" marR="0" indent="0" algn="l" defTabSz="91424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00" b="0" i="0" u="none" strike="noStrike" cap="none" spc="0" baseline="0">
                <a:solidFill>
                  <a:schemeClr val="accent1"/>
                </a:solidFill>
                <a:uFillTx/>
                <a:latin typeface="Avenir Black"/>
                <a:ea typeface="Avenir Black"/>
                <a:cs typeface="Avenir Black"/>
                <a:sym typeface="Avenir Black"/>
              </a:defRPr>
            </a:lvl9pPr>
          </a:lstStyle>
          <a:p>
            <a:pPr defTabSz="914400" hangingPunct="0">
              <a:lnSpc>
                <a:spcPct val="100000"/>
              </a:lnSpc>
              <a:defRPr/>
            </a:pPr>
            <a:r>
              <a:rPr lang="en-IN" i="1" kern="0" dirty="0">
                <a:latin typeface="Arial Nova"/>
              </a:rPr>
              <a:t>FYA</a:t>
            </a:r>
            <a:r>
              <a:rPr lang="en-US" i="1" kern="0" dirty="0">
                <a:latin typeface="Arial Nova"/>
              </a:rPr>
              <a:t>FYARRO</a:t>
            </a:r>
            <a:r>
              <a:rPr lang="en-US" i="1" baseline="30000" dirty="0">
                <a:latin typeface="Arial Nova"/>
              </a:rPr>
              <a:t>®</a:t>
            </a:r>
            <a:r>
              <a:rPr lang="en-US" i="1" dirty="0">
                <a:latin typeface="Arial Nova"/>
              </a:rPr>
              <a:t> </a:t>
            </a:r>
            <a:r>
              <a:rPr lang="en-US" i="1" kern="0" dirty="0">
                <a:latin typeface="Arial Nova"/>
              </a:rPr>
              <a:t> Performance Tracker</a:t>
            </a:r>
            <a:r>
              <a:rPr lang="en-IN" i="1" kern="0">
                <a:latin typeface="Arial Nova"/>
              </a:rPr>
              <a:t>RRO</a:t>
            </a:r>
            <a:r>
              <a:rPr lang="en-IN" i="1" kern="0" baseline="30000">
                <a:latin typeface="Arial Nova"/>
              </a:rPr>
              <a:t>®</a:t>
            </a:r>
            <a:r>
              <a:rPr lang="en-IN" i="1" kern="0">
                <a:latin typeface="Arial Nova"/>
              </a:rPr>
              <a:t>  Performance Tracker</a:t>
            </a:r>
            <a:endParaRPr lang="en-IN" sz="4400" kern="0">
              <a:solidFill>
                <a:srgbClr val="FFFFFF"/>
              </a:solidFill>
              <a:latin typeface="Arial Nova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7B8BF827-1F0E-2ED3-30AC-5F4D6F2F8752}"/>
              </a:ext>
            </a:extLst>
          </p:cNvPr>
          <p:cNvSpPr txBox="1">
            <a:spLocks/>
          </p:cNvSpPr>
          <p:nvPr/>
        </p:nvSpPr>
        <p:spPr>
          <a:xfrm>
            <a:off x="407503" y="4501550"/>
            <a:ext cx="3753930" cy="315722"/>
          </a:xfrm>
          <a:prstGeom prst="rect">
            <a:avLst/>
          </a:prstGeom>
        </p:spPr>
        <p:txBody>
          <a:bodyPr/>
          <a:lstStyle>
            <a:lvl1pPr marL="228560" marR="0" indent="-228560" algn="l" defTabSz="91424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accent4"/>
              </a:buClr>
              <a:buSzPct val="100000"/>
              <a:buFont typeface="Arial" panose="020B0604020202020204" pitchFamily="34" charset="0"/>
              <a:buChar char="•"/>
              <a:tabLst/>
              <a:defRPr sz="1600" b="0" i="0" u="none" strike="noStrike" cap="none" spc="0" baseline="0">
                <a:solidFill>
                  <a:schemeClr val="bg2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 Book"/>
              </a:defRPr>
            </a:lvl1pPr>
            <a:lvl2pPr marL="463550" marR="0" indent="-165100" algn="l" defTabSz="91424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4"/>
              </a:buClr>
              <a:buSzPct val="100000"/>
              <a:buFont typeface="System Font Regular"/>
              <a:buChar char="–"/>
              <a:tabLst/>
              <a:defRPr sz="1400" b="0" i="0" u="none" strike="noStrike" cap="none" spc="0" baseline="0">
                <a:solidFill>
                  <a:schemeClr val="bg2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 Book"/>
              </a:defRPr>
            </a:lvl2pPr>
            <a:lvl3pPr marL="687388" marR="0" indent="-173038" algn="l" defTabSz="91424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4"/>
              </a:buClr>
              <a:buSzPct val="100000"/>
              <a:buFont typeface="Arial" panose="020B0604020202020204" pitchFamily="34" charset="0"/>
              <a:buChar char="•"/>
              <a:tabLst/>
              <a:defRPr sz="1200" b="0" i="0" u="none" strike="noStrike" cap="none" spc="0" baseline="0">
                <a:solidFill>
                  <a:schemeClr val="bg2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 Book"/>
              </a:defRPr>
            </a:lvl3pPr>
            <a:lvl4pPr marL="862013" marR="0" indent="-157163" algn="l" defTabSz="91424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4"/>
              </a:buClr>
              <a:buSzPct val="100000"/>
              <a:buFont typeface="System Font Regular"/>
              <a:buChar char="–"/>
              <a:tabLst/>
              <a:defRPr sz="1200" b="0" i="0" u="none" strike="noStrike" cap="none" spc="0" baseline="0">
                <a:solidFill>
                  <a:schemeClr val="bg2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 Book"/>
              </a:defRPr>
            </a:lvl4pPr>
            <a:lvl5pPr marL="1085850" marR="0" indent="-157163" algn="l" defTabSz="91424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4"/>
              </a:buClr>
              <a:buSzPct val="100000"/>
              <a:buFont typeface="Arial" panose="020B0604020202020204" pitchFamily="34" charset="0"/>
              <a:buChar char="•"/>
              <a:tabLst/>
              <a:defRPr sz="1200" b="0" i="0" u="none" strike="noStrike" cap="none" spc="0" baseline="0">
                <a:solidFill>
                  <a:schemeClr val="bg2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 Book"/>
              </a:defRPr>
            </a:lvl5pPr>
            <a:lvl6pPr marL="2502130" marR="0" indent="-216530" algn="l" defTabSz="91424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1800" b="0" i="0" u="none" strike="noStrike" cap="none" spc="0" baseline="0">
                <a:solidFill>
                  <a:srgbClr val="50626A"/>
                </a:solidFill>
                <a:uFillTx/>
                <a:latin typeface="Avenir Book"/>
                <a:ea typeface="Avenir Book"/>
                <a:cs typeface="Avenir Book"/>
                <a:sym typeface="Avenir Book"/>
              </a:defRPr>
            </a:lvl6pPr>
            <a:lvl7pPr marL="2959250" marR="0" indent="-216530" algn="l" defTabSz="91424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1800" b="0" i="0" u="none" strike="noStrike" cap="none" spc="0" baseline="0">
                <a:solidFill>
                  <a:srgbClr val="50626A"/>
                </a:solidFill>
                <a:uFillTx/>
                <a:latin typeface="Avenir Book"/>
                <a:ea typeface="Avenir Book"/>
                <a:cs typeface="Avenir Book"/>
                <a:sym typeface="Avenir Book"/>
              </a:defRPr>
            </a:lvl7pPr>
            <a:lvl8pPr marL="3416370" marR="0" indent="-216530" algn="l" defTabSz="91424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1800" b="0" i="0" u="none" strike="noStrike" cap="none" spc="0" baseline="0">
                <a:solidFill>
                  <a:srgbClr val="50626A"/>
                </a:solidFill>
                <a:uFillTx/>
                <a:latin typeface="Avenir Book"/>
                <a:ea typeface="Avenir Book"/>
                <a:cs typeface="Avenir Book"/>
                <a:sym typeface="Avenir Book"/>
              </a:defRPr>
            </a:lvl8pPr>
            <a:lvl9pPr marL="3873490" marR="0" indent="-216530" algn="l" defTabSz="91424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1800" b="0" i="0" u="none" strike="noStrike" cap="none" spc="0" baseline="0">
                <a:solidFill>
                  <a:srgbClr val="50626A"/>
                </a:solidFill>
                <a:uFillTx/>
                <a:latin typeface="Avenir Book"/>
                <a:ea typeface="Avenir Book"/>
                <a:cs typeface="Avenir Book"/>
                <a:sym typeface="Avenir Book"/>
              </a:defRPr>
            </a:lvl9pPr>
          </a:lstStyle>
          <a:p>
            <a:pPr marL="0" indent="0">
              <a:buNone/>
            </a:pPr>
            <a:r>
              <a:rPr lang="en-US" kern="0" dirty="0"/>
              <a:t>  19</a:t>
            </a:r>
            <a:r>
              <a:rPr lang="en-US" kern="0" baseline="30000" dirty="0"/>
              <a:t>th</a:t>
            </a:r>
            <a:r>
              <a:rPr lang="en-US" kern="0" dirty="0"/>
              <a:t> June 2026</a:t>
            </a: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81170FB2-FE39-6823-824A-D41188F7AFBA}"/>
              </a:ext>
            </a:extLst>
          </p:cNvPr>
          <p:cNvSpPr txBox="1">
            <a:spLocks/>
          </p:cNvSpPr>
          <p:nvPr/>
        </p:nvSpPr>
        <p:spPr>
          <a:xfrm>
            <a:off x="11979373" y="6658545"/>
            <a:ext cx="207875" cy="21844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C0543ED3-111B-4842-9D2D-918F903AB236}" type="slidenum">
              <a:rPr lang="en-US" sz="800" smtClean="0">
                <a:solidFill>
                  <a:srgbClr val="50626A"/>
                </a:solidFill>
                <a:latin typeface="Montserrat Regular"/>
                <a:sym typeface="Montserrat Regular"/>
              </a:rPr>
              <a:pPr algn="ctr">
                <a:defRPr/>
              </a:pPr>
              <a:t>1</a:t>
            </a:fld>
            <a:endParaRPr lang="en-US" sz="800">
              <a:solidFill>
                <a:srgbClr val="50626A"/>
              </a:solidFill>
              <a:latin typeface="Montserrat Regular"/>
              <a:sym typeface="Montserrat Regular"/>
            </a:endParaRPr>
          </a:p>
        </p:txBody>
      </p:sp>
    </p:spTree>
    <p:extLst>
      <p:ext uri="{BB962C8B-B14F-4D97-AF65-F5344CB8AC3E}">
        <p14:creationId xmlns:p14="http://schemas.microsoft.com/office/powerpoint/2010/main" val="1069915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D2F4B1C-F256-6B41-0CCC-AEA5E6682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230" y="192569"/>
            <a:ext cx="11536220" cy="391007"/>
          </a:xfrm>
        </p:spPr>
        <p:txBody>
          <a:bodyPr/>
          <a:lstStyle/>
          <a:p>
            <a:r>
              <a:rPr lang="en-US" sz="2400" err="1">
                <a:latin typeface="Trebuchet MS" panose="020B0603020202020204" pitchFamily="34" charset="0"/>
              </a:rPr>
              <a:t>Fyarro</a:t>
            </a:r>
            <a:r>
              <a:rPr lang="en-US" sz="2400">
                <a:latin typeface="Trebuchet MS" panose="020B0603020202020204" pitchFamily="34" charset="0"/>
              </a:rPr>
              <a:t> </a:t>
            </a:r>
            <a:r>
              <a:rPr lang="en-US" sz="2400">
                <a:latin typeface="Trebuchet MS" panose="020B0603020202020204" pitchFamily="34" charset="0"/>
                <a:ea typeface="Times New Roman" panose="02020603050405020304" pitchFamily="18" charset="0"/>
              </a:rPr>
              <a:t>Weekly run rate</a:t>
            </a:r>
            <a:endParaRPr lang="en-US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7741C1A-BDC7-2B8B-8563-F5AAA5D02869}"/>
              </a:ext>
            </a:extLst>
          </p:cNvPr>
          <p:cNvSpPr txBox="1">
            <a:spLocks/>
          </p:cNvSpPr>
          <p:nvPr/>
        </p:nvSpPr>
        <p:spPr>
          <a:xfrm>
            <a:off x="368079" y="611101"/>
            <a:ext cx="11823921" cy="295514"/>
          </a:xfrm>
          <a:prstGeom prst="rect">
            <a:avLst/>
          </a:prstGeom>
          <a:ln w="12700">
            <a:miter lim="400000"/>
          </a:ln>
        </p:spPr>
        <p:txBody>
          <a:bodyPr lIns="45720" tIns="45720" rIns="45719" bIns="4572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defTabSz="914240" eaLnBrk="1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accent4"/>
              </a:buClr>
              <a:buSzPct val="100000"/>
              <a:buFont typeface="Arial" panose="020B0604020202020204" pitchFamily="34" charset="0"/>
              <a:defRPr i="1">
                <a:solidFill>
                  <a:schemeClr val="accent4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 Book"/>
              </a:defRPr>
            </a:lvl1pPr>
            <a:lvl2pPr marL="463550" indent="-165100" defTabSz="914240" eaLnBrk="1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4"/>
              </a:buClr>
              <a:buSzPct val="100000"/>
              <a:buFont typeface="System Font Regular"/>
              <a:buChar char="–"/>
              <a:defRPr sz="1400">
                <a:solidFill>
                  <a:schemeClr val="bg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 Book"/>
              </a:defRPr>
            </a:lvl2pPr>
            <a:lvl3pPr marL="687388" indent="-173038" defTabSz="914240" eaLnBrk="1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4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 Book"/>
              </a:defRPr>
            </a:lvl3pPr>
            <a:lvl4pPr marL="862013" indent="-157163" defTabSz="914240" eaLnBrk="1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4"/>
              </a:buClr>
              <a:buSzPct val="100000"/>
              <a:buFont typeface="System Font Regular"/>
              <a:buChar char="–"/>
              <a:defRPr sz="1200">
                <a:solidFill>
                  <a:schemeClr val="bg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 Book"/>
              </a:defRPr>
            </a:lvl4pPr>
            <a:lvl5pPr marL="1085850" indent="-157163" defTabSz="914240" eaLnBrk="1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4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venir Book"/>
              </a:defRPr>
            </a:lvl5pPr>
            <a:lvl6pPr marL="2502130" indent="-216530" defTabSz="914240" eaLnBrk="1" hangingPunct="1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>
                <a:solidFill>
                  <a:srgbClr val="50626A"/>
                </a:solidFill>
                <a:latin typeface="Avenir Book"/>
                <a:ea typeface="Avenir Book"/>
                <a:cs typeface="Avenir Book"/>
                <a:sym typeface="Avenir Book"/>
              </a:defRPr>
            </a:lvl6pPr>
            <a:lvl7pPr marL="2959250" indent="-216530" defTabSz="914240" eaLnBrk="1" hangingPunct="1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>
                <a:solidFill>
                  <a:srgbClr val="50626A"/>
                </a:solidFill>
                <a:latin typeface="Avenir Book"/>
                <a:ea typeface="Avenir Book"/>
                <a:cs typeface="Avenir Book"/>
                <a:sym typeface="Avenir Book"/>
              </a:defRPr>
            </a:lvl7pPr>
            <a:lvl8pPr marL="3416370" indent="-216530" defTabSz="914240" eaLnBrk="1" hangingPunct="1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>
                <a:solidFill>
                  <a:srgbClr val="50626A"/>
                </a:solidFill>
                <a:latin typeface="Avenir Book"/>
                <a:ea typeface="Avenir Book"/>
                <a:cs typeface="Avenir Book"/>
                <a:sym typeface="Avenir Book"/>
              </a:defRPr>
            </a:lvl8pPr>
            <a:lvl9pPr marL="3873490" indent="-216530" defTabSz="914240" eaLnBrk="1" hangingPunct="1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>
                <a:solidFill>
                  <a:srgbClr val="50626A"/>
                </a:solidFill>
                <a:latin typeface="Avenir Book"/>
                <a:ea typeface="Avenir Book"/>
                <a:cs typeface="Avenir Book"/>
                <a:sym typeface="Avenir Book"/>
              </a:defRPr>
            </a:lvl9pPr>
          </a:lstStyle>
          <a:p>
            <a:pPr marL="0" marR="0" lvl="0" indent="0" algn="l" defTabSz="91424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rgbClr val="017298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en-US" dirty="0">
                <a:solidFill>
                  <a:srgbClr val="017298"/>
                </a:solidFill>
                <a:latin typeface="Trebuchet MS"/>
                <a:ea typeface="Times New Roman" panose="02020603050405020304" pitchFamily="18" charset="0"/>
                <a:cs typeface="Arial"/>
              </a:rPr>
              <a:t>1% increase in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17298"/>
                </a:solidFill>
                <a:effectLst/>
                <a:uLnTx/>
                <a:uFillTx/>
                <a:latin typeface="Trebuchet MS"/>
                <a:ea typeface="Times New Roman" panose="02020603050405020304" pitchFamily="18" charset="0"/>
                <a:cs typeface="Arial"/>
                <a:sym typeface="Avenir Book"/>
              </a:rPr>
              <a:t> Demand </a:t>
            </a:r>
            <a:r>
              <a:rPr lang="en-US" dirty="0">
                <a:solidFill>
                  <a:srgbClr val="017298"/>
                </a:solidFill>
                <a:latin typeface="Trebuchet MS"/>
                <a:ea typeface="Times New Roman" panose="02020603050405020304" pitchFamily="18" charset="0"/>
                <a:cs typeface="Arial"/>
              </a:rPr>
              <a:t>in R4W 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17298"/>
                </a:solidFill>
                <a:effectLst/>
                <a:uLnTx/>
                <a:uFillTx/>
                <a:latin typeface="Trebuchet MS"/>
                <a:ea typeface="Times New Roman" panose="02020603050405020304" pitchFamily="18" charset="0"/>
                <a:cs typeface="Arial"/>
                <a:sym typeface="Avenir Book"/>
              </a:rPr>
              <a:t>ending </a:t>
            </a:r>
            <a:r>
              <a:rPr lang="en-US" dirty="0">
                <a:solidFill>
                  <a:srgbClr val="017298"/>
                </a:solidFill>
                <a:latin typeface="Trebuchet MS"/>
                <a:ea typeface="Times New Roman" panose="02020603050405020304" pitchFamily="18" charset="0"/>
                <a:cs typeface="Arial"/>
              </a:rPr>
              <a:t>Jun 19th vs P4W     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17298"/>
                </a:solidFill>
                <a:effectLst/>
                <a:uLnTx/>
                <a:uFillTx/>
                <a:latin typeface="Trebuchet MS"/>
                <a:ea typeface="Times New Roman" panose="02020603050405020304" pitchFamily="18" charset="0"/>
                <a:cs typeface="Arial"/>
                <a:sym typeface="Avenir Book"/>
              </a:rPr>
              <a:t> </a:t>
            </a:r>
            <a:r>
              <a:rPr lang="en-US" dirty="0">
                <a:solidFill>
                  <a:srgbClr val="017298"/>
                </a:solidFill>
                <a:latin typeface="Trebuchet MS"/>
                <a:ea typeface="Times New Roman" panose="02020603050405020304" pitchFamily="18" charset="0"/>
                <a:cs typeface="Arial"/>
              </a:rPr>
              <a:t> </a:t>
            </a:r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7217D51B-84EC-FDA7-BD38-7FAC88B167D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67873513"/>
              </p:ext>
            </p:extLst>
          </p:nvPr>
        </p:nvGraphicFramePr>
        <p:xfrm>
          <a:off x="635798" y="1049213"/>
          <a:ext cx="11085084" cy="30674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18E7F200-4EFE-3C46-4BE0-9E3869E65A6D}"/>
              </a:ext>
            </a:extLst>
          </p:cNvPr>
          <p:cNvSpPr txBox="1"/>
          <p:nvPr/>
        </p:nvSpPr>
        <p:spPr>
          <a:xfrm>
            <a:off x="551318" y="6274424"/>
            <a:ext cx="9488031" cy="2308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" panose="020B0504020202020204" pitchFamily="34" charset="0"/>
                <a:ea typeface="Arial"/>
                <a:cs typeface="Arial"/>
                <a:sym typeface="Arial"/>
              </a:rPr>
              <a:t>Demand Data through 06/19, Biologics vials added as per 867 data</a:t>
            </a:r>
            <a:endParaRPr kumimoji="0" lang="en-IN" sz="90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Arial Nova" panose="020B0504020202020204" pitchFamily="34" charset="0"/>
              <a:sym typeface="Calibri"/>
            </a:endParaRPr>
          </a:p>
        </p:txBody>
      </p:sp>
      <p:graphicFrame>
        <p:nvGraphicFramePr>
          <p:cNvPr id="12" name="Content Placeholder 5">
            <a:extLst>
              <a:ext uri="{FF2B5EF4-FFF2-40B4-BE49-F238E27FC236}">
                <a16:creationId xmlns:a16="http://schemas.microsoft.com/office/drawing/2014/main" id="{F74173FD-232E-B165-900E-BE44201E1B3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90375901"/>
              </p:ext>
            </p:extLst>
          </p:nvPr>
        </p:nvGraphicFramePr>
        <p:xfrm>
          <a:off x="5885411" y="4406974"/>
          <a:ext cx="5919951" cy="1697326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534443">
                  <a:extLst>
                    <a:ext uri="{9D8B030D-6E8A-4147-A177-3AD203B41FA5}">
                      <a16:colId xmlns:a16="http://schemas.microsoft.com/office/drawing/2014/main" val="975590181"/>
                    </a:ext>
                  </a:extLst>
                </a:gridCol>
                <a:gridCol w="833538">
                  <a:extLst>
                    <a:ext uri="{9D8B030D-6E8A-4147-A177-3AD203B41FA5}">
                      <a16:colId xmlns:a16="http://schemas.microsoft.com/office/drawing/2014/main" val="1346172317"/>
                    </a:ext>
                  </a:extLst>
                </a:gridCol>
                <a:gridCol w="1183990">
                  <a:extLst>
                    <a:ext uri="{9D8B030D-6E8A-4147-A177-3AD203B41FA5}">
                      <a16:colId xmlns:a16="http://schemas.microsoft.com/office/drawing/2014/main" val="997959841"/>
                    </a:ext>
                  </a:extLst>
                </a:gridCol>
                <a:gridCol w="1183990">
                  <a:extLst>
                    <a:ext uri="{9D8B030D-6E8A-4147-A177-3AD203B41FA5}">
                      <a16:colId xmlns:a16="http://schemas.microsoft.com/office/drawing/2014/main" val="1803822674"/>
                    </a:ext>
                  </a:extLst>
                </a:gridCol>
                <a:gridCol w="1183990">
                  <a:extLst>
                    <a:ext uri="{9D8B030D-6E8A-4147-A177-3AD203B41FA5}">
                      <a16:colId xmlns:a16="http://schemas.microsoft.com/office/drawing/2014/main" val="1085912628"/>
                    </a:ext>
                  </a:extLst>
                </a:gridCol>
              </a:tblGrid>
              <a:tr h="702426">
                <a:tc>
                  <a:txBody>
                    <a:bodyPr/>
                    <a:lstStyle>
                      <a:lvl1pPr marL="0" marR="0" indent="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1pPr>
                      <a:lvl2pPr marL="0" marR="0" indent="4572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2pPr>
                      <a:lvl3pPr marL="0" marR="0" indent="9144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3pPr>
                      <a:lvl4pPr marL="0" marR="0" indent="13716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4pPr>
                      <a:lvl5pPr marL="0" marR="0" indent="18288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5pPr>
                      <a:lvl6pPr marL="0" marR="0" indent="22860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6pPr>
                      <a:lvl7pPr marL="0" marR="0" indent="27432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7pPr>
                      <a:lvl8pPr marL="0" marR="0" indent="32004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8pPr>
                      <a:lvl9pPr marL="0" marR="0" indent="36576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9pPr>
                    </a:lstStyle>
                    <a:p>
                      <a:pPr algn="ctr"/>
                      <a:r>
                        <a:rPr lang="en-US" sz="1200" b="1">
                          <a:solidFill>
                            <a:schemeClr val="bg1"/>
                          </a:solidFill>
                          <a:latin typeface="Arial Nova"/>
                        </a:rPr>
                        <a:t>Demand/Sellout</a:t>
                      </a:r>
                    </a:p>
                  </a:txBody>
                  <a:tcPr anchor="ctr">
                    <a:solidFill>
                      <a:srgbClr val="000738"/>
                    </a:solidFill>
                  </a:tcPr>
                </a:tc>
                <a:tc>
                  <a:txBody>
                    <a:bodyPr/>
                    <a:lstStyle>
                      <a:lvl1pPr marL="0" marR="0" indent="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1pPr>
                      <a:lvl2pPr marL="0" marR="0" indent="4572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2pPr>
                      <a:lvl3pPr marL="0" marR="0" indent="9144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3pPr>
                      <a:lvl4pPr marL="0" marR="0" indent="13716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4pPr>
                      <a:lvl5pPr marL="0" marR="0" indent="18288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5pPr>
                      <a:lvl6pPr marL="0" marR="0" indent="22860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6pPr>
                      <a:lvl7pPr marL="0" marR="0" indent="27432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7pPr>
                      <a:lvl8pPr marL="0" marR="0" indent="32004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8pPr>
                      <a:lvl9pPr marL="0" marR="0" indent="36576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9pPr>
                    </a:lstStyle>
                    <a:p>
                      <a:pPr algn="ctr"/>
                      <a:r>
                        <a:rPr lang="en-US" sz="1200" b="1">
                          <a:solidFill>
                            <a:schemeClr val="bg1"/>
                          </a:solidFill>
                          <a:latin typeface="Arial Nova"/>
                        </a:rPr>
                        <a:t>R4W</a:t>
                      </a:r>
                    </a:p>
                    <a:p>
                      <a:pPr algn="ctr"/>
                      <a:r>
                        <a:rPr lang="en-US" sz="900" b="1">
                          <a:solidFill>
                            <a:schemeClr val="bg1"/>
                          </a:solidFill>
                          <a:latin typeface="Arial Nova"/>
                        </a:rPr>
                        <a:t>(%Growth)</a:t>
                      </a:r>
                      <a:endParaRPr lang="en-US" sz="1050" b="1">
                        <a:solidFill>
                          <a:schemeClr val="bg1"/>
                        </a:solidFill>
                        <a:latin typeface="Arial Nova"/>
                      </a:endParaRPr>
                    </a:p>
                  </a:txBody>
                  <a:tcPr anchor="ctr">
                    <a:solidFill>
                      <a:srgbClr val="000738"/>
                    </a:solidFill>
                  </a:tcPr>
                </a:tc>
                <a:tc>
                  <a:txBody>
                    <a:bodyPr/>
                    <a:lstStyle>
                      <a:lvl1pPr marL="0" marR="0" indent="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1pPr>
                      <a:lvl2pPr marL="0" marR="0" indent="4572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2pPr>
                      <a:lvl3pPr marL="0" marR="0" indent="9144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3pPr>
                      <a:lvl4pPr marL="0" marR="0" indent="13716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4pPr>
                      <a:lvl5pPr marL="0" marR="0" indent="18288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5pPr>
                      <a:lvl6pPr marL="0" marR="0" indent="22860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6pPr>
                      <a:lvl7pPr marL="0" marR="0" indent="27432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7pPr>
                      <a:lvl8pPr marL="0" marR="0" indent="32004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8pPr>
                      <a:lvl9pPr marL="0" marR="0" indent="36576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9pPr>
                    </a:lstStyle>
                    <a:p>
                      <a:pPr algn="ctr"/>
                      <a:r>
                        <a:rPr lang="en-US" sz="1200" b="1">
                          <a:solidFill>
                            <a:schemeClr val="bg1"/>
                          </a:solidFill>
                          <a:latin typeface="Arial Nova"/>
                        </a:rPr>
                        <a:t>R8W</a:t>
                      </a:r>
                    </a:p>
                  </a:txBody>
                  <a:tcPr anchor="ctr">
                    <a:solidFill>
                      <a:srgbClr val="000738"/>
                    </a:solidFill>
                  </a:tcPr>
                </a:tc>
                <a:tc>
                  <a:txBody>
                    <a:bodyPr/>
                    <a:lstStyle>
                      <a:lvl1pPr marL="0" marR="0" indent="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1pPr>
                      <a:lvl2pPr marL="0" marR="0" indent="4572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2pPr>
                      <a:lvl3pPr marL="0" marR="0" indent="9144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3pPr>
                      <a:lvl4pPr marL="0" marR="0" indent="13716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4pPr>
                      <a:lvl5pPr marL="0" marR="0" indent="18288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5pPr>
                      <a:lvl6pPr marL="0" marR="0" indent="22860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6pPr>
                      <a:lvl7pPr marL="0" marR="0" indent="27432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7pPr>
                      <a:lvl8pPr marL="0" marR="0" indent="32004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8pPr>
                      <a:lvl9pPr marL="0" marR="0" indent="36576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9pPr>
                    </a:lstStyle>
                    <a:p>
                      <a:pPr algn="ctr"/>
                      <a:r>
                        <a:rPr lang="en-US" sz="1200" b="1">
                          <a:solidFill>
                            <a:schemeClr val="bg1"/>
                          </a:solidFill>
                          <a:latin typeface="Arial Nova"/>
                        </a:rPr>
                        <a:t>R13W</a:t>
                      </a:r>
                    </a:p>
                  </a:txBody>
                  <a:tcPr anchor="ctr">
                    <a:solidFill>
                      <a:srgbClr val="000738"/>
                    </a:solidFill>
                  </a:tcPr>
                </a:tc>
                <a:tc>
                  <a:txBody>
                    <a:bodyPr/>
                    <a:lstStyle>
                      <a:lvl1pPr marL="0" marR="0" indent="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1pPr>
                      <a:lvl2pPr marL="0" marR="0" indent="4572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2pPr>
                      <a:lvl3pPr marL="0" marR="0" indent="9144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3pPr>
                      <a:lvl4pPr marL="0" marR="0" indent="13716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4pPr>
                      <a:lvl5pPr marL="0" marR="0" indent="18288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5pPr>
                      <a:lvl6pPr marL="0" marR="0" indent="22860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6pPr>
                      <a:lvl7pPr marL="0" marR="0" indent="27432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7pPr>
                      <a:lvl8pPr marL="0" marR="0" indent="32004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8pPr>
                      <a:lvl9pPr marL="0" marR="0" indent="36576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9pPr>
                    </a:lstStyle>
                    <a:p>
                      <a:pPr algn="ctr"/>
                      <a:r>
                        <a:rPr lang="en-US" sz="1200" b="1">
                          <a:solidFill>
                            <a:schemeClr val="bg1"/>
                          </a:solidFill>
                          <a:latin typeface="Arial Nova"/>
                        </a:rPr>
                        <a:t>QTD</a:t>
                      </a:r>
                    </a:p>
                  </a:txBody>
                  <a:tcPr anchor="ctr">
                    <a:solidFill>
                      <a:srgbClr val="0007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3677671"/>
                  </a:ext>
                </a:extLst>
              </a:tr>
              <a:tr h="497450">
                <a:tc>
                  <a:txBody>
                    <a:bodyPr/>
                    <a:lstStyle>
                      <a:lvl1pPr marL="0" marR="0" indent="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1pPr>
                      <a:lvl2pPr marL="0" marR="0" indent="4572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2pPr>
                      <a:lvl3pPr marL="0" marR="0" indent="9144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3pPr>
                      <a:lvl4pPr marL="0" marR="0" indent="13716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4pPr>
                      <a:lvl5pPr marL="0" marR="0" indent="18288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5pPr>
                      <a:lvl6pPr marL="0" marR="0" indent="22860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6pPr>
                      <a:lvl7pPr marL="0" marR="0" indent="27432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7pPr>
                      <a:lvl8pPr marL="0" marR="0" indent="32004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8pPr>
                      <a:lvl9pPr marL="0" marR="0" indent="36576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9pPr>
                    </a:lstStyle>
                    <a:p>
                      <a:pPr algn="ctr"/>
                      <a:r>
                        <a:rPr lang="en-US" sz="1200" b="1">
                          <a:solidFill>
                            <a:schemeClr val="tx1"/>
                          </a:solidFill>
                          <a:latin typeface="Arial Nova"/>
                        </a:rPr>
                        <a:t>Weekly Average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marR="0" indent="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1pPr>
                      <a:lvl2pPr marL="0" marR="0" indent="4572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2pPr>
                      <a:lvl3pPr marL="0" marR="0" indent="9144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3pPr>
                      <a:lvl4pPr marL="0" marR="0" indent="13716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4pPr>
                      <a:lvl5pPr marL="0" marR="0" indent="18288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5pPr>
                      <a:lvl6pPr marL="0" marR="0" indent="22860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6pPr>
                      <a:lvl7pPr marL="0" marR="0" indent="27432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7pPr>
                      <a:lvl8pPr marL="0" marR="0" indent="32004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8pPr>
                      <a:lvl9pPr marL="0" marR="0" indent="36576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9pPr>
                    </a:lstStyle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ova" panose="020B0504020202020204" pitchFamily="34" charset="0"/>
                        </a:rPr>
                        <a:t>104</a:t>
                      </a:r>
                    </a:p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ova" panose="020B0504020202020204" pitchFamily="34" charset="0"/>
                        </a:rPr>
                        <a:t>(1%)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>
                      <a:lvl1pPr marL="0" marR="0" indent="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1pPr>
                      <a:lvl2pPr marL="0" marR="0" indent="4572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2pPr>
                      <a:lvl3pPr marL="0" marR="0" indent="9144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3pPr>
                      <a:lvl4pPr marL="0" marR="0" indent="13716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4pPr>
                      <a:lvl5pPr marL="0" marR="0" indent="18288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5pPr>
                      <a:lvl6pPr marL="0" marR="0" indent="22860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6pPr>
                      <a:lvl7pPr marL="0" marR="0" indent="27432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7pPr>
                      <a:lvl8pPr marL="0" marR="0" indent="32004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8pPr>
                      <a:lvl9pPr marL="0" marR="0" indent="36576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9pPr>
                    </a:lstStyle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ova" panose="020B0504020202020204" pitchFamily="34" charset="0"/>
                        </a:rPr>
                        <a:t>103</a:t>
                      </a:r>
                    </a:p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ova" panose="020B0504020202020204" pitchFamily="34" charset="0"/>
                        </a:rPr>
                        <a:t>(-2%)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>
                      <a:lvl1pPr marL="0" marR="0" indent="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1pPr>
                      <a:lvl2pPr marL="0" marR="0" indent="4572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2pPr>
                      <a:lvl3pPr marL="0" marR="0" indent="9144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3pPr>
                      <a:lvl4pPr marL="0" marR="0" indent="13716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4pPr>
                      <a:lvl5pPr marL="0" marR="0" indent="18288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5pPr>
                      <a:lvl6pPr marL="0" marR="0" indent="22860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6pPr>
                      <a:lvl7pPr marL="0" marR="0" indent="27432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7pPr>
                      <a:lvl8pPr marL="0" marR="0" indent="32004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8pPr>
                      <a:lvl9pPr marL="0" marR="0" indent="36576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9pPr>
                    </a:lstStyle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ova" panose="020B0504020202020204" pitchFamily="34" charset="0"/>
                        </a:rPr>
                        <a:t>103</a:t>
                      </a:r>
                    </a:p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ova" panose="020B0504020202020204" pitchFamily="34" charset="0"/>
                        </a:rPr>
                        <a:t>(3%)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>
                      <a:lvl1pPr marL="0" marR="0" indent="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1pPr>
                      <a:lvl2pPr marL="0" marR="0" indent="4572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2pPr>
                      <a:lvl3pPr marL="0" marR="0" indent="9144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3pPr>
                      <a:lvl4pPr marL="0" marR="0" indent="13716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4pPr>
                      <a:lvl5pPr marL="0" marR="0" indent="18288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5pPr>
                      <a:lvl6pPr marL="0" marR="0" indent="22860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6pPr>
                      <a:lvl7pPr marL="0" marR="0" indent="27432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7pPr>
                      <a:lvl8pPr marL="0" marR="0" indent="32004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8pPr>
                      <a:lvl9pPr marL="0" marR="0" indent="36576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9pPr>
                    </a:lstStyle>
                    <a:p>
                      <a:pPr algn="ctr" fontAlgn="ctr"/>
                      <a:r>
                        <a:rPr lang="en-US" sz="11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Arial Nova"/>
                          <a:ea typeface="+mn-ea"/>
                          <a:cs typeface="+mn-cs"/>
                          <a:sym typeface="Montserrat Regular"/>
                        </a:rPr>
                        <a:t>102</a:t>
                      </a:r>
                    </a:p>
                    <a:p>
                      <a:pPr algn="ctr" fontAlgn="ctr"/>
                      <a:r>
                        <a:rPr lang="en-US" sz="11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  <a:sym typeface="Montserrat Regular"/>
                        </a:rPr>
                        <a:t>(0%)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29872525"/>
                  </a:ext>
                </a:extLst>
              </a:tr>
              <a:tr h="497450"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 Nova"/>
                          <a:ea typeface="+mn-ea"/>
                          <a:cs typeface="+mn-cs"/>
                          <a:sym typeface="Montserrat Regular"/>
                        </a:rPr>
                        <a:t>Daily Average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21.9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21.2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20.9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20.5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354253695"/>
                  </a:ext>
                </a:extLst>
              </a:tr>
            </a:tbl>
          </a:graphicData>
        </a:graphic>
      </p:graphicFrame>
      <p:graphicFrame>
        <p:nvGraphicFramePr>
          <p:cNvPr id="13" name="Content Placeholder 5">
            <a:extLst>
              <a:ext uri="{FF2B5EF4-FFF2-40B4-BE49-F238E27FC236}">
                <a16:creationId xmlns:a16="http://schemas.microsoft.com/office/drawing/2014/main" id="{5B649DE7-DCB0-2ACE-FFF5-E0EB351DF9B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82551548"/>
              </p:ext>
            </p:extLst>
          </p:nvPr>
        </p:nvGraphicFramePr>
        <p:xfrm>
          <a:off x="551318" y="4406975"/>
          <a:ext cx="5228510" cy="1697326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581118">
                  <a:extLst>
                    <a:ext uri="{9D8B030D-6E8A-4147-A177-3AD203B41FA5}">
                      <a16:colId xmlns:a16="http://schemas.microsoft.com/office/drawing/2014/main" val="975590181"/>
                    </a:ext>
                  </a:extLst>
                </a:gridCol>
                <a:gridCol w="1219341">
                  <a:extLst>
                    <a:ext uri="{9D8B030D-6E8A-4147-A177-3AD203B41FA5}">
                      <a16:colId xmlns:a16="http://schemas.microsoft.com/office/drawing/2014/main" val="1346172317"/>
                    </a:ext>
                  </a:extLst>
                </a:gridCol>
                <a:gridCol w="1120924">
                  <a:extLst>
                    <a:ext uri="{9D8B030D-6E8A-4147-A177-3AD203B41FA5}">
                      <a16:colId xmlns:a16="http://schemas.microsoft.com/office/drawing/2014/main" val="997959841"/>
                    </a:ext>
                  </a:extLst>
                </a:gridCol>
                <a:gridCol w="1307127">
                  <a:extLst>
                    <a:ext uri="{9D8B030D-6E8A-4147-A177-3AD203B41FA5}">
                      <a16:colId xmlns:a16="http://schemas.microsoft.com/office/drawing/2014/main" val="1803822674"/>
                    </a:ext>
                  </a:extLst>
                </a:gridCol>
              </a:tblGrid>
              <a:tr h="372004">
                <a:tc>
                  <a:txBody>
                    <a:bodyPr/>
                    <a:lstStyle>
                      <a:lvl1pPr marL="0" marR="0" indent="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1pPr>
                      <a:lvl2pPr marL="0" marR="0" indent="4572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2pPr>
                      <a:lvl3pPr marL="0" marR="0" indent="9144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3pPr>
                      <a:lvl4pPr marL="0" marR="0" indent="13716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4pPr>
                      <a:lvl5pPr marL="0" marR="0" indent="18288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5pPr>
                      <a:lvl6pPr marL="0" marR="0" indent="22860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6pPr>
                      <a:lvl7pPr marL="0" marR="0" indent="27432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7pPr>
                      <a:lvl8pPr marL="0" marR="0" indent="32004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8pPr>
                      <a:lvl9pPr marL="0" marR="0" indent="36576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9pPr>
                    </a:lstStyle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 Nova" panose="020B0504020202020204" pitchFamily="34" charset="0"/>
                        </a:rPr>
                        <a:t>Demand/Sellout</a:t>
                      </a:r>
                    </a:p>
                  </a:txBody>
                  <a:tcPr anchor="ctr">
                    <a:solidFill>
                      <a:srgbClr val="000738"/>
                    </a:solidFill>
                  </a:tcPr>
                </a:tc>
                <a:tc>
                  <a:txBody>
                    <a:bodyPr/>
                    <a:lstStyle>
                      <a:lvl1pPr marL="0" marR="0" indent="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1pPr>
                      <a:lvl2pPr marL="0" marR="0" indent="4572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2pPr>
                      <a:lvl3pPr marL="0" marR="0" indent="9144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3pPr>
                      <a:lvl4pPr marL="0" marR="0" indent="13716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4pPr>
                      <a:lvl5pPr marL="0" marR="0" indent="18288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5pPr>
                      <a:lvl6pPr marL="0" marR="0" indent="22860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6pPr>
                      <a:lvl7pPr marL="0" marR="0" indent="27432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7pPr>
                      <a:lvl8pPr marL="0" marR="0" indent="32004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8pPr>
                      <a:lvl9pPr marL="0" marR="0" indent="36576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9pPr>
                    </a:lstStyle>
                    <a:p>
                      <a:pPr algn="ctr"/>
                      <a:r>
                        <a:rPr lang="en-US" sz="1200" b="1">
                          <a:solidFill>
                            <a:schemeClr val="bg1"/>
                          </a:solidFill>
                          <a:latin typeface="Arial Nova" panose="020B0504020202020204" pitchFamily="34" charset="0"/>
                        </a:rPr>
                        <a:t>Actuals</a:t>
                      </a:r>
                    </a:p>
                  </a:txBody>
                  <a:tcPr anchor="ctr">
                    <a:solidFill>
                      <a:srgbClr val="000738"/>
                    </a:solidFill>
                  </a:tcPr>
                </a:tc>
                <a:tc>
                  <a:txBody>
                    <a:bodyPr/>
                    <a:lstStyle>
                      <a:lvl1pPr marL="0" marR="0" indent="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1pPr>
                      <a:lvl2pPr marL="0" marR="0" indent="4572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2pPr>
                      <a:lvl3pPr marL="0" marR="0" indent="9144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3pPr>
                      <a:lvl4pPr marL="0" marR="0" indent="13716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4pPr>
                      <a:lvl5pPr marL="0" marR="0" indent="18288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5pPr>
                      <a:lvl6pPr marL="0" marR="0" indent="22860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6pPr>
                      <a:lvl7pPr marL="0" marR="0" indent="27432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7pPr>
                      <a:lvl8pPr marL="0" marR="0" indent="32004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8pPr>
                      <a:lvl9pPr marL="0" marR="0" indent="36576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9pPr>
                    </a:lstStyle>
                    <a:p>
                      <a:pPr algn="ctr" fontAlgn="ctr"/>
                      <a:r>
                        <a:rPr lang="en-US" sz="1200" b="1" kern="1200">
                          <a:solidFill>
                            <a:schemeClr val="bg1"/>
                          </a:solidFill>
                          <a:latin typeface="Arial Nova" panose="020B0504020202020204" pitchFamily="34" charset="0"/>
                        </a:rPr>
                        <a:t> Budget</a:t>
                      </a:r>
                      <a:endParaRPr lang="en-US" sz="1200" b="1" kern="1200">
                        <a:solidFill>
                          <a:schemeClr val="bg1"/>
                        </a:solidFill>
                        <a:latin typeface="Arial Nova" panose="020B0504020202020204" pitchFamily="34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solidFill>
                      <a:srgbClr val="000738"/>
                    </a:solidFill>
                  </a:tcPr>
                </a:tc>
                <a:tc>
                  <a:txBody>
                    <a:bodyPr/>
                    <a:lstStyle>
                      <a:lvl1pPr marL="0" marR="0" indent="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1pPr>
                      <a:lvl2pPr marL="0" marR="0" indent="4572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2pPr>
                      <a:lvl3pPr marL="0" marR="0" indent="9144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3pPr>
                      <a:lvl4pPr marL="0" marR="0" indent="13716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4pPr>
                      <a:lvl5pPr marL="0" marR="0" indent="18288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5pPr>
                      <a:lvl6pPr marL="0" marR="0" indent="22860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6pPr>
                      <a:lvl7pPr marL="0" marR="0" indent="27432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7pPr>
                      <a:lvl8pPr marL="0" marR="0" indent="32004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8pPr>
                      <a:lvl9pPr marL="0" marR="0" indent="36576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9pPr>
                    </a:lstStyle>
                    <a:p>
                      <a:pPr algn="ctr"/>
                      <a:r>
                        <a:rPr lang="en-US" sz="1200" b="1" kern="1200" dirty="0">
                          <a:solidFill>
                            <a:schemeClr val="bg1"/>
                          </a:solidFill>
                          <a:latin typeface="Arial Nova" panose="020B0504020202020204" pitchFamily="34" charset="0"/>
                        </a:rPr>
                        <a:t>Attainment%</a:t>
                      </a:r>
                      <a:endParaRPr lang="en-US" sz="1200" b="1" kern="1200" dirty="0">
                        <a:solidFill>
                          <a:schemeClr val="bg1"/>
                        </a:solidFill>
                        <a:latin typeface="Arial Nova" panose="020B05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0007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3677671"/>
                  </a:ext>
                </a:extLst>
              </a:tr>
              <a:tr h="486911">
                <a:tc>
                  <a:txBody>
                    <a:bodyPr/>
                    <a:lstStyle>
                      <a:lvl1pPr marL="0" marR="0" indent="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1pPr>
                      <a:lvl2pPr marL="0" marR="0" indent="4572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2pPr>
                      <a:lvl3pPr marL="0" marR="0" indent="9144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3pPr>
                      <a:lvl4pPr marL="0" marR="0" indent="13716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4pPr>
                      <a:lvl5pPr marL="0" marR="0" indent="18288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5pPr>
                      <a:lvl6pPr marL="0" marR="0" indent="22860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6pPr>
                      <a:lvl7pPr marL="0" marR="0" indent="27432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7pPr>
                      <a:lvl8pPr marL="0" marR="0" indent="32004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8pPr>
                      <a:lvl9pPr marL="0" marR="0" indent="36576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9pPr>
                    </a:lstStyle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ova" panose="020B0504020202020204" pitchFamily="34" charset="0"/>
                        </a:rPr>
                        <a:t>MTD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313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267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117%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29872525"/>
                  </a:ext>
                </a:extLst>
              </a:tr>
              <a:tr h="486911">
                <a:tc>
                  <a:txBody>
                    <a:bodyPr/>
                    <a:lstStyle>
                      <a:lvl1pPr marL="0" marR="0" indent="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1pPr>
                      <a:lvl2pPr marL="0" marR="0" indent="4572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2pPr>
                      <a:lvl3pPr marL="0" marR="0" indent="9144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3pPr>
                      <a:lvl4pPr marL="0" marR="0" indent="13716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4pPr>
                      <a:lvl5pPr marL="0" marR="0" indent="18288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5pPr>
                      <a:lvl6pPr marL="0" marR="0" indent="22860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6pPr>
                      <a:lvl7pPr marL="0" marR="0" indent="27432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7pPr>
                      <a:lvl8pPr marL="0" marR="0" indent="32004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8pPr>
                      <a:lvl9pPr marL="0" marR="0" indent="36576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9pPr>
                    </a:lstStyle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ova" panose="020B0504020202020204" pitchFamily="34" charset="0"/>
                        </a:rPr>
                        <a:t>QTD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1168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1127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104%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36398071"/>
                  </a:ext>
                </a:extLst>
              </a:tr>
              <a:tr h="351500">
                <a:tc>
                  <a:txBody>
                    <a:bodyPr/>
                    <a:lstStyle>
                      <a:lvl1pPr marL="0" marR="0" indent="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1pPr>
                      <a:lvl2pPr marL="0" marR="0" indent="4572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2pPr>
                      <a:lvl3pPr marL="0" marR="0" indent="9144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3pPr>
                      <a:lvl4pPr marL="0" marR="0" indent="13716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4pPr>
                      <a:lvl5pPr marL="0" marR="0" indent="18288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5pPr>
                      <a:lvl6pPr marL="0" marR="0" indent="22860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6pPr>
                      <a:lvl7pPr marL="0" marR="0" indent="27432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7pPr>
                      <a:lvl8pPr marL="0" marR="0" indent="32004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8pPr>
                      <a:lvl9pPr marL="0" marR="0" indent="3657600" algn="ctr" defTabSz="9144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Arial" panose="020B0604020202020204"/>
                          <a:sym typeface="Montserrat Regular"/>
                        </a:defRPr>
                      </a:lvl9pPr>
                    </a:lstStyle>
                    <a:p>
                      <a:pPr algn="ctr"/>
                      <a:r>
                        <a:rPr lang="en-US" sz="1200" b="1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Arial Nova" panose="020B0504020202020204" pitchFamily="34" charset="0"/>
                          <a:sym typeface="Montserrat Regular"/>
                        </a:rPr>
                        <a:t>YTD</a:t>
                      </a:r>
                      <a:endParaRPr lang="en-US" sz="1200" b="1" i="0" u="none" strike="noStrike" cap="none" spc="0" baseline="0" dirty="0">
                        <a:solidFill>
                          <a:schemeClr val="tx1"/>
                        </a:solidFill>
                        <a:uFillTx/>
                        <a:latin typeface="Arial Nova" panose="020B0504020202020204" pitchFamily="34" charset="0"/>
                        <a:ea typeface="+mn-ea"/>
                        <a:cs typeface="+mn-cs"/>
                        <a:sym typeface="Montserrat Regula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2482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2355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105%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814105902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C41EED6A-B36E-1AC6-2B36-7C9A6F61E4B1}"/>
              </a:ext>
            </a:extLst>
          </p:cNvPr>
          <p:cNvSpPr txBox="1"/>
          <p:nvPr/>
        </p:nvSpPr>
        <p:spPr>
          <a:xfrm>
            <a:off x="9174480" y="91749"/>
            <a:ext cx="1981200" cy="369330"/>
          </a:xfrm>
          <a:prstGeom prst="rect">
            <a:avLst/>
          </a:prstGeom>
          <a:solidFill>
            <a:srgbClr val="00206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Commercial 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vials</a:t>
            </a: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1D694084-2F93-3991-B950-32B62C0F3D9B}"/>
              </a:ext>
            </a:extLst>
          </p:cNvPr>
          <p:cNvSpPr txBox="1">
            <a:spLocks/>
          </p:cNvSpPr>
          <p:nvPr/>
        </p:nvSpPr>
        <p:spPr>
          <a:xfrm>
            <a:off x="11826973" y="6506145"/>
            <a:ext cx="207875" cy="21844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C0543ED3-111B-4842-9D2D-918F903AB236}" type="slidenum">
              <a:rPr lang="en-US" sz="800" smtClean="0">
                <a:solidFill>
                  <a:srgbClr val="50626A"/>
                </a:solidFill>
                <a:latin typeface="Montserrat Regular"/>
                <a:sym typeface="Montserrat Regular"/>
              </a:rPr>
              <a:pPr algn="ctr">
                <a:defRPr/>
              </a:pPr>
              <a:t>2</a:t>
            </a:fld>
            <a:endParaRPr lang="en-US" sz="800">
              <a:solidFill>
                <a:srgbClr val="50626A"/>
              </a:solidFill>
              <a:latin typeface="Montserrat Regular"/>
              <a:sym typeface="Montserrat Regular"/>
            </a:endParaRPr>
          </a:p>
        </p:txBody>
      </p:sp>
    </p:spTree>
    <p:extLst>
      <p:ext uri="{BB962C8B-B14F-4D97-AF65-F5344CB8AC3E}">
        <p14:creationId xmlns:p14="http://schemas.microsoft.com/office/powerpoint/2010/main" val="29684127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QZUsTLcnoMc5s1.xSUkX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Depth">
  <a:themeElements>
    <a:clrScheme name="Depth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859D"/>
      </a:accent1>
      <a:accent2>
        <a:srgbClr val="ECAB1E"/>
      </a:accent2>
      <a:accent3>
        <a:srgbClr val="E2F0D9"/>
      </a:accent3>
      <a:accent4>
        <a:srgbClr val="F40000"/>
      </a:accent4>
      <a:accent5>
        <a:srgbClr val="820000"/>
      </a:accent5>
      <a:accent6>
        <a:srgbClr val="F4B183"/>
      </a:accent6>
      <a:hlink>
        <a:srgbClr val="0000FF"/>
      </a:hlink>
      <a:folHlink>
        <a:srgbClr val="FF00FF"/>
      </a:folHlink>
    </a:clrScheme>
    <a:fontScheme name="Depth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lumMod val="40000"/>
            <a:lumOff val="60000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noAutofit/>
      </a:bodyPr>
      <a:lstStyle>
        <a:defPPr marL="0" marR="0" indent="0" algn="ctr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900" b="0" i="0" u="none" strike="noStrike" cap="none" spc="0" normalizeH="0" baseline="0" dirty="0" smtClean="0">
            <a:ln>
              <a:noFill/>
            </a:ln>
            <a:solidFill>
              <a:schemeClr val="tx1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3_AADI-2022-DARK">
  <a:themeElements>
    <a:clrScheme name="AADI-2022">
      <a:dk1>
        <a:srgbClr val="000000"/>
      </a:dk1>
      <a:lt1>
        <a:srgbClr val="FFFFFF"/>
      </a:lt1>
      <a:dk2>
        <a:srgbClr val="A7A7A7"/>
      </a:dk2>
      <a:lt2>
        <a:srgbClr val="000738"/>
      </a:lt2>
      <a:accent1>
        <a:srgbClr val="00859D"/>
      </a:accent1>
      <a:accent2>
        <a:srgbClr val="FFB71B"/>
      </a:accent2>
      <a:accent3>
        <a:srgbClr val="E2F0D9"/>
      </a:accent3>
      <a:accent4>
        <a:srgbClr val="017298"/>
      </a:accent4>
      <a:accent5>
        <a:srgbClr val="820000"/>
      </a:accent5>
      <a:accent6>
        <a:srgbClr val="00C7D2"/>
      </a:accent6>
      <a:hlink>
        <a:srgbClr val="0000FF"/>
      </a:hlink>
      <a:folHlink>
        <a:srgbClr val="FF00F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lumMod val="40000"/>
            <a:lumOff val="60000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noAutofit/>
      </a:bodyPr>
      <a:lstStyle>
        <a:defPPr marL="0" marR="0" indent="0" algn="ctr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 dirty="0" err="1" smtClean="0">
            <a:ln>
              <a:noFill/>
            </a:ln>
            <a:solidFill>
              <a:srgbClr val="50626A"/>
            </a:solidFill>
            <a:effectLst/>
            <a:uFillTx/>
            <a:latin typeface="Arial Nova" panose="020B0504020202020204" pitchFamily="34" charset="0"/>
            <a:ea typeface="+mn-ea"/>
            <a:cs typeface="+mn-cs"/>
            <a:sym typeface="Calibri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AADI-2022-DARK" id="{981BE2AC-7BFA-3A45-9210-108CBC5E3BCD}" vid="{181A2FC2-C848-2D42-A0EB-25747E6777BD}"/>
    </a:ext>
  </a:extLst>
</a:theme>
</file>

<file path=ppt/theme/theme3.xml><?xml version="1.0" encoding="utf-8"?>
<a:theme xmlns:a="http://schemas.openxmlformats.org/drawingml/2006/main" name="AADI-2022">
  <a:themeElements>
    <a:clrScheme name="AADI-2022">
      <a:dk1>
        <a:srgbClr val="000000"/>
      </a:dk1>
      <a:lt1>
        <a:srgbClr val="FFFFFF"/>
      </a:lt1>
      <a:dk2>
        <a:srgbClr val="A7A7A7"/>
      </a:dk2>
      <a:lt2>
        <a:srgbClr val="000738"/>
      </a:lt2>
      <a:accent1>
        <a:srgbClr val="00859D"/>
      </a:accent1>
      <a:accent2>
        <a:srgbClr val="FFB71B"/>
      </a:accent2>
      <a:accent3>
        <a:srgbClr val="E2F0D9"/>
      </a:accent3>
      <a:accent4>
        <a:srgbClr val="017298"/>
      </a:accent4>
      <a:accent5>
        <a:srgbClr val="820000"/>
      </a:accent5>
      <a:accent6>
        <a:srgbClr val="00C7D2"/>
      </a:accent6>
      <a:hlink>
        <a:srgbClr val="0000FF"/>
      </a:hlink>
      <a:folHlink>
        <a:srgbClr val="FF00F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91440" tIns="91440" rIns="91440" bIns="91440" numCol="1" spcCol="38100" rtlCol="0" anchor="ctr">
        <a:noAutofit/>
      </a:bodyPr>
      <a:lstStyle>
        <a:defPPr marL="0" marR="0" indent="0" algn="ctr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 dirty="0" smtClean="0">
            <a:ln>
              <a:noFill/>
            </a:ln>
            <a:solidFill>
              <a:schemeClr val="bg2"/>
            </a:solidFill>
            <a:effectLst/>
            <a:uFillTx/>
            <a:latin typeface="Arial Nova" panose="020B0504020202020204" pitchFamily="34" charset="0"/>
            <a:ea typeface="+mn-ea"/>
            <a:cs typeface="+mn-cs"/>
            <a:sym typeface="Calibri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AADI-MASTER-TEMPLATE-2022" id="{41D95691-9B16-AA49-AD11-A7F499CA1CA4}" vid="{6023DD26-D56B-614B-8278-4493BF38357B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19">
    <a:dk1>
      <a:srgbClr val="54565B"/>
    </a:dk1>
    <a:lt1>
      <a:srgbClr val="FFFFFF"/>
    </a:lt1>
    <a:dk2>
      <a:srgbClr val="C50E3C"/>
    </a:dk2>
    <a:lt2>
      <a:srgbClr val="C6CAC6"/>
    </a:lt2>
    <a:accent1>
      <a:srgbClr val="203661"/>
    </a:accent1>
    <a:accent2>
      <a:srgbClr val="3C587F"/>
    </a:accent2>
    <a:accent3>
      <a:srgbClr val="8DC1C5"/>
    </a:accent3>
    <a:accent4>
      <a:srgbClr val="688C38"/>
    </a:accent4>
    <a:accent5>
      <a:srgbClr val="AEB618"/>
    </a:accent5>
    <a:accent6>
      <a:srgbClr val="000000"/>
    </a:accent6>
    <a:hlink>
      <a:srgbClr val="3A6C8A"/>
    </a:hlink>
    <a:folHlink>
      <a:srgbClr val="8F7F9E"/>
    </a:folHlink>
  </a:clrScheme>
  <a:fontScheme name="Arial Black-Arial">
    <a:majorFont>
      <a:latin typeface="Arial Black" panose="020B0A04020102020204"/>
      <a:ea typeface=""/>
      <a:cs typeface=""/>
      <a:font script="Jpan" typeface="ＭＳ ゴシック"/>
      <a:font script="Hang" typeface="굴림"/>
      <a:font script="Hans" typeface="微软雅黑"/>
      <a:font script="Hant" typeface="微軟正黑體"/>
      <a:font script="Arab" typeface="Tahoma"/>
      <a:font script="Hebr" typeface="Tahoma"/>
      <a:font script="Thai" typeface="FreesiaUPC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Verdana"/>
      <a:font script="Uigh" typeface="Microsoft Uighur"/>
      <a:font script="Geor" typeface="Sylfaen"/>
    </a:majorFont>
    <a:min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e7d7682-d79f-4125-b85f-7fdf802f580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0E5095D3B376442BD8A39DC5A9008BD" ma:contentTypeVersion="16" ma:contentTypeDescription="Create a new document." ma:contentTypeScope="" ma:versionID="f808e4882df7a953372d0e86c0e687ef">
  <xsd:schema xmlns:xsd="http://www.w3.org/2001/XMLSchema" xmlns:xs="http://www.w3.org/2001/XMLSchema" xmlns:p="http://schemas.microsoft.com/office/2006/metadata/properties" xmlns:ns3="5e7d7682-d79f-4125-b85f-7fdf802f5803" xmlns:ns4="b7fa760e-defd-4713-bf1b-98d0bf2430af" targetNamespace="http://schemas.microsoft.com/office/2006/metadata/properties" ma:root="true" ma:fieldsID="d8b26baad813ec97cbb51b87623872e1" ns3:_="" ns4:_="">
    <xsd:import namespace="5e7d7682-d79f-4125-b85f-7fdf802f5803"/>
    <xsd:import namespace="b7fa760e-defd-4713-bf1b-98d0bf2430a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LengthInSeconds" minOccurs="0"/>
                <xsd:element ref="ns3:MediaServiceAutoTags" minOccurs="0"/>
                <xsd:element ref="ns3:_activity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ObjectDetectorVersions" minOccurs="0"/>
                <xsd:element ref="ns3:MediaServiceLocation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7d7682-d79f-4125-b85f-7fdf802f580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fa760e-defd-4713-bf1b-98d0bf2430a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890CE1F-E9B6-4327-A288-65F403EF7ADF}">
  <ds:schemaRefs>
    <ds:schemaRef ds:uri="http://schemas.microsoft.com/office/2006/documentManagement/types"/>
    <ds:schemaRef ds:uri="5e7d7682-d79f-4125-b85f-7fdf802f5803"/>
    <ds:schemaRef ds:uri="http://schemas.microsoft.com/office/2006/metadata/properties"/>
    <ds:schemaRef ds:uri="http://purl.org/dc/elements/1.1/"/>
    <ds:schemaRef ds:uri="http://purl.org/dc/terms/"/>
    <ds:schemaRef ds:uri="http://schemas.microsoft.com/office/infopath/2007/PartnerControls"/>
    <ds:schemaRef ds:uri="b7fa760e-defd-4713-bf1b-98d0bf2430af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D713D4B7-1C98-4BB6-94AF-A43481A83F49}">
  <ds:schemaRefs>
    <ds:schemaRef ds:uri="5e7d7682-d79f-4125-b85f-7fdf802f5803"/>
    <ds:schemaRef ds:uri="b7fa760e-defd-4713-bf1b-98d0bf2430a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C09C3411-8210-4B5B-AF68-F6BFBF595F4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6974</TotalTime>
  <Words>107</Words>
  <Application>Microsoft Office PowerPoint</Application>
  <PresentationFormat>Widescreen</PresentationFormat>
  <Paragraphs>47</Paragraphs>
  <Slides>2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16" baseType="lpstr">
      <vt:lpstr>Arial</vt:lpstr>
      <vt:lpstr>Arial Nova</vt:lpstr>
      <vt:lpstr>Avenir Black</vt:lpstr>
      <vt:lpstr>Avenir Book</vt:lpstr>
      <vt:lpstr>Calibri</vt:lpstr>
      <vt:lpstr>Montserrat</vt:lpstr>
      <vt:lpstr>Montserrat Regular</vt:lpstr>
      <vt:lpstr>System Font Regular</vt:lpstr>
      <vt:lpstr>Trebuchet MS</vt:lpstr>
      <vt:lpstr>1_Depth</vt:lpstr>
      <vt:lpstr>3_AADI-2022-DARK</vt:lpstr>
      <vt:lpstr>AADI-2022</vt:lpstr>
      <vt:lpstr>think-cell スライド</vt:lpstr>
      <vt:lpstr>think-cell Slide</vt:lpstr>
      <vt:lpstr>PowerPoint Presentation</vt:lpstr>
      <vt:lpstr>Fyarro Weekly run rate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Joan McNicholl</dc:creator>
  <cp:lastModifiedBy>Abbas Husain</cp:lastModifiedBy>
  <cp:revision>4</cp:revision>
  <dcterms:created xsi:type="dcterms:W3CDTF">2021-06-29T17:10:26Z</dcterms:created>
  <dcterms:modified xsi:type="dcterms:W3CDTF">2026-08-19T11:31:43Z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18c1083-8924-401d-97ae-40f5eed0fcd8_Enabled">
    <vt:lpwstr>true</vt:lpwstr>
  </property>
  <property fmtid="{D5CDD505-2E9C-101B-9397-08002B2CF9AE}" pid="3" name="MSIP_Label_418c1083-8924-401d-97ae-40f5eed0fcd8_SetDate">
    <vt:lpwstr>2022-04-12T08:49:45Z</vt:lpwstr>
  </property>
  <property fmtid="{D5CDD505-2E9C-101B-9397-08002B2CF9AE}" pid="4" name="MSIP_Label_418c1083-8924-401d-97ae-40f5eed0fcd8_Method">
    <vt:lpwstr>Privileged</vt:lpwstr>
  </property>
  <property fmtid="{D5CDD505-2E9C-101B-9397-08002B2CF9AE}" pid="5" name="MSIP_Label_418c1083-8924-401d-97ae-40f5eed0fcd8_Name">
    <vt:lpwstr>418c1083-8924-401d-97ae-40f5eed0fcd8</vt:lpwstr>
  </property>
  <property fmtid="{D5CDD505-2E9C-101B-9397-08002B2CF9AE}" pid="6" name="MSIP_Label_418c1083-8924-401d-97ae-40f5eed0fcd8_SiteId">
    <vt:lpwstr>a5a8bcaa-3292-41e6-b735-5e8b21f4dbfd</vt:lpwstr>
  </property>
  <property fmtid="{D5CDD505-2E9C-101B-9397-08002B2CF9AE}" pid="7" name="MSIP_Label_418c1083-8924-401d-97ae-40f5eed0fcd8_ActionId">
    <vt:lpwstr>9d62ba6c-b010-4e96-8f4b-ab8a42ef2762</vt:lpwstr>
  </property>
  <property fmtid="{D5CDD505-2E9C-101B-9397-08002B2CF9AE}" pid="8" name="MSIP_Label_418c1083-8924-401d-97ae-40f5eed0fcd8_ContentBits">
    <vt:lpwstr>0</vt:lpwstr>
  </property>
  <property fmtid="{D5CDD505-2E9C-101B-9397-08002B2CF9AE}" pid="9" name="ContentTypeId">
    <vt:lpwstr>0x01010050E5095D3B376442BD8A39DC5A9008BD</vt:lpwstr>
  </property>
  <property fmtid="{D5CDD505-2E9C-101B-9397-08002B2CF9AE}" pid="10" name="MediaServiceImageTags">
    <vt:lpwstr/>
  </property>
</Properties>
</file>