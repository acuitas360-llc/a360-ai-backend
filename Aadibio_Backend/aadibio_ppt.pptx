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3.xml" ContentType="application/vnd.openxmlformats-officedocument.theme+xml"/>
  <Override PartName="/ppt/tags/tag3.xml" ContentType="application/vnd.openxmlformats-officedocument.presentationml.tags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4.xml" ContentType="application/vnd.openxmlformats-officedocument.theme+xml"/>
  <Override PartName="/ppt/tags/tag4.xml" ContentType="application/vnd.openxmlformats-officedocument.presentationml.tags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drawings/drawing1.xml" ContentType="application/vnd.openxmlformats-officedocument.drawingml.chartshapes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3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4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drawings/drawing2.xml" ContentType="application/vnd.openxmlformats-officedocument.drawingml.chartshapes+xml"/>
  <Override PartName="/ppt/notesSlides/notesSlide4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notesSlides/notesSlide5.xml" ContentType="application/vnd.openxmlformats-officedocument.presentationml.notesSlide+xml"/>
  <Override PartName="/ppt/charts/chart14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5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6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drawings/drawing3.xml" ContentType="application/vnd.openxmlformats-officedocument.drawingml.chartshapes+xml"/>
  <Override PartName="/ppt/charts/chart17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4"/>
    <p:sldMasterId id="2147485448" r:id="rId5"/>
    <p:sldMasterId id="2147485476" r:id="rId6"/>
    <p:sldMasterId id="2147485488" r:id="rId7"/>
  </p:sldMasterIdLst>
  <p:notesMasterIdLst>
    <p:notesMasterId r:id="rId20"/>
  </p:notesMasterIdLst>
  <p:sldIdLst>
    <p:sldId id="2147483615" r:id="rId8"/>
    <p:sldId id="2147483617" r:id="rId9"/>
    <p:sldId id="2147483605" r:id="rId10"/>
    <p:sldId id="2147483606" r:id="rId11"/>
    <p:sldId id="2147483620" r:id="rId12"/>
    <p:sldId id="2147483608" r:id="rId13"/>
    <p:sldId id="2147483609" r:id="rId14"/>
    <p:sldId id="2147483610" r:id="rId15"/>
    <p:sldId id="2147483612" r:id="rId16"/>
    <p:sldId id="2147483613" r:id="rId17"/>
    <p:sldId id="2147483618" r:id="rId18"/>
    <p:sldId id="214748362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76" userDrawn="1">
          <p15:clr>
            <a:srgbClr val="A4A3A4"/>
          </p15:clr>
        </p15:guide>
        <p15:guide id="2" orient="horz" pos="2544" userDrawn="1">
          <p15:clr>
            <a:srgbClr val="A4A3A4"/>
          </p15:clr>
        </p15:guide>
        <p15:guide id="3" orient="horz" pos="845" userDrawn="1">
          <p15:clr>
            <a:srgbClr val="A4A3A4"/>
          </p15:clr>
        </p15:guide>
        <p15:guide id="4" orient="horz" pos="3960" userDrawn="1">
          <p15:clr>
            <a:srgbClr val="A4A3A4"/>
          </p15:clr>
        </p15:guide>
        <p15:guide id="5" pos="386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709DD0D-4102-49B7-AE17-8743DAEF4EE4}" name="Ganadhar Reddy" initials="GR" userId="S::greddy@acuitas360.com::b910b586-a944-479f-a296-2270f4facc79" providerId="AD"/>
  <p188:author id="{12B93331-455A-1C34-4B40-2FCEC6DFE9CD}" name="Deepak Dubey" initials="DD" userId="S::Ddubey@acuitas360.com::0f025daf-9fe6-4edb-b6db-85f4837a9750" providerId="AD"/>
  <p188:author id="{3CE01369-2100-67C4-B75E-CE5012E683A5}" name="Swapnika Kunchala" initials="" userId="S::skunchala@acuitas360.com::2e116999-dc4f-4e8a-af77-e3bc19473f4c" providerId="AD"/>
  <p188:author id="{CA9BEE73-4702-41D8-2AA6-F3EF60A0297C}" name="Deepak Dubey" initials="DD" userId="S::ddubey@acuitas360.com::0f025daf-9fe6-4edb-b6db-85f4837a9750" providerId="AD"/>
  <p188:author id="{AB674DAE-D7EE-4848-1ECB-02D35170278D}" name="Aman Kumar" initials="AK" userId="S::akumar@acuitas360.com::a3b31158-55cd-4d04-8f6e-ddc52ff4f52e" providerId="AD"/>
  <p188:author id="{FC3A19D5-F5FC-FFBC-5C76-028A9CF5C20A}" name="Ganadhar Reddy" initials="GR" userId="S::Greddy@acuitas360.com::b910b586-a944-479f-a296-2270f4facc79" providerId="AD"/>
  <p188:author id="{C24FAAE6-263E-1ADE-26EC-2C7D00F137A3}" name="Swapnika K" initials="SK" userId="281db392f1d372fc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anadhar Reddy (Contractor)" initials="GR(" lastIdx="3" clrIdx="0">
    <p:extLst>
      <p:ext uri="{19B8F6BF-5375-455C-9EA6-DF929625EA0E}">
        <p15:presenceInfo xmlns:p15="http://schemas.microsoft.com/office/powerpoint/2012/main" userId="Ganadhar Reddy (Contractor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AB1E"/>
    <a:srgbClr val="00859D"/>
    <a:srgbClr val="B8F4FF"/>
    <a:srgbClr val="A3D087"/>
    <a:srgbClr val="017298"/>
    <a:srgbClr val="C9E3B8"/>
    <a:srgbClr val="FFB71B"/>
    <a:srgbClr val="B88310"/>
    <a:srgbClr val="FFCC99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2F2DE2-38B0-4A30-97F5-A1D48EDF4CD0}" v="1" dt="2026-06-24T15:13:24.987"/>
    <p1510:client id="{8C9CD928-9D16-4878-AFA6-5C7A540B16BF}" v="168" dt="2026-06-24T11:14:43.1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249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>
        <p:guide orient="horz" pos="2376"/>
        <p:guide orient="horz" pos="2544"/>
        <p:guide orient="horz" pos="845"/>
        <p:guide orient="horz" pos="3960"/>
        <p:guide pos="38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viewProps" Target="viewProps.xml"/><Relationship Id="rId28" Type="http://schemas.microsoft.com/office/2018/10/relationships/authors" Target="author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kita Dubey" userId="f74eff0e-1ec4-4a94-bcde-eb39ebcac7a8" providerId="ADAL" clId="{7CCEFB0A-FA39-42FC-A34F-412D5EF32852}"/>
    <pc:docChg chg="undo redo custSel addSld delSld modSld sldOrd addMainMaster delMainMaster">
      <pc:chgData name="Nikita Dubey" userId="f74eff0e-1ec4-4a94-bcde-eb39ebcac7a8" providerId="ADAL" clId="{7CCEFB0A-FA39-42FC-A34F-412D5EF32852}" dt="2026-06-24T11:22:26.399" v="27890" actId="113"/>
      <pc:docMkLst>
        <pc:docMk/>
      </pc:docMkLst>
      <pc:sldChg chg="addSp delSp modSp new mod">
        <pc:chgData name="Nikita Dubey" userId="f74eff0e-1ec4-4a94-bcde-eb39ebcac7a8" providerId="ADAL" clId="{7CCEFB0A-FA39-42FC-A34F-412D5EF32852}" dt="2026-06-24T09:24:50.020" v="27189" actId="20577"/>
        <pc:sldMkLst>
          <pc:docMk/>
          <pc:sldMk cId="296841277" sldId="2147483605"/>
        </pc:sldMkLst>
        <pc:spChg chg="add del mod">
          <ac:chgData name="Nikita Dubey" userId="f74eff0e-1ec4-4a94-bcde-eb39ebcac7a8" providerId="ADAL" clId="{7CCEFB0A-FA39-42FC-A34F-412D5EF32852}" dt="2026-06-24T09:07:49.053" v="27144" actId="20577"/>
          <ac:spMkLst>
            <pc:docMk/>
            <pc:sldMk cId="296841277" sldId="2147483605"/>
            <ac:spMk id="9" creationId="{07741C1A-BDC7-2B8B-8563-F5AAA5D02869}"/>
          </ac:spMkLst>
        </pc:spChg>
        <pc:spChg chg="add del mod">
          <ac:chgData name="Nikita Dubey" userId="f74eff0e-1ec4-4a94-bcde-eb39ebcac7a8" providerId="ADAL" clId="{7CCEFB0A-FA39-42FC-A34F-412D5EF32852}" dt="2026-06-24T09:24:50.020" v="27189" actId="20577"/>
          <ac:spMkLst>
            <pc:docMk/>
            <pc:sldMk cId="296841277" sldId="2147483605"/>
            <ac:spMk id="11" creationId="{18E7F200-4EFE-3C46-4BE0-9E3869E65A6D}"/>
          </ac:spMkLst>
        </pc:spChg>
        <pc:graphicFrameChg chg="add del mod">
          <ac:chgData name="Nikita Dubey" userId="f74eff0e-1ec4-4a94-bcde-eb39ebcac7a8" providerId="ADAL" clId="{7CCEFB0A-FA39-42FC-A34F-412D5EF32852}" dt="2026-06-24T09:17:03.939" v="27161" actId="113"/>
          <ac:graphicFrameMkLst>
            <pc:docMk/>
            <pc:sldMk cId="296841277" sldId="2147483605"/>
            <ac:graphicFrameMk id="10" creationId="{7217D51B-84EC-FDA7-BD38-7FAC88B167D9}"/>
          </ac:graphicFrameMkLst>
        </pc:graphicFrameChg>
        <pc:graphicFrameChg chg="add del mod modGraphic">
          <ac:chgData name="Nikita Dubey" userId="f74eff0e-1ec4-4a94-bcde-eb39ebcac7a8" providerId="ADAL" clId="{7CCEFB0A-FA39-42FC-A34F-412D5EF32852}" dt="2026-06-24T09:08:17.033" v="27154" actId="20577"/>
          <ac:graphicFrameMkLst>
            <pc:docMk/>
            <pc:sldMk cId="296841277" sldId="2147483605"/>
            <ac:graphicFrameMk id="12" creationId="{F74173FD-232E-B165-900E-BE44201E1B35}"/>
          </ac:graphicFrameMkLst>
        </pc:graphicFrameChg>
        <pc:graphicFrameChg chg="add del mod modGraphic">
          <ac:chgData name="Nikita Dubey" userId="f74eff0e-1ec4-4a94-bcde-eb39ebcac7a8" providerId="ADAL" clId="{7CCEFB0A-FA39-42FC-A34F-412D5EF32852}" dt="2026-06-24T09:07:27.551" v="27134"/>
          <ac:graphicFrameMkLst>
            <pc:docMk/>
            <pc:sldMk cId="296841277" sldId="2147483605"/>
            <ac:graphicFrameMk id="13" creationId="{5B649DE7-DCB0-2ACE-FFF5-E0EB351DF9B3}"/>
          </ac:graphicFrameMkLst>
        </pc:graphicFrameChg>
      </pc:sldChg>
      <pc:sldChg chg="addSp delSp modSp new mod">
        <pc:chgData name="Nikita Dubey" userId="f74eff0e-1ec4-4a94-bcde-eb39ebcac7a8" providerId="ADAL" clId="{7CCEFB0A-FA39-42FC-A34F-412D5EF32852}" dt="2026-06-24T09:27:22.862" v="27201"/>
        <pc:sldMkLst>
          <pc:docMk/>
          <pc:sldMk cId="820893338" sldId="2147483606"/>
        </pc:sldMkLst>
        <pc:spChg chg="add mod">
          <ac:chgData name="Nikita Dubey" userId="f74eff0e-1ec4-4a94-bcde-eb39ebcac7a8" providerId="ADAL" clId="{7CCEFB0A-FA39-42FC-A34F-412D5EF32852}" dt="2026-06-24T09:24:59.448" v="27191" actId="20577"/>
          <ac:spMkLst>
            <pc:docMk/>
            <pc:sldMk cId="820893338" sldId="2147483606"/>
            <ac:spMk id="9" creationId="{97372E55-B9CD-C2AB-DE6C-45249E3B5DE4}"/>
          </ac:spMkLst>
        </pc:spChg>
        <pc:spChg chg="add mod">
          <ac:chgData name="Nikita Dubey" userId="f74eff0e-1ec4-4a94-bcde-eb39ebcac7a8" providerId="ADAL" clId="{7CCEFB0A-FA39-42FC-A34F-412D5EF32852}" dt="2026-06-24T09:25:02.750" v="27193" actId="20577"/>
          <ac:spMkLst>
            <pc:docMk/>
            <pc:sldMk cId="820893338" sldId="2147483606"/>
            <ac:spMk id="10" creationId="{4680CB84-893F-306C-824A-006C6288B09A}"/>
          </ac:spMkLst>
        </pc:spChg>
        <pc:graphicFrameChg chg="add mod modGraphic">
          <ac:chgData name="Nikita Dubey" userId="f74eff0e-1ec4-4a94-bcde-eb39ebcac7a8" providerId="ADAL" clId="{7CCEFB0A-FA39-42FC-A34F-412D5EF32852}" dt="2026-06-24T09:20:28.014" v="27163"/>
          <ac:graphicFrameMkLst>
            <pc:docMk/>
            <pc:sldMk cId="820893338" sldId="2147483606"/>
            <ac:graphicFrameMk id="11" creationId="{381DD4F9-5FB0-27DF-EC38-C343B4E72A62}"/>
          </ac:graphicFrameMkLst>
        </pc:graphicFrameChg>
        <pc:graphicFrameChg chg="add mod modGraphic">
          <ac:chgData name="Nikita Dubey" userId="f74eff0e-1ec4-4a94-bcde-eb39ebcac7a8" providerId="ADAL" clId="{7CCEFB0A-FA39-42FC-A34F-412D5EF32852}" dt="2026-06-24T09:21:19.238" v="27180" actId="20577"/>
          <ac:graphicFrameMkLst>
            <pc:docMk/>
            <pc:sldMk cId="820893338" sldId="2147483606"/>
            <ac:graphicFrameMk id="12" creationId="{F051942B-5E76-48B2-8578-849742901CAF}"/>
          </ac:graphicFrameMkLst>
        </pc:graphicFrameChg>
        <pc:graphicFrameChg chg="add mod">
          <ac:chgData name="Nikita Dubey" userId="f74eff0e-1ec4-4a94-bcde-eb39ebcac7a8" providerId="ADAL" clId="{7CCEFB0A-FA39-42FC-A34F-412D5EF32852}" dt="2026-06-24T09:27:22.862" v="27201"/>
          <ac:graphicFrameMkLst>
            <pc:docMk/>
            <pc:sldMk cId="820893338" sldId="2147483606"/>
            <ac:graphicFrameMk id="14" creationId="{8D0D870C-A208-715E-E670-41C391E6F116}"/>
          </ac:graphicFrameMkLst>
        </pc:graphicFrameChg>
      </pc:sldChg>
      <pc:sldChg chg="addSp delSp modSp new mod">
        <pc:chgData name="Nikita Dubey" userId="f74eff0e-1ec4-4a94-bcde-eb39ebcac7a8" providerId="ADAL" clId="{7CCEFB0A-FA39-42FC-A34F-412D5EF32852}" dt="2026-06-24T09:48:53.095" v="27373" actId="27918"/>
        <pc:sldMkLst>
          <pc:docMk/>
          <pc:sldMk cId="3094413156" sldId="2147483608"/>
        </pc:sldMkLst>
        <pc:spChg chg="add mod">
          <ac:chgData name="Nikita Dubey" userId="f74eff0e-1ec4-4a94-bcde-eb39ebcac7a8" providerId="ADAL" clId="{7CCEFB0A-FA39-42FC-A34F-412D5EF32852}" dt="2026-06-24T09:45:51.784" v="27336" actId="20577"/>
          <ac:spMkLst>
            <pc:docMk/>
            <pc:sldMk cId="3094413156" sldId="2147483608"/>
            <ac:spMk id="9" creationId="{B11BD178-6D43-6083-84C3-3160AF6240CB}"/>
          </ac:spMkLst>
        </pc:spChg>
        <pc:spChg chg="add mod">
          <ac:chgData name="Nikita Dubey" userId="f74eff0e-1ec4-4a94-bcde-eb39ebcac7a8" providerId="ADAL" clId="{7CCEFB0A-FA39-42FC-A34F-412D5EF32852}" dt="2026-06-24T09:45:58.071" v="27338" actId="20577"/>
          <ac:spMkLst>
            <pc:docMk/>
            <pc:sldMk cId="3094413156" sldId="2147483608"/>
            <ac:spMk id="10" creationId="{596984C6-1735-46E6-2380-72EEF466BEB8}"/>
          </ac:spMkLst>
        </pc:spChg>
        <pc:graphicFrameChg chg="add mod modGraphic">
          <ac:chgData name="Nikita Dubey" userId="f74eff0e-1ec4-4a94-bcde-eb39ebcac7a8" providerId="ADAL" clId="{7CCEFB0A-FA39-42FC-A34F-412D5EF32852}" dt="2026-06-24T09:47:42.987" v="27368" actId="20577"/>
          <ac:graphicFrameMkLst>
            <pc:docMk/>
            <pc:sldMk cId="3094413156" sldId="2147483608"/>
            <ac:graphicFrameMk id="11" creationId="{FEE0AE9A-86E6-FFF8-3F6F-002A5426E01B}"/>
          </ac:graphicFrameMkLst>
        </pc:graphicFrameChg>
      </pc:sldChg>
      <pc:sldChg chg="addSp delSp modSp new mod">
        <pc:chgData name="Nikita Dubey" userId="f74eff0e-1ec4-4a94-bcde-eb39ebcac7a8" providerId="ADAL" clId="{7CCEFB0A-FA39-42FC-A34F-412D5EF32852}" dt="2026-06-24T09:57:04.727" v="27386" actId="20577"/>
        <pc:sldMkLst>
          <pc:docMk/>
          <pc:sldMk cId="3149469241" sldId="2147483609"/>
        </pc:sldMkLst>
        <pc:spChg chg="add mod">
          <ac:chgData name="Nikita Dubey" userId="f74eff0e-1ec4-4a94-bcde-eb39ebcac7a8" providerId="ADAL" clId="{7CCEFB0A-FA39-42FC-A34F-412D5EF32852}" dt="2026-06-24T09:57:04.727" v="27386" actId="20577"/>
          <ac:spMkLst>
            <pc:docMk/>
            <pc:sldMk cId="3149469241" sldId="2147483609"/>
            <ac:spMk id="12" creationId="{BBF6F1F8-728C-D5EB-4716-64149FD64100}"/>
          </ac:spMkLst>
        </pc:spChg>
        <pc:graphicFrameChg chg="add mod">
          <ac:chgData name="Nikita Dubey" userId="f74eff0e-1ec4-4a94-bcde-eb39ebcac7a8" providerId="ADAL" clId="{7CCEFB0A-FA39-42FC-A34F-412D5EF32852}" dt="2026-06-17T10:37:12.221" v="26191"/>
          <ac:graphicFrameMkLst>
            <pc:docMk/>
            <pc:sldMk cId="3149469241" sldId="2147483609"/>
            <ac:graphicFrameMk id="8" creationId="{D54500D1-92F6-E2AD-689B-89BFC8B5CFA6}"/>
          </ac:graphicFrameMkLst>
        </pc:graphicFrameChg>
      </pc:sldChg>
      <pc:sldChg chg="addSp delSp modSp new mod">
        <pc:chgData name="Nikita Dubey" userId="f74eff0e-1ec4-4a94-bcde-eb39ebcac7a8" providerId="ADAL" clId="{7CCEFB0A-FA39-42FC-A34F-412D5EF32852}" dt="2026-06-24T11:21:25.376" v="27889" actId="113"/>
        <pc:sldMkLst>
          <pc:docMk/>
          <pc:sldMk cId="3227478498" sldId="2147483610"/>
        </pc:sldMkLst>
        <pc:spChg chg="add mod">
          <ac:chgData name="Nikita Dubey" userId="f74eff0e-1ec4-4a94-bcde-eb39ebcac7a8" providerId="ADAL" clId="{7CCEFB0A-FA39-42FC-A34F-412D5EF32852}" dt="2026-06-24T09:57:20.086" v="27388" actId="20577"/>
          <ac:spMkLst>
            <pc:docMk/>
            <pc:sldMk cId="3227478498" sldId="2147483610"/>
            <ac:spMk id="11" creationId="{773BB25D-C3D8-332D-7302-56C4B3A7B08B}"/>
          </ac:spMkLst>
        </pc:spChg>
        <pc:graphicFrameChg chg="add mod modGraphic">
          <ac:chgData name="Nikita Dubey" userId="f74eff0e-1ec4-4a94-bcde-eb39ebcac7a8" providerId="ADAL" clId="{7CCEFB0A-FA39-42FC-A34F-412D5EF32852}" dt="2026-06-24T11:21:25.376" v="27889" actId="113"/>
          <ac:graphicFrameMkLst>
            <pc:docMk/>
            <pc:sldMk cId="3227478498" sldId="2147483610"/>
            <ac:graphicFrameMk id="10" creationId="{BD75984E-3B7A-F239-F2D4-C9F5E05CCB46}"/>
          </ac:graphicFrameMkLst>
        </pc:graphicFrameChg>
      </pc:sldChg>
      <pc:sldChg chg="addSp delSp modSp new mod">
        <pc:chgData name="Nikita Dubey" userId="f74eff0e-1ec4-4a94-bcde-eb39ebcac7a8" providerId="ADAL" clId="{7CCEFB0A-FA39-42FC-A34F-412D5EF32852}" dt="2026-06-24T11:22:26.399" v="27890" actId="113"/>
        <pc:sldMkLst>
          <pc:docMk/>
          <pc:sldMk cId="253946847" sldId="2147483611"/>
        </pc:sldMkLst>
        <pc:spChg chg="add mod">
          <ac:chgData name="Nikita Dubey" userId="f74eff0e-1ec4-4a94-bcde-eb39ebcac7a8" providerId="ADAL" clId="{7CCEFB0A-FA39-42FC-A34F-412D5EF32852}" dt="2026-06-24T10:03:01.863" v="27449" actId="20577"/>
          <ac:spMkLst>
            <pc:docMk/>
            <pc:sldMk cId="253946847" sldId="2147483611"/>
            <ac:spMk id="11" creationId="{7F2A969B-EE3D-3357-F4EE-613682B324EE}"/>
          </ac:spMkLst>
        </pc:spChg>
        <pc:graphicFrameChg chg="add mod modGraphic">
          <ac:chgData name="Nikita Dubey" userId="f74eff0e-1ec4-4a94-bcde-eb39ebcac7a8" providerId="ADAL" clId="{7CCEFB0A-FA39-42FC-A34F-412D5EF32852}" dt="2026-06-24T11:22:26.399" v="27890" actId="113"/>
          <ac:graphicFrameMkLst>
            <pc:docMk/>
            <pc:sldMk cId="253946847" sldId="2147483611"/>
            <ac:graphicFrameMk id="13" creationId="{C2A193BC-1511-5D89-85FF-0BE60A6A0158}"/>
          </ac:graphicFrameMkLst>
        </pc:graphicFrameChg>
      </pc:sldChg>
      <pc:sldChg chg="addSp delSp modSp new mod">
        <pc:chgData name="Nikita Dubey" userId="f74eff0e-1ec4-4a94-bcde-eb39ebcac7a8" providerId="ADAL" clId="{7CCEFB0A-FA39-42FC-A34F-412D5EF32852}" dt="2026-06-24T10:08:48.790" v="27531" actId="20577"/>
        <pc:sldMkLst>
          <pc:docMk/>
          <pc:sldMk cId="2630842467" sldId="2147483612"/>
        </pc:sldMkLst>
        <pc:spChg chg="add mod">
          <ac:chgData name="Nikita Dubey" userId="f74eff0e-1ec4-4a94-bcde-eb39ebcac7a8" providerId="ADAL" clId="{7CCEFB0A-FA39-42FC-A34F-412D5EF32852}" dt="2026-06-24T10:06:24.381" v="27497" actId="20577"/>
          <ac:spMkLst>
            <pc:docMk/>
            <pc:sldMk cId="2630842467" sldId="2147483612"/>
            <ac:spMk id="10" creationId="{CC286480-2664-77E3-E77B-8F7E60A389AC}"/>
          </ac:spMkLst>
        </pc:spChg>
        <pc:spChg chg="add mod">
          <ac:chgData name="Nikita Dubey" userId="f74eff0e-1ec4-4a94-bcde-eb39ebcac7a8" providerId="ADAL" clId="{7CCEFB0A-FA39-42FC-A34F-412D5EF32852}" dt="2026-06-24T10:08:48.790" v="27531" actId="20577"/>
          <ac:spMkLst>
            <pc:docMk/>
            <pc:sldMk cId="2630842467" sldId="2147483612"/>
            <ac:spMk id="14" creationId="{66135FE9-1ADA-CF00-CD36-56BD1D804C3A}"/>
          </ac:spMkLst>
        </pc:spChg>
      </pc:sldChg>
      <pc:sldChg chg="addSp delSp modSp new mod">
        <pc:chgData name="Nikita Dubey" userId="f74eff0e-1ec4-4a94-bcde-eb39ebcac7a8" providerId="ADAL" clId="{7CCEFB0A-FA39-42FC-A34F-412D5EF32852}" dt="2026-06-24T10:17:53.552" v="27561" actId="20577"/>
        <pc:sldMkLst>
          <pc:docMk/>
          <pc:sldMk cId="1600890282" sldId="2147483613"/>
        </pc:sldMkLst>
        <pc:spChg chg="add mod">
          <ac:chgData name="Nikita Dubey" userId="f74eff0e-1ec4-4a94-bcde-eb39ebcac7a8" providerId="ADAL" clId="{7CCEFB0A-FA39-42FC-A34F-412D5EF32852}" dt="2026-06-24T10:11:16.179" v="27533" actId="20577"/>
          <ac:spMkLst>
            <pc:docMk/>
            <pc:sldMk cId="1600890282" sldId="2147483613"/>
            <ac:spMk id="9" creationId="{A1157544-B0B3-141D-281B-BFC28710ABB4}"/>
          </ac:spMkLst>
        </pc:spChg>
        <pc:spChg chg="add mod">
          <ac:chgData name="Nikita Dubey" userId="f74eff0e-1ec4-4a94-bcde-eb39ebcac7a8" providerId="ADAL" clId="{7CCEFB0A-FA39-42FC-A34F-412D5EF32852}" dt="2026-06-24T10:17:53.552" v="27561" actId="20577"/>
          <ac:spMkLst>
            <pc:docMk/>
            <pc:sldMk cId="1600890282" sldId="2147483613"/>
            <ac:spMk id="10" creationId="{4EDA5F97-3DA2-681E-1500-93B94921D039}"/>
          </ac:spMkLst>
        </pc:spChg>
        <pc:graphicFrameChg chg="add mod">
          <ac:chgData name="Nikita Dubey" userId="f74eff0e-1ec4-4a94-bcde-eb39ebcac7a8" providerId="ADAL" clId="{7CCEFB0A-FA39-42FC-A34F-412D5EF32852}" dt="2026-06-24T10:17:45.338" v="27559"/>
          <ac:graphicFrameMkLst>
            <pc:docMk/>
            <pc:sldMk cId="1600890282" sldId="2147483613"/>
            <ac:graphicFrameMk id="11" creationId="{8E3D8549-6BE7-AB0E-E385-F683027082F0}"/>
          </ac:graphicFrameMkLst>
        </pc:graphicFrameChg>
        <pc:graphicFrameChg chg="add mod">
          <ac:chgData name="Nikita Dubey" userId="f74eff0e-1ec4-4a94-bcde-eb39ebcac7a8" providerId="ADAL" clId="{7CCEFB0A-FA39-42FC-A34F-412D5EF32852}" dt="2026-06-24T10:14:02.655" v="27546"/>
          <ac:graphicFrameMkLst>
            <pc:docMk/>
            <pc:sldMk cId="1600890282" sldId="2147483613"/>
            <ac:graphicFrameMk id="12" creationId="{493C99F3-55A5-738E-40DD-70A971FB77F4}"/>
          </ac:graphicFrameMkLst>
        </pc:graphicFrameChg>
        <pc:graphicFrameChg chg="add mod">
          <ac:chgData name="Nikita Dubey" userId="f74eff0e-1ec4-4a94-bcde-eb39ebcac7a8" providerId="ADAL" clId="{7CCEFB0A-FA39-42FC-A34F-412D5EF32852}" dt="2026-06-10T09:35:38.747" v="24506"/>
          <ac:graphicFrameMkLst>
            <pc:docMk/>
            <pc:sldMk cId="1600890282" sldId="2147483613"/>
            <ac:graphicFrameMk id="14" creationId="{9DBC5E15-F1F7-3EEC-EFA4-C84623068770}"/>
          </ac:graphicFrameMkLst>
        </pc:graphicFrameChg>
      </pc:sldChg>
      <pc:sldChg chg="addSp delSp modSp new mod ord">
        <pc:chgData name="Nikita Dubey" userId="f74eff0e-1ec4-4a94-bcde-eb39ebcac7a8" providerId="ADAL" clId="{7CCEFB0A-FA39-42FC-A34F-412D5EF32852}" dt="2026-06-24T07:57:44.267" v="27130" actId="20577"/>
        <pc:sldMkLst>
          <pc:docMk/>
          <pc:sldMk cId="1069915021" sldId="2147483615"/>
        </pc:sldMkLst>
        <pc:spChg chg="add mod">
          <ac:chgData name="Nikita Dubey" userId="f74eff0e-1ec4-4a94-bcde-eb39ebcac7a8" providerId="ADAL" clId="{7CCEFB0A-FA39-42FC-A34F-412D5EF32852}" dt="2026-06-24T07:57:44.267" v="27130" actId="20577"/>
          <ac:spMkLst>
            <pc:docMk/>
            <pc:sldMk cId="1069915021" sldId="2147483615"/>
            <ac:spMk id="14" creationId="{7B8BF827-1F0E-2ED3-30AC-5F4D6F2F8752}"/>
          </ac:spMkLst>
        </pc:spChg>
      </pc:sldChg>
      <pc:sldChg chg="addSp delSp modSp new mod">
        <pc:chgData name="Nikita Dubey" userId="f74eff0e-1ec4-4a94-bcde-eb39ebcac7a8" providerId="ADAL" clId="{7CCEFB0A-FA39-42FC-A34F-412D5EF32852}" dt="2026-06-24T11:09:50.226" v="27874" actId="20577"/>
        <pc:sldMkLst>
          <pc:docMk/>
          <pc:sldMk cId="1320093232" sldId="2147483617"/>
        </pc:sldMkLst>
        <pc:spChg chg="mod">
          <ac:chgData name="Nikita Dubey" userId="f74eff0e-1ec4-4a94-bcde-eb39ebcac7a8" providerId="ADAL" clId="{7CCEFB0A-FA39-42FC-A34F-412D5EF32852}" dt="2026-06-24T11:07:36.370" v="27804" actId="20577"/>
          <ac:spMkLst>
            <pc:docMk/>
            <pc:sldMk cId="1320093232" sldId="2147483617"/>
            <ac:spMk id="10" creationId="{19B4B275-8E00-56F2-3223-44C74697CBDA}"/>
          </ac:spMkLst>
        </pc:spChg>
        <pc:spChg chg="mod">
          <ac:chgData name="Nikita Dubey" userId="f74eff0e-1ec4-4a94-bcde-eb39ebcac7a8" providerId="ADAL" clId="{7CCEFB0A-FA39-42FC-A34F-412D5EF32852}" dt="2026-06-24T11:07:39.837" v="27805" actId="20577"/>
          <ac:spMkLst>
            <pc:docMk/>
            <pc:sldMk cId="1320093232" sldId="2147483617"/>
            <ac:spMk id="12" creationId="{8ED975BD-A7FD-880F-5334-1DAC4EDF307E}"/>
          </ac:spMkLst>
        </pc:spChg>
        <pc:spChg chg="mod">
          <ac:chgData name="Nikita Dubey" userId="f74eff0e-1ec4-4a94-bcde-eb39ebcac7a8" providerId="ADAL" clId="{7CCEFB0A-FA39-42FC-A34F-412D5EF32852}" dt="2026-06-24T11:08:42.582" v="27829" actId="20577"/>
          <ac:spMkLst>
            <pc:docMk/>
            <pc:sldMk cId="1320093232" sldId="2147483617"/>
            <ac:spMk id="14" creationId="{AB4AD355-A08E-7BC9-4CFB-C8EFE06856D3}"/>
          </ac:spMkLst>
        </pc:spChg>
        <pc:spChg chg="mod">
          <ac:chgData name="Nikita Dubey" userId="f74eff0e-1ec4-4a94-bcde-eb39ebcac7a8" providerId="ADAL" clId="{7CCEFB0A-FA39-42FC-A34F-412D5EF32852}" dt="2026-06-24T11:09:38.610" v="27855" actId="20577"/>
          <ac:spMkLst>
            <pc:docMk/>
            <pc:sldMk cId="1320093232" sldId="2147483617"/>
            <ac:spMk id="16" creationId="{94297B9D-BFC2-C83E-B484-9762217CEF74}"/>
          </ac:spMkLst>
        </pc:spChg>
        <pc:spChg chg="mod">
          <ac:chgData name="Nikita Dubey" userId="f74eff0e-1ec4-4a94-bcde-eb39ebcac7a8" providerId="ADAL" clId="{7CCEFB0A-FA39-42FC-A34F-412D5EF32852}" dt="2026-06-24T11:09:50.226" v="27874" actId="20577"/>
          <ac:spMkLst>
            <pc:docMk/>
            <pc:sldMk cId="1320093232" sldId="2147483617"/>
            <ac:spMk id="18" creationId="{C04E0204-5BE7-6092-93BF-5BC69344BA74}"/>
          </ac:spMkLst>
        </pc:spChg>
      </pc:sldChg>
      <pc:sldChg chg="addSp delSp modSp new mod ord modNotesTx">
        <pc:chgData name="Nikita Dubey" userId="f74eff0e-1ec4-4a94-bcde-eb39ebcac7a8" providerId="ADAL" clId="{7CCEFB0A-FA39-42FC-A34F-412D5EF32852}" dt="2026-06-24T10:21:02.805" v="27577" actId="20577"/>
        <pc:sldMkLst>
          <pc:docMk/>
          <pc:sldMk cId="2834368668" sldId="2147483618"/>
        </pc:sldMkLst>
        <pc:graphicFrameChg chg="add mod modGraphic">
          <ac:chgData name="Nikita Dubey" userId="f74eff0e-1ec4-4a94-bcde-eb39ebcac7a8" providerId="ADAL" clId="{7CCEFB0A-FA39-42FC-A34F-412D5EF32852}" dt="2026-06-24T10:21:02.805" v="27577" actId="20577"/>
          <ac:graphicFrameMkLst>
            <pc:docMk/>
            <pc:sldMk cId="2834368668" sldId="2147483618"/>
            <ac:graphicFrameMk id="10" creationId="{83C06422-F4CE-5856-4FE3-19722B13FD9D}"/>
          </ac:graphicFrameMkLst>
        </pc:graphicFrameChg>
      </pc:sldChg>
      <pc:sldChg chg="addSp delSp modSp mod">
        <pc:chgData name="Nikita Dubey" userId="f74eff0e-1ec4-4a94-bcde-eb39ebcac7a8" providerId="ADAL" clId="{7CCEFB0A-FA39-42FC-A34F-412D5EF32852}" dt="2026-06-24T11:17:51.900" v="27886" actId="27918"/>
        <pc:sldMkLst>
          <pc:docMk/>
          <pc:sldMk cId="883173736" sldId="2147483620"/>
        </pc:sldMkLst>
        <pc:spChg chg="mod">
          <ac:chgData name="Nikita Dubey" userId="f74eff0e-1ec4-4a94-bcde-eb39ebcac7a8" providerId="ADAL" clId="{7CCEFB0A-FA39-42FC-A34F-412D5EF32852}" dt="2026-06-10T08:16:30.375" v="23991" actId="20577"/>
          <ac:spMkLst>
            <pc:docMk/>
            <pc:sldMk cId="883173736" sldId="2147483620"/>
            <ac:spMk id="12" creationId="{7C272A88-2967-DC06-C3B8-A4A075B932E8}"/>
          </ac:spMkLst>
        </pc:spChg>
        <pc:spChg chg="mod">
          <ac:chgData name="Nikita Dubey" userId="f74eff0e-1ec4-4a94-bcde-eb39ebcac7a8" providerId="ADAL" clId="{7CCEFB0A-FA39-42FC-A34F-412D5EF32852}" dt="2026-06-24T09:45:45.896" v="27334" actId="20577"/>
          <ac:spMkLst>
            <pc:docMk/>
            <pc:sldMk cId="883173736" sldId="2147483620"/>
            <ac:spMk id="17" creationId="{7663FA97-7BF2-3CA7-4AEE-CCD20A12CC4D}"/>
          </ac:spMkLst>
        </pc:spChg>
        <pc:spChg chg="mod">
          <ac:chgData name="Nikita Dubey" userId="f74eff0e-1ec4-4a94-bcde-eb39ebcac7a8" providerId="ADAL" clId="{7CCEFB0A-FA39-42FC-A34F-412D5EF32852}" dt="2026-06-24T11:12:45.472" v="27876" actId="20577"/>
          <ac:spMkLst>
            <pc:docMk/>
            <pc:sldMk cId="883173736" sldId="2147483620"/>
            <ac:spMk id="22" creationId="{020ACE6C-BCC3-6B90-7CC2-B3C7F69DBFDA}"/>
          </ac:spMkLst>
        </pc:spChg>
        <pc:graphicFrameChg chg="add mod">
          <ac:chgData name="Nikita Dubey" userId="f74eff0e-1ec4-4a94-bcde-eb39ebcac7a8" providerId="ADAL" clId="{7CCEFB0A-FA39-42FC-A34F-412D5EF32852}" dt="2026-06-24T11:14:43.123" v="27884" actId="20577"/>
          <ac:graphicFrameMkLst>
            <pc:docMk/>
            <pc:sldMk cId="883173736" sldId="2147483620"/>
            <ac:graphicFrameMk id="4" creationId="{29F7DF79-DBCA-7162-BBB0-DD2E2B8BFDC5}"/>
          </ac:graphicFrameMkLst>
        </pc:graphicFrameChg>
        <pc:graphicFrameChg chg="mod">
          <ac:chgData name="Nikita Dubey" userId="f74eff0e-1ec4-4a94-bcde-eb39ebcac7a8" providerId="ADAL" clId="{7CCEFB0A-FA39-42FC-A34F-412D5EF32852}" dt="2026-06-24T09:40:49.479" v="27290"/>
          <ac:graphicFrameMkLst>
            <pc:docMk/>
            <pc:sldMk cId="883173736" sldId="2147483620"/>
            <ac:graphicFrameMk id="5" creationId="{3C785CC6-3956-3FB7-3839-8ACAD77E9AF0}"/>
          </ac:graphicFrameMkLst>
        </pc:graphicFrameChg>
        <pc:graphicFrameChg chg="add mod">
          <ac:chgData name="Nikita Dubey" userId="f74eff0e-1ec4-4a94-bcde-eb39ebcac7a8" providerId="ADAL" clId="{7CCEFB0A-FA39-42FC-A34F-412D5EF32852}" dt="2026-06-24T09:45:07.763" v="27333" actId="20577"/>
          <ac:graphicFrameMkLst>
            <pc:docMk/>
            <pc:sldMk cId="883173736" sldId="2147483620"/>
            <ac:graphicFrameMk id="8" creationId="{C19772B5-6D56-6F62-928F-002068F990FB}"/>
          </ac:graphicFrameMkLst>
        </pc:graphicFrameChg>
        <pc:graphicFrameChg chg="mod">
          <ac:chgData name="Nikita Dubey" userId="f74eff0e-1ec4-4a94-bcde-eb39ebcac7a8" providerId="ADAL" clId="{7CCEFB0A-FA39-42FC-A34F-412D5EF32852}" dt="2026-06-10T08:20:07.080" v="24027"/>
          <ac:graphicFrameMkLst>
            <pc:docMk/>
            <pc:sldMk cId="883173736" sldId="2147483620"/>
            <ac:graphicFrameMk id="28" creationId="{8E0716CC-76FB-8E54-FCFE-7C973DCD65F8}"/>
          </ac:graphicFrameMkLst>
        </pc:graphicFrameChg>
      </pc:sldChg>
      <pc:sldChg chg="addSp delSp modSp new mod">
        <pc:chgData name="Nikita Dubey" userId="f74eff0e-1ec4-4a94-bcde-eb39ebcac7a8" providerId="ADAL" clId="{7CCEFB0A-FA39-42FC-A34F-412D5EF32852}" dt="2026-06-24T10:34:41.422" v="27760" actId="20577"/>
        <pc:sldMkLst>
          <pc:docMk/>
          <pc:sldMk cId="2921716586" sldId="2147483621"/>
        </pc:sldMkLst>
        <pc:spChg chg="add mod">
          <ac:chgData name="Nikita Dubey" userId="f74eff0e-1ec4-4a94-bcde-eb39ebcac7a8" providerId="ADAL" clId="{7CCEFB0A-FA39-42FC-A34F-412D5EF32852}" dt="2026-06-10T10:40:43.955" v="25823" actId="20577"/>
          <ac:spMkLst>
            <pc:docMk/>
            <pc:sldMk cId="2921716586" sldId="2147483621"/>
            <ac:spMk id="9" creationId="{F7804C6A-942E-08EB-B766-F7C72951512A}"/>
          </ac:spMkLst>
        </pc:spChg>
        <pc:graphicFrameChg chg="add mod modGraphic">
          <ac:chgData name="Nikita Dubey" userId="f74eff0e-1ec4-4a94-bcde-eb39ebcac7a8" providerId="ADAL" clId="{7CCEFB0A-FA39-42FC-A34F-412D5EF32852}" dt="2026-06-24T10:34:41.422" v="27760" actId="20577"/>
          <ac:graphicFrameMkLst>
            <pc:docMk/>
            <pc:sldMk cId="2921716586" sldId="2147483621"/>
            <ac:graphicFrameMk id="8" creationId="{432EB4F8-9932-E9CA-2475-88420E987725}"/>
          </ac:graphicFrameMkLst>
        </pc:graphicFrameChg>
      </pc:sldChg>
    </pc:docChg>
  </pc:docChgLst>
  <pc:docChgLst>
    <pc:chgData name="Deepak Dubey" userId="0f025daf-9fe6-4edb-b6db-85f4837a9750" providerId="ADAL" clId="{A5987B43-5036-4942-B28B-4EBF00743C44}"/>
    <pc:docChg chg="undo custSel delSld modSld">
      <pc:chgData name="Deepak Dubey" userId="0f025daf-9fe6-4edb-b6db-85f4837a9750" providerId="ADAL" clId="{A5987B43-5036-4942-B28B-4EBF00743C44}" dt="2026-06-24T15:14:47.028" v="496" actId="47"/>
      <pc:docMkLst>
        <pc:docMk/>
      </pc:docMkLst>
      <pc:sldChg chg="modSp">
        <pc:chgData name="Deepak Dubey" userId="0f025daf-9fe6-4edb-b6db-85f4837a9750" providerId="ADAL" clId="{A5987B43-5036-4942-B28B-4EBF00743C44}" dt="2026-06-10T18:33:52.839" v="325"/>
        <pc:sldMkLst>
          <pc:docMk/>
          <pc:sldMk cId="296841277" sldId="2147483605"/>
        </pc:sldMkLst>
        <pc:graphicFrameChg chg="mod">
          <ac:chgData name="Deepak Dubey" userId="0f025daf-9fe6-4edb-b6db-85f4837a9750" providerId="ADAL" clId="{A5987B43-5036-4942-B28B-4EBF00743C44}" dt="2026-06-10T18:33:52.839" v="325"/>
          <ac:graphicFrameMkLst>
            <pc:docMk/>
            <pc:sldMk cId="296841277" sldId="2147483605"/>
            <ac:graphicFrameMk id="10" creationId="{7217D51B-84EC-FDA7-BD38-7FAC88B167D9}"/>
          </ac:graphicFrameMkLst>
        </pc:graphicFrameChg>
      </pc:sldChg>
      <pc:sldChg chg="modSp">
        <pc:chgData name="Deepak Dubey" userId="0f025daf-9fe6-4edb-b6db-85f4837a9750" providerId="ADAL" clId="{A5987B43-5036-4942-B28B-4EBF00743C44}" dt="2026-06-24T15:13:24.987" v="495"/>
        <pc:sldMkLst>
          <pc:docMk/>
          <pc:sldMk cId="3149469241" sldId="2147483609"/>
        </pc:sldMkLst>
        <pc:graphicFrameChg chg="mod">
          <ac:chgData name="Deepak Dubey" userId="0f025daf-9fe6-4edb-b6db-85f4837a9750" providerId="ADAL" clId="{A5987B43-5036-4942-B28B-4EBF00743C44}" dt="2026-06-24T15:13:24.987" v="495"/>
          <ac:graphicFrameMkLst>
            <pc:docMk/>
            <pc:sldMk cId="3149469241" sldId="2147483609"/>
            <ac:graphicFrameMk id="8" creationId="{D54500D1-92F6-E2AD-689B-89BFC8B5CFA6}"/>
          </ac:graphicFrameMkLst>
        </pc:graphicFrameChg>
      </pc:sldChg>
      <pc:sldChg chg="modSp del mod">
        <pc:chgData name="Deepak Dubey" userId="0f025daf-9fe6-4edb-b6db-85f4837a9750" providerId="ADAL" clId="{A5987B43-5036-4942-B28B-4EBF00743C44}" dt="2026-06-24T15:14:47.028" v="496" actId="47"/>
        <pc:sldMkLst>
          <pc:docMk/>
          <pc:sldMk cId="253946847" sldId="2147483611"/>
        </pc:sldMkLst>
        <pc:graphicFrameChg chg="modGraphic">
          <ac:chgData name="Deepak Dubey" userId="0f025daf-9fe6-4edb-b6db-85f4837a9750" providerId="ADAL" clId="{A5987B43-5036-4942-B28B-4EBF00743C44}" dt="2026-06-10T18:48:08.537" v="333" actId="404"/>
          <ac:graphicFrameMkLst>
            <pc:docMk/>
            <pc:sldMk cId="253946847" sldId="2147483611"/>
            <ac:graphicFrameMk id="13" creationId="{C2A193BC-1511-5D89-85FF-0BE60A6A0158}"/>
          </ac:graphicFrameMkLst>
        </pc:graphicFrameChg>
      </pc:sldChg>
      <pc:sldChg chg="modSp mod">
        <pc:chgData name="Deepak Dubey" userId="0f025daf-9fe6-4edb-b6db-85f4837a9750" providerId="ADAL" clId="{A5987B43-5036-4942-B28B-4EBF00743C44}" dt="2026-06-10T18:35:57.461" v="326" actId="20577"/>
        <pc:sldMkLst>
          <pc:docMk/>
          <pc:sldMk cId="1320093232" sldId="2147483617"/>
        </pc:sldMkLst>
        <pc:spChg chg="mod">
          <ac:chgData name="Deepak Dubey" userId="0f025daf-9fe6-4edb-b6db-85f4837a9750" providerId="ADAL" clId="{A5987B43-5036-4942-B28B-4EBF00743C44}" dt="2026-06-10T18:35:57.461" v="326" actId="20577"/>
          <ac:spMkLst>
            <pc:docMk/>
            <pc:sldMk cId="1320093232" sldId="2147483617"/>
            <ac:spMk id="14" creationId="{AB4AD355-A08E-7BC9-4CFB-C8EFE06856D3}"/>
          </ac:spMkLst>
        </pc:spChg>
      </pc:sldChg>
      <pc:sldChg chg="addSp delSp modSp mod">
        <pc:chgData name="Deepak Dubey" userId="0f025daf-9fe6-4edb-b6db-85f4837a9750" providerId="ADAL" clId="{A5987B43-5036-4942-B28B-4EBF00743C44}" dt="2026-06-24T15:01:42.973" v="494" actId="27918"/>
        <pc:sldMkLst>
          <pc:docMk/>
          <pc:sldMk cId="883173736" sldId="2147483620"/>
        </pc:sldMkLst>
        <pc:graphicFrameChg chg="mod">
          <ac:chgData name="Deepak Dubey" userId="0f025daf-9fe6-4edb-b6db-85f4837a9750" providerId="ADAL" clId="{A5987B43-5036-4942-B28B-4EBF00743C44}" dt="2026-06-10T19:06:08.832" v="479" actId="1037"/>
          <ac:graphicFrameMkLst>
            <pc:docMk/>
            <pc:sldMk cId="883173736" sldId="2147483620"/>
            <ac:graphicFrameMk id="4" creationId="{29F7DF79-DBCA-7162-BBB0-DD2E2B8BFDC5}"/>
          </ac:graphicFrameMkLst>
        </pc:graphicFrameChg>
        <pc:graphicFrameChg chg="mod">
          <ac:chgData name="Deepak Dubey" userId="0f025daf-9fe6-4edb-b6db-85f4837a9750" providerId="ADAL" clId="{A5987B43-5036-4942-B28B-4EBF00743C44}" dt="2026-06-10T19:06:01.570" v="460"/>
          <ac:graphicFrameMkLst>
            <pc:docMk/>
            <pc:sldMk cId="883173736" sldId="2147483620"/>
            <ac:graphicFrameMk id="5" creationId="{3C785CC6-3956-3FB7-3839-8ACAD77E9AF0}"/>
          </ac:graphicFrameMkLst>
        </pc:graphicFrameChg>
        <pc:graphicFrameChg chg="mod ord">
          <ac:chgData name="Deepak Dubey" userId="0f025daf-9fe6-4edb-b6db-85f4837a9750" providerId="ADAL" clId="{A5987B43-5036-4942-B28B-4EBF00743C44}" dt="2026-06-10T19:08:13.285" v="490"/>
          <ac:graphicFrameMkLst>
            <pc:docMk/>
            <pc:sldMk cId="883173736" sldId="2147483620"/>
            <ac:graphicFrameMk id="8" creationId="{C19772B5-6D56-6F62-928F-002068F990FB}"/>
          </ac:graphicFrameMkLst>
        </pc:graphicFrameChg>
      </pc:sldChg>
      <pc:sldChg chg="modSp mod">
        <pc:chgData name="Deepak Dubey" userId="0f025daf-9fe6-4edb-b6db-85f4837a9750" providerId="ADAL" clId="{A5987B43-5036-4942-B28B-4EBF00743C44}" dt="2026-05-27T19:03:37.688" v="306"/>
        <pc:sldMkLst>
          <pc:docMk/>
          <pc:sldMk cId="2921716586" sldId="2147483621"/>
        </pc:sldMkLst>
        <pc:graphicFrameChg chg="mod modGraphic">
          <ac:chgData name="Deepak Dubey" userId="0f025daf-9fe6-4edb-b6db-85f4837a9750" providerId="ADAL" clId="{A5987B43-5036-4942-B28B-4EBF00743C44}" dt="2026-05-27T19:03:37.688" v="306"/>
          <ac:graphicFrameMkLst>
            <pc:docMk/>
            <pc:sldMk cId="2921716586" sldId="2147483621"/>
            <ac:graphicFrameMk id="8" creationId="{432EB4F8-9932-E9CA-2475-88420E987725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chartUserShapes" Target="../drawings/drawing1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Relationship Id="rId4" Type="http://schemas.openxmlformats.org/officeDocument/2006/relationships/chartUserShapes" Target="../drawings/drawing2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5.xml"/><Relationship Id="rId1" Type="http://schemas.microsoft.com/office/2011/relationships/chartStyle" Target="style15.xml"/><Relationship Id="rId4" Type="http://schemas.openxmlformats.org/officeDocument/2006/relationships/chartUserShapes" Target="../drawings/drawing3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pPr>
            <a:r>
              <a:rPr lang="en-US" sz="1600" dirty="0">
                <a:solidFill>
                  <a:schemeClr val="accent6"/>
                </a:solidFill>
                <a:latin typeface="+mn-lt"/>
              </a:rPr>
              <a:t>Weekly Vial Demand</a:t>
            </a:r>
          </a:p>
        </c:rich>
      </c:tx>
      <c:layout>
        <c:manualLayout>
          <c:xMode val="edge"/>
          <c:yMode val="edge"/>
          <c:x val="0.43906009192172113"/>
          <c:y val="1.242091447271262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accent6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7969487646642979E-5"/>
          <c:y val="0.11178823025441358"/>
          <c:w val="0.99914030895385775"/>
          <c:h val="0.6971060573311594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Actuals</c:v>
                </c:pt>
              </c:strCache>
            </c:strRef>
          </c:tx>
          <c:spPr>
            <a:ln w="28575" cap="rnd">
              <a:solidFill>
                <a:srgbClr val="00859D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859D"/>
              </a:solidFill>
              <a:ln w="9525">
                <a:solidFill>
                  <a:srgbClr val="00859D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1.6594506636124724E-2"/>
                  <c:y val="-2.378996331429119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rgbClr val="00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3.5470457418274856E-2"/>
                      <c:h val="0.1196424211068175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699D-4366-A19D-215C3A0C3F38}"/>
                </c:ext>
              </c:extLst>
            </c:dLbl>
            <c:dLbl>
              <c:idx val="5"/>
              <c:layout>
                <c:manualLayout>
                  <c:x val="-2.3818583602974973E-2"/>
                  <c:y val="-4.53591584031724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07F-4900-95AD-B5C68B8C5D1F}"/>
                </c:ext>
              </c:extLst>
            </c:dLbl>
            <c:dLbl>
              <c:idx val="6"/>
              <c:layout>
                <c:manualLayout>
                  <c:x val="-1.8883754060862325E-2"/>
                  <c:y val="-8.644956473007979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99D-4366-A19D-215C3A0C3F38}"/>
                </c:ext>
              </c:extLst>
            </c:dLbl>
            <c:dLbl>
              <c:idx val="7"/>
              <c:layout>
                <c:manualLayout>
                  <c:x val="-2.0429975992965047E-2"/>
                  <c:y val="-5.604114484970530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699D-4366-A19D-215C3A0C3F38}"/>
                </c:ext>
              </c:extLst>
            </c:dLbl>
            <c:dLbl>
              <c:idx val="8"/>
              <c:layout>
                <c:manualLayout>
                  <c:x val="-2.5831919722033681E-2"/>
                  <c:y val="-7.158978251011359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0AD-49CD-877B-DE36A0B455A0}"/>
                </c:ext>
              </c:extLst>
            </c:dLbl>
            <c:dLbl>
              <c:idx val="9"/>
              <c:layout>
                <c:manualLayout>
                  <c:x val="-1.874816645503084E-2"/>
                  <c:y val="-4.809306362018473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99D-4366-A19D-215C3A0C3F38}"/>
                </c:ext>
              </c:extLst>
            </c:dLbl>
            <c:dLbl>
              <c:idx val="10"/>
              <c:layout>
                <c:manualLayout>
                  <c:x val="-1.6039571734413477E-2"/>
                  <c:y val="-7.655717027443700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7C2-49BA-BCE7-9ACA937E4439}"/>
                </c:ext>
              </c:extLst>
            </c:dLbl>
            <c:dLbl>
              <c:idx val="11"/>
              <c:layout>
                <c:manualLayout>
                  <c:x val="-1.2714833735134528E-2"/>
                  <c:y val="-8.4379412317961089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rgbClr val="00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3.2994607889304223E-2"/>
                      <c:h val="0.1149348619208341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0AD-49CD-877B-DE36A0B455A0}"/>
                </c:ext>
              </c:extLst>
            </c:dLbl>
            <c:dLbl>
              <c:idx val="12"/>
              <c:layout>
                <c:manualLayout>
                  <c:x val="-9.7182844983402916E-3"/>
                  <c:y val="-8.644956473007987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0AD-49CD-877B-DE36A0B455A0}"/>
                </c:ext>
              </c:extLst>
            </c:dLbl>
            <c:dLbl>
              <c:idx val="13"/>
              <c:layout>
                <c:manualLayout>
                  <c:x val="-2.1767990210989831E-2"/>
                  <c:y val="-2.0204361534025318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rgbClr val="00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3495926598300927E-2"/>
                      <c:h val="0.11907516674507165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0AD-49CD-877B-DE36A0B455A0}"/>
                </c:ext>
              </c:extLst>
            </c:dLbl>
            <c:dLbl>
              <c:idx val="14"/>
              <c:layout>
                <c:manualLayout>
                  <c:x val="-1.7185255429728815E-2"/>
                  <c:y val="-4.5046679491831373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rgbClr val="00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2.9747722254517873E-2"/>
                      <c:h val="6.1110899205746083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E0AD-49CD-877B-DE36A0B455A0}"/>
                </c:ext>
              </c:extLst>
            </c:dLbl>
            <c:dLbl>
              <c:idx val="15"/>
              <c:layout>
                <c:manualLayout>
                  <c:x val="-2.403928558412376E-2"/>
                  <c:y val="-0.10922124126338638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rgbClr val="00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3.547614073109414E-2"/>
                      <c:h val="6.5251204029983634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DAA9-40B4-ADDB-7E0DA7ED4C3E}"/>
                </c:ext>
              </c:extLst>
            </c:dLbl>
            <c:dLbl>
              <c:idx val="16"/>
              <c:layout>
                <c:manualLayout>
                  <c:x val="-1.8508565203475227E-2"/>
                  <c:y val="-9.058986955431741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73E-4C20-AE14-E717A73D5642}"/>
                </c:ext>
              </c:extLst>
            </c:dLbl>
            <c:dLbl>
              <c:idx val="18"/>
              <c:layout>
                <c:manualLayout>
                  <c:x val="-1.2780146726898957E-2"/>
                  <c:y val="-7.402865025736725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07F-4900-95AD-B5C68B8C5D1F}"/>
                </c:ext>
              </c:extLst>
            </c:dLbl>
            <c:dLbl>
              <c:idx val="19"/>
              <c:layout>
                <c:manualLayout>
                  <c:x val="-1.4301019279601309E-2"/>
                  <c:y val="-2.434499236651677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BC8-4B5D-850A-513228BD097F}"/>
                </c:ext>
              </c:extLst>
            </c:dLbl>
            <c:dLbl>
              <c:idx val="20"/>
              <c:layout>
                <c:manualLayout>
                  <c:x val="-1.6217197812844805E-2"/>
                  <c:y val="-0.10301078402703007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8E1-4717-B789-994D02CD2963}"/>
                </c:ext>
              </c:extLst>
            </c:dLbl>
            <c:dLbl>
              <c:idx val="21"/>
              <c:layout>
                <c:manualLayout>
                  <c:x val="-1.8508565203475227E-2"/>
                  <c:y val="-9.058986955431741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07F-4900-95AD-B5C68B8C5D1F}"/>
                </c:ext>
              </c:extLst>
            </c:dLbl>
            <c:dLbl>
              <c:idx val="23"/>
              <c:layout>
                <c:manualLayout>
                  <c:x val="-1.3925830422214295E-2"/>
                  <c:y val="-7.816895508160477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07F-4900-95AD-B5C68B8C5D1F}"/>
                </c:ext>
              </c:extLst>
            </c:dLbl>
            <c:dLbl>
              <c:idx val="25"/>
              <c:layout>
                <c:manualLayout>
                  <c:x val="-2.0029437756177666E-2"/>
                  <c:y val="-5.332712613617951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407F-4900-95AD-B5C68B8C5D1F}"/>
                </c:ext>
              </c:extLst>
            </c:dLbl>
            <c:dLbl>
              <c:idx val="26"/>
              <c:layout>
                <c:manualLayout>
                  <c:x val="-1.7362881508159973E-2"/>
                  <c:y val="-9.47301743785549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08D-410A-8D1C-5D32000B0C03}"/>
                </c:ext>
              </c:extLst>
            </c:dLbl>
            <c:dLbl>
              <c:idx val="27"/>
              <c:layout>
                <c:manualLayout>
                  <c:x val="-1.9476622820359321E-2"/>
                  <c:y val="-6.574804060889213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0AD-49CD-877B-DE36A0B455A0}"/>
                </c:ext>
              </c:extLst>
            </c:dLbl>
            <c:dLbl>
              <c:idx val="28"/>
              <c:layout>
                <c:manualLayout>
                  <c:x val="-4.179742796716758E-2"/>
                  <c:y val="-8.2309259905842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D0C-43F3-8684-11F1C324BF50}"/>
                </c:ext>
              </c:extLst>
            </c:dLbl>
            <c:dLbl>
              <c:idx val="32"/>
              <c:layout>
                <c:manualLayout>
                  <c:x val="-1.7362881508159973E-2"/>
                  <c:y val="-0.12371230814821778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8E1-4717-B789-994D02CD2963}"/>
                </c:ext>
              </c:extLst>
            </c:dLbl>
            <c:dLbl>
              <c:idx val="34"/>
              <c:layout>
                <c:manualLayout>
                  <c:x val="-1.7738070365547073E-2"/>
                  <c:y val="-5.332712613617951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07F-4900-95AD-B5C68B8C5D1F}"/>
                </c:ext>
              </c:extLst>
            </c:dLbl>
            <c:dLbl>
              <c:idx val="35"/>
              <c:layout>
                <c:manualLayout>
                  <c:x val="-1.7362881508159889E-2"/>
                  <c:y val="-9.058986955431741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C74D-4B49-93E4-2A07ECE2BDAE}"/>
                </c:ext>
              </c:extLst>
            </c:dLbl>
            <c:dLbl>
              <c:idx val="36"/>
              <c:layout>
                <c:manualLayout>
                  <c:x val="-2.0622306515674746E-2"/>
                  <c:y val="-6.574804060889213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407F-4900-95AD-B5C68B8C5D1F}"/>
                </c:ext>
              </c:extLst>
            </c:dLbl>
            <c:dLbl>
              <c:idx val="37"/>
              <c:layout>
                <c:manualLayout>
                  <c:x val="0"/>
                  <c:y val="-4.090621166346689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D0C-43F3-8684-11F1C324BF50}"/>
                </c:ext>
              </c:extLst>
            </c:dLbl>
            <c:dLbl>
              <c:idx val="45"/>
              <c:layout>
                <c:manualLayout>
                  <c:x val="-2.804922362338436E-2"/>
                  <c:y val="-8.2309259905842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07F-4900-95AD-B5C68B8C5D1F}"/>
                </c:ext>
              </c:extLst>
            </c:dLbl>
            <c:dLbl>
              <c:idx val="46"/>
              <c:layout>
                <c:manualLayout>
                  <c:x val="-2.804922362338436E-2"/>
                  <c:y val="-4.918682131194197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077-42AE-93D9-EFB72921448C}"/>
                </c:ext>
              </c:extLst>
            </c:dLbl>
            <c:dLbl>
              <c:idx val="47"/>
              <c:layout>
                <c:manualLayout>
                  <c:x val="-2.0622306515674746E-2"/>
                  <c:y val="-4.50465164877044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407F-4900-95AD-B5C68B8C5D1F}"/>
                </c:ext>
              </c:extLst>
            </c:dLbl>
            <c:dLbl>
              <c:idx val="49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1" i="0" u="none" strike="noStrike" kern="1200" baseline="0">
                      <a:solidFill>
                        <a:srgbClr val="00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289B-4CB0-B970-7A1FCC2E9BB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Sheet1!$A$178:$A$227</c:f>
              <c:numCache>
                <c:formatCode>m/d;@</c:formatCode>
                <c:ptCount val="50"/>
                <c:pt idx="0">
                  <c:v>45849</c:v>
                </c:pt>
                <c:pt idx="1">
                  <c:v>45856</c:v>
                </c:pt>
                <c:pt idx="2">
                  <c:v>45863</c:v>
                </c:pt>
                <c:pt idx="3">
                  <c:v>45870</c:v>
                </c:pt>
                <c:pt idx="4">
                  <c:v>45877</c:v>
                </c:pt>
                <c:pt idx="5">
                  <c:v>45884</c:v>
                </c:pt>
                <c:pt idx="6">
                  <c:v>45891</c:v>
                </c:pt>
                <c:pt idx="7">
                  <c:v>45898</c:v>
                </c:pt>
                <c:pt idx="8">
                  <c:v>45905</c:v>
                </c:pt>
                <c:pt idx="9">
                  <c:v>45912</c:v>
                </c:pt>
                <c:pt idx="10">
                  <c:v>45919</c:v>
                </c:pt>
                <c:pt idx="11">
                  <c:v>45926</c:v>
                </c:pt>
                <c:pt idx="12">
                  <c:v>45933</c:v>
                </c:pt>
                <c:pt idx="13">
                  <c:v>45940</c:v>
                </c:pt>
                <c:pt idx="14">
                  <c:v>45947</c:v>
                </c:pt>
                <c:pt idx="15">
                  <c:v>45954</c:v>
                </c:pt>
                <c:pt idx="16">
                  <c:v>45961</c:v>
                </c:pt>
                <c:pt idx="17">
                  <c:v>45968</c:v>
                </c:pt>
                <c:pt idx="18">
                  <c:v>45975</c:v>
                </c:pt>
                <c:pt idx="19">
                  <c:v>45982</c:v>
                </c:pt>
                <c:pt idx="20">
                  <c:v>45989</c:v>
                </c:pt>
                <c:pt idx="21">
                  <c:v>45996</c:v>
                </c:pt>
                <c:pt idx="22">
                  <c:v>46003</c:v>
                </c:pt>
                <c:pt idx="23">
                  <c:v>46010</c:v>
                </c:pt>
                <c:pt idx="24">
                  <c:v>46017</c:v>
                </c:pt>
                <c:pt idx="25">
                  <c:v>46024</c:v>
                </c:pt>
                <c:pt idx="26">
                  <c:v>46031</c:v>
                </c:pt>
                <c:pt idx="27">
                  <c:v>46038</c:v>
                </c:pt>
                <c:pt idx="28">
                  <c:v>46045</c:v>
                </c:pt>
                <c:pt idx="29">
                  <c:v>46052</c:v>
                </c:pt>
                <c:pt idx="30">
                  <c:v>46059</c:v>
                </c:pt>
                <c:pt idx="31">
                  <c:v>46066</c:v>
                </c:pt>
                <c:pt idx="32">
                  <c:v>46073</c:v>
                </c:pt>
                <c:pt idx="33">
                  <c:v>46080</c:v>
                </c:pt>
                <c:pt idx="34">
                  <c:v>46087</c:v>
                </c:pt>
                <c:pt idx="35">
                  <c:v>46094</c:v>
                </c:pt>
                <c:pt idx="36">
                  <c:v>46101</c:v>
                </c:pt>
                <c:pt idx="37">
                  <c:v>46108</c:v>
                </c:pt>
                <c:pt idx="38">
                  <c:v>46115</c:v>
                </c:pt>
                <c:pt idx="39">
                  <c:v>46122</c:v>
                </c:pt>
                <c:pt idx="40">
                  <c:v>46129</c:v>
                </c:pt>
                <c:pt idx="41">
                  <c:v>46136</c:v>
                </c:pt>
                <c:pt idx="42">
                  <c:v>46143</c:v>
                </c:pt>
                <c:pt idx="43">
                  <c:v>46150</c:v>
                </c:pt>
                <c:pt idx="44">
                  <c:v>46157</c:v>
                </c:pt>
                <c:pt idx="45">
                  <c:v>46164</c:v>
                </c:pt>
                <c:pt idx="46">
                  <c:v>46171</c:v>
                </c:pt>
                <c:pt idx="47">
                  <c:v>46178</c:v>
                </c:pt>
                <c:pt idx="48">
                  <c:v>46185</c:v>
                </c:pt>
                <c:pt idx="49">
                  <c:v>46192</c:v>
                </c:pt>
              </c:numCache>
            </c:numRef>
          </c:cat>
          <c:val>
            <c:numRef>
              <c:f>Sheet1!$B$178:$B$227</c:f>
              <c:numCache>
                <c:formatCode>General</c:formatCode>
                <c:ptCount val="50"/>
                <c:pt idx="0">
                  <c:v>79</c:v>
                </c:pt>
                <c:pt idx="1">
                  <c:v>83</c:v>
                </c:pt>
                <c:pt idx="2">
                  <c:v>79</c:v>
                </c:pt>
                <c:pt idx="3">
                  <c:v>82</c:v>
                </c:pt>
                <c:pt idx="4">
                  <c:v>78</c:v>
                </c:pt>
                <c:pt idx="5">
                  <c:v>101</c:v>
                </c:pt>
                <c:pt idx="6">
                  <c:v>91</c:v>
                </c:pt>
                <c:pt idx="7">
                  <c:v>116</c:v>
                </c:pt>
                <c:pt idx="8">
                  <c:v>104</c:v>
                </c:pt>
                <c:pt idx="9">
                  <c:v>110</c:v>
                </c:pt>
                <c:pt idx="10">
                  <c:v>116</c:v>
                </c:pt>
                <c:pt idx="11">
                  <c:v>121</c:v>
                </c:pt>
                <c:pt idx="12">
                  <c:v>94</c:v>
                </c:pt>
                <c:pt idx="13">
                  <c:v>77</c:v>
                </c:pt>
                <c:pt idx="14">
                  <c:v>107</c:v>
                </c:pt>
                <c:pt idx="15">
                  <c:v>114</c:v>
                </c:pt>
                <c:pt idx="16">
                  <c:v>115</c:v>
                </c:pt>
                <c:pt idx="17">
                  <c:v>128</c:v>
                </c:pt>
                <c:pt idx="18">
                  <c:v>112</c:v>
                </c:pt>
                <c:pt idx="19">
                  <c:v>106</c:v>
                </c:pt>
                <c:pt idx="20">
                  <c:v>65</c:v>
                </c:pt>
                <c:pt idx="21">
                  <c:v>108</c:v>
                </c:pt>
                <c:pt idx="22">
                  <c:v>133</c:v>
                </c:pt>
                <c:pt idx="23">
                  <c:v>118</c:v>
                </c:pt>
                <c:pt idx="24">
                  <c:v>84</c:v>
                </c:pt>
                <c:pt idx="25">
                  <c:v>94</c:v>
                </c:pt>
                <c:pt idx="26">
                  <c:v>107</c:v>
                </c:pt>
                <c:pt idx="27">
                  <c:v>90</c:v>
                </c:pt>
                <c:pt idx="28">
                  <c:v>117</c:v>
                </c:pt>
                <c:pt idx="29">
                  <c:v>75</c:v>
                </c:pt>
                <c:pt idx="30">
                  <c:v>112</c:v>
                </c:pt>
                <c:pt idx="31">
                  <c:v>104</c:v>
                </c:pt>
                <c:pt idx="32">
                  <c:v>54</c:v>
                </c:pt>
                <c:pt idx="33">
                  <c:v>130</c:v>
                </c:pt>
                <c:pt idx="34">
                  <c:v>129</c:v>
                </c:pt>
                <c:pt idx="35">
                  <c:v>86</c:v>
                </c:pt>
                <c:pt idx="36">
                  <c:v>121</c:v>
                </c:pt>
                <c:pt idx="37">
                  <c:v>119</c:v>
                </c:pt>
                <c:pt idx="38">
                  <c:v>105</c:v>
                </c:pt>
                <c:pt idx="39">
                  <c:v>90</c:v>
                </c:pt>
                <c:pt idx="40">
                  <c:v>94</c:v>
                </c:pt>
                <c:pt idx="41">
                  <c:v>103</c:v>
                </c:pt>
                <c:pt idx="42">
                  <c:v>110</c:v>
                </c:pt>
                <c:pt idx="43">
                  <c:v>102</c:v>
                </c:pt>
                <c:pt idx="44">
                  <c:v>97</c:v>
                </c:pt>
                <c:pt idx="45">
                  <c:v>102</c:v>
                </c:pt>
                <c:pt idx="46">
                  <c:v>101</c:v>
                </c:pt>
                <c:pt idx="47">
                  <c:v>102</c:v>
                </c:pt>
                <c:pt idx="48">
                  <c:v>102</c:v>
                </c:pt>
                <c:pt idx="49">
                  <c:v>111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699D-4366-A19D-215C3A0C3F3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349098096"/>
        <c:axId val="321611344"/>
        <c:extLst/>
      </c:lineChart>
      <c:catAx>
        <c:axId val="349098096"/>
        <c:scaling>
          <c:orientation val="minMax"/>
        </c:scaling>
        <c:delete val="0"/>
        <c:axPos val="b"/>
        <c:numFmt formatCode="m/d;@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1611344"/>
        <c:crosses val="autoZero"/>
        <c:auto val="0"/>
        <c:lblAlgn val="ctr"/>
        <c:lblOffset val="100"/>
        <c:noMultiLvlLbl val="0"/>
      </c:catAx>
      <c:valAx>
        <c:axId val="321611344"/>
        <c:scaling>
          <c:orientation val="minMax"/>
          <c:max val="145"/>
          <c:min val="20"/>
        </c:scaling>
        <c:delete val="1"/>
        <c:axPos val="l"/>
        <c:numFmt formatCode="General" sourceLinked="1"/>
        <c:majorTickMark val="out"/>
        <c:minorTickMark val="none"/>
        <c:tickLblPos val="nextTo"/>
        <c:crossAx val="3490980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5527174545183438"/>
          <c:y val="0"/>
          <c:w val="8.2639101343401661E-2"/>
          <c:h val="7.733481649513122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1" i="0" u="none" strike="noStrike" kern="1200" baseline="0">
              <a:solidFill>
                <a:srgbClr val="000000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rgbClr val="000000"/>
      </a:solidFill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pPr>
            <a:r>
              <a:rPr lang="en-US" sz="1600">
                <a:solidFill>
                  <a:schemeClr val="accent6"/>
                </a:solidFill>
                <a:latin typeface="+mn-lt"/>
              </a:rPr>
              <a:t>Weekly Vial Demand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accent6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"/>
          <c:y val="0.15340871570827691"/>
          <c:w val="1"/>
          <c:h val="0.7032873849157292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Actuals</c:v>
                </c:pt>
              </c:strCache>
            </c:strRef>
          </c:tx>
          <c:spPr>
            <a:ln w="28575" cap="rnd">
              <a:solidFill>
                <a:srgbClr val="00859D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859D"/>
              </a:solidFill>
              <a:ln w="9525">
                <a:solidFill>
                  <a:srgbClr val="00859D"/>
                </a:solidFill>
              </a:ln>
              <a:effectLst/>
            </c:spPr>
          </c:marker>
          <c:dLbls>
            <c:dLbl>
              <c:idx val="3"/>
              <c:layout>
                <c:manualLayout>
                  <c:x val="-1.2711001010732245E-2"/>
                  <c:y val="-4.813115193392637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D8C-41FA-9E62-3AF0BEC6D183}"/>
                </c:ext>
              </c:extLst>
            </c:dLbl>
            <c:dLbl>
              <c:idx val="5"/>
              <c:layout>
                <c:manualLayout>
                  <c:x val="-2.50686719211584E-2"/>
                  <c:y val="-7.649125829230053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D8C-41FA-9E62-3AF0BEC6D183}"/>
                </c:ext>
              </c:extLst>
            </c:dLbl>
            <c:dLbl>
              <c:idx val="6"/>
              <c:layout>
                <c:manualLayout>
                  <c:x val="-2.296636679666068E-2"/>
                  <c:y val="-5.62340394648904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FE6F-47E2-AFC1-5A79253206F0}"/>
                </c:ext>
              </c:extLst>
            </c:dLbl>
            <c:dLbl>
              <c:idx val="7"/>
              <c:layout>
                <c:manualLayout>
                  <c:x val="-2.2789701746507636E-2"/>
                  <c:y val="-6.83883707613364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FE6F-47E2-AFC1-5A79253206F0}"/>
                </c:ext>
              </c:extLst>
            </c:dLbl>
            <c:dLbl>
              <c:idx val="8"/>
              <c:layout>
                <c:manualLayout>
                  <c:x val="-2.6208157008483779E-2"/>
                  <c:y val="-5.218259569940839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C14-44A9-8BE2-E229EDA9FCB8}"/>
                </c:ext>
              </c:extLst>
            </c:dLbl>
            <c:dLbl>
              <c:idx val="9"/>
              <c:layout>
                <c:manualLayout>
                  <c:x val="-2.0345461372577162E-2"/>
                  <c:y val="-5.62340394648904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F39-48A9-A72A-89080211C9A8}"/>
                </c:ext>
              </c:extLst>
            </c:dLbl>
            <c:dLbl>
              <c:idx val="10"/>
              <c:layout>
                <c:manualLayout>
                  <c:x val="-1.7092276309880725E-2"/>
                  <c:y val="-5.62340394648904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C14-44A9-8BE2-E229EDA9FCB8}"/>
                </c:ext>
              </c:extLst>
            </c:dLbl>
            <c:dLbl>
              <c:idx val="11"/>
              <c:layout>
                <c:manualLayout>
                  <c:x val="-2.4331685267041023E-2"/>
                  <c:y val="-9.472227671998945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rgbClr val="00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0235218433459237E-2"/>
                      <c:h val="9.6262303867852728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C14-44A9-8BE2-E229EDA9FCB8}"/>
                </c:ext>
              </c:extLst>
            </c:dLbl>
            <c:dLbl>
              <c:idx val="12"/>
              <c:layout>
                <c:manualLayout>
                  <c:x val="-1.6502615207998648E-2"/>
                  <c:y val="-7.649125829230053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14-44A9-8BE2-E229EDA9FCB8}"/>
                </c:ext>
              </c:extLst>
            </c:dLbl>
            <c:dLbl>
              <c:idx val="13"/>
              <c:layout>
                <c:manualLayout>
                  <c:x val="-2.3359399428552714E-2"/>
                  <c:y val="-5.420831758214940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rgbClr val="00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3.0726170518111304E-2"/>
                      <c:h val="6.3850753743996611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B5F6-4183-B03E-A6F259DBFA31}"/>
                </c:ext>
              </c:extLst>
            </c:dLbl>
            <c:dLbl>
              <c:idx val="15"/>
              <c:layout>
                <c:manualLayout>
                  <c:x val="-1.9547911534684534E-2"/>
                  <c:y val="-0.10079992088519268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CD8C-41FA-9E62-3AF0BEC6D183}"/>
                </c:ext>
              </c:extLst>
            </c:dLbl>
            <c:dLbl>
              <c:idx val="18"/>
              <c:layout>
                <c:manualLayout>
                  <c:x val="-1.726894136003394E-2"/>
                  <c:y val="2.884627961023196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D8C-41FA-9E62-3AF0BEC6D183}"/>
                </c:ext>
              </c:extLst>
            </c:dLbl>
            <c:dLbl>
              <c:idx val="20"/>
              <c:layout>
                <c:manualLayout>
                  <c:x val="-1.7268941360033856E-2"/>
                  <c:y val="-0.10079992088519268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CD8C-41FA-9E62-3AF0BEC6D183}"/>
                </c:ext>
              </c:extLst>
            </c:dLbl>
            <c:dLbl>
              <c:idx val="21"/>
              <c:layout>
                <c:manualLayout>
                  <c:x val="-1.9547911534684534E-2"/>
                  <c:y val="-8.864558958874656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1BE-475A-A147-DDE0FA66B485}"/>
                </c:ext>
              </c:extLst>
            </c:dLbl>
            <c:dLbl>
              <c:idx val="23"/>
              <c:layout>
                <c:manualLayout>
                  <c:x val="-1.6129456272708391E-2"/>
                  <c:y val="-0.10890280841615667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D8C-41FA-9E62-3AF0BEC6D183}"/>
                </c:ext>
              </c:extLst>
            </c:dLbl>
            <c:dLbl>
              <c:idx val="24"/>
              <c:layout>
                <c:manualLayout>
                  <c:x val="-1.764210029532403E-2"/>
                  <c:y val="-6.028548323037250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14-44A9-8BE2-E229EDA9FCB8}"/>
                </c:ext>
              </c:extLst>
            </c:dLbl>
            <c:dLbl>
              <c:idx val="26"/>
              <c:layout>
                <c:manualLayout>
                  <c:x val="-1.9547911534684704E-2"/>
                  <c:y val="-0.12105713971260273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CD8C-41FA-9E62-3AF0BEC6D183}"/>
                </c:ext>
              </c:extLst>
            </c:dLbl>
            <c:dLbl>
              <c:idx val="27"/>
              <c:layout>
                <c:manualLayout>
                  <c:x val="-2.3339525731951104E-2"/>
                  <c:y val="-6.028548323037246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14-44A9-8BE2-E229EDA9FCB8}"/>
                </c:ext>
              </c:extLst>
            </c:dLbl>
            <c:dLbl>
              <c:idx val="29"/>
              <c:layout>
                <c:manualLayout>
                  <c:x val="-1.7268941360033856E-2"/>
                  <c:y val="-0.10079992088519268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86E-48A1-BBB2-2D356F729797}"/>
                </c:ext>
              </c:extLst>
            </c:dLbl>
            <c:dLbl>
              <c:idx val="32"/>
              <c:layout>
                <c:manualLayout>
                  <c:x val="-1.8408426447359238E-2"/>
                  <c:y val="-0.13321147100904884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86E-48A1-BBB2-2D356F729797}"/>
                </c:ext>
              </c:extLst>
            </c:dLbl>
            <c:dLbl>
              <c:idx val="35"/>
              <c:layout>
                <c:manualLayout>
                  <c:x val="-1.9547911534684534E-2"/>
                  <c:y val="-8.864558958874656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86E-48A1-BBB2-2D356F729797}"/>
                </c:ext>
              </c:extLst>
            </c:dLbl>
            <c:dLbl>
              <c:idx val="36"/>
              <c:layout>
                <c:manualLayout>
                  <c:x val="-2.0510731571857038E-2"/>
                  <c:y val="-7.243981452681848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D8C-41FA-9E62-3AF0BEC6D183}"/>
                </c:ext>
              </c:extLst>
            </c:dLbl>
            <c:dLbl>
              <c:idx val="37"/>
              <c:layout>
                <c:manualLayout>
                  <c:x val="-2.2789701746507634E-3"/>
                  <c:y val="-4.002826440296233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7F6-49E8-9D12-CCA901A139A7}"/>
                </c:ext>
              </c:extLst>
            </c:dLbl>
            <c:dLbl>
              <c:idx val="45"/>
              <c:layout>
                <c:manualLayout>
                  <c:x val="-2.5618495906601868E-2"/>
                  <c:y val="-0.10079992088519261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CD8C-41FA-9E62-3AF0BEC6D183}"/>
                </c:ext>
              </c:extLst>
            </c:dLbl>
            <c:dLbl>
              <c:idx val="46"/>
              <c:layout>
                <c:manualLayout>
                  <c:x val="-2.7897466081252632E-2"/>
                  <c:y val="-7.243981452681848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AFC-407C-B18A-C653045B7C2F}"/>
                </c:ext>
              </c:extLst>
            </c:dLbl>
            <c:dLbl>
              <c:idx val="47"/>
              <c:layout>
                <c:manualLayout>
                  <c:x val="-2.7347642095809161E-2"/>
                  <c:y val="-3.5976820637480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CD8C-41FA-9E62-3AF0BEC6D183}"/>
                </c:ext>
              </c:extLst>
            </c:dLbl>
            <c:dLbl>
              <c:idx val="48"/>
              <c:layout>
                <c:manualLayout>
                  <c:x val="-1.1394850873253985E-2"/>
                  <c:y val="-6.433692699585444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4D6-42FA-9B61-9356515301A5}"/>
                </c:ext>
              </c:extLst>
            </c:dLbl>
            <c:dLbl>
              <c:idx val="49"/>
              <c:layout>
                <c:manualLayout>
                  <c:x val="-1.6712254886044376E-16"/>
                  <c:y val="-6.028548323037243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1" i="0" u="none" strike="noStrike" kern="1200" baseline="0">
                      <a:solidFill>
                        <a:srgbClr val="00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AFC-407C-B18A-C653045B7C2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Sheet1!$A$178:$A$227</c:f>
              <c:numCache>
                <c:formatCode>m/d;@</c:formatCode>
                <c:ptCount val="50"/>
                <c:pt idx="0">
                  <c:v>45849</c:v>
                </c:pt>
                <c:pt idx="1">
                  <c:v>45856</c:v>
                </c:pt>
                <c:pt idx="2">
                  <c:v>45863</c:v>
                </c:pt>
                <c:pt idx="3">
                  <c:v>45870</c:v>
                </c:pt>
                <c:pt idx="4">
                  <c:v>45877</c:v>
                </c:pt>
                <c:pt idx="5">
                  <c:v>45884</c:v>
                </c:pt>
                <c:pt idx="6">
                  <c:v>45891</c:v>
                </c:pt>
                <c:pt idx="7">
                  <c:v>45898</c:v>
                </c:pt>
                <c:pt idx="8">
                  <c:v>45905</c:v>
                </c:pt>
                <c:pt idx="9">
                  <c:v>45912</c:v>
                </c:pt>
                <c:pt idx="10">
                  <c:v>45919</c:v>
                </c:pt>
                <c:pt idx="11">
                  <c:v>45926</c:v>
                </c:pt>
                <c:pt idx="12">
                  <c:v>45933</c:v>
                </c:pt>
                <c:pt idx="13">
                  <c:v>45940</c:v>
                </c:pt>
                <c:pt idx="14">
                  <c:v>45947</c:v>
                </c:pt>
                <c:pt idx="15">
                  <c:v>45954</c:v>
                </c:pt>
                <c:pt idx="16">
                  <c:v>45961</c:v>
                </c:pt>
                <c:pt idx="17">
                  <c:v>45968</c:v>
                </c:pt>
                <c:pt idx="18">
                  <c:v>45975</c:v>
                </c:pt>
                <c:pt idx="19">
                  <c:v>45982</c:v>
                </c:pt>
                <c:pt idx="20">
                  <c:v>45989</c:v>
                </c:pt>
                <c:pt idx="21">
                  <c:v>45996</c:v>
                </c:pt>
                <c:pt idx="22">
                  <c:v>46003</c:v>
                </c:pt>
                <c:pt idx="23">
                  <c:v>46010</c:v>
                </c:pt>
                <c:pt idx="24">
                  <c:v>46017</c:v>
                </c:pt>
                <c:pt idx="25">
                  <c:v>46024</c:v>
                </c:pt>
                <c:pt idx="26">
                  <c:v>46031</c:v>
                </c:pt>
                <c:pt idx="27">
                  <c:v>46038</c:v>
                </c:pt>
                <c:pt idx="28">
                  <c:v>46045</c:v>
                </c:pt>
                <c:pt idx="29">
                  <c:v>46052</c:v>
                </c:pt>
                <c:pt idx="30">
                  <c:v>46059</c:v>
                </c:pt>
                <c:pt idx="31">
                  <c:v>46066</c:v>
                </c:pt>
                <c:pt idx="32">
                  <c:v>46073</c:v>
                </c:pt>
                <c:pt idx="33">
                  <c:v>46080</c:v>
                </c:pt>
                <c:pt idx="34">
                  <c:v>46087</c:v>
                </c:pt>
                <c:pt idx="35">
                  <c:v>46094</c:v>
                </c:pt>
                <c:pt idx="36">
                  <c:v>46101</c:v>
                </c:pt>
                <c:pt idx="37">
                  <c:v>46108</c:v>
                </c:pt>
                <c:pt idx="38">
                  <c:v>46115</c:v>
                </c:pt>
                <c:pt idx="39">
                  <c:v>46122</c:v>
                </c:pt>
                <c:pt idx="40">
                  <c:v>46129</c:v>
                </c:pt>
                <c:pt idx="41">
                  <c:v>46136</c:v>
                </c:pt>
                <c:pt idx="42">
                  <c:v>46143</c:v>
                </c:pt>
                <c:pt idx="43">
                  <c:v>46150</c:v>
                </c:pt>
                <c:pt idx="44">
                  <c:v>46157</c:v>
                </c:pt>
                <c:pt idx="45">
                  <c:v>46164</c:v>
                </c:pt>
                <c:pt idx="46">
                  <c:v>46171</c:v>
                </c:pt>
                <c:pt idx="47">
                  <c:v>46178</c:v>
                </c:pt>
                <c:pt idx="48">
                  <c:v>46185</c:v>
                </c:pt>
                <c:pt idx="49">
                  <c:v>46192</c:v>
                </c:pt>
              </c:numCache>
            </c:numRef>
          </c:cat>
          <c:val>
            <c:numRef>
              <c:f>Sheet1!$B$178:$B$227</c:f>
              <c:numCache>
                <c:formatCode>General</c:formatCode>
                <c:ptCount val="50"/>
                <c:pt idx="0">
                  <c:v>79</c:v>
                </c:pt>
                <c:pt idx="1">
                  <c:v>87</c:v>
                </c:pt>
                <c:pt idx="2">
                  <c:v>79</c:v>
                </c:pt>
                <c:pt idx="3">
                  <c:v>82</c:v>
                </c:pt>
                <c:pt idx="4">
                  <c:v>78</c:v>
                </c:pt>
                <c:pt idx="5">
                  <c:v>101</c:v>
                </c:pt>
                <c:pt idx="6">
                  <c:v>91</c:v>
                </c:pt>
                <c:pt idx="7">
                  <c:v>116</c:v>
                </c:pt>
                <c:pt idx="8">
                  <c:v>104</c:v>
                </c:pt>
                <c:pt idx="9">
                  <c:v>110</c:v>
                </c:pt>
                <c:pt idx="10">
                  <c:v>116</c:v>
                </c:pt>
                <c:pt idx="11">
                  <c:v>121</c:v>
                </c:pt>
                <c:pt idx="12">
                  <c:v>94</c:v>
                </c:pt>
                <c:pt idx="13">
                  <c:v>77</c:v>
                </c:pt>
                <c:pt idx="14">
                  <c:v>107</c:v>
                </c:pt>
                <c:pt idx="15">
                  <c:v>114</c:v>
                </c:pt>
                <c:pt idx="16">
                  <c:v>115</c:v>
                </c:pt>
                <c:pt idx="17">
                  <c:v>128</c:v>
                </c:pt>
                <c:pt idx="18">
                  <c:v>112</c:v>
                </c:pt>
                <c:pt idx="19">
                  <c:v>106</c:v>
                </c:pt>
                <c:pt idx="20">
                  <c:v>65</c:v>
                </c:pt>
                <c:pt idx="21">
                  <c:v>108</c:v>
                </c:pt>
                <c:pt idx="22">
                  <c:v>133</c:v>
                </c:pt>
                <c:pt idx="23">
                  <c:v>118</c:v>
                </c:pt>
                <c:pt idx="24">
                  <c:v>84</c:v>
                </c:pt>
                <c:pt idx="25">
                  <c:v>94</c:v>
                </c:pt>
                <c:pt idx="26">
                  <c:v>107</c:v>
                </c:pt>
                <c:pt idx="27">
                  <c:v>90</c:v>
                </c:pt>
                <c:pt idx="28">
                  <c:v>117</c:v>
                </c:pt>
                <c:pt idx="29">
                  <c:v>77</c:v>
                </c:pt>
                <c:pt idx="30">
                  <c:v>114</c:v>
                </c:pt>
                <c:pt idx="31">
                  <c:v>104</c:v>
                </c:pt>
                <c:pt idx="32">
                  <c:v>54</c:v>
                </c:pt>
                <c:pt idx="33">
                  <c:v>130</c:v>
                </c:pt>
                <c:pt idx="34">
                  <c:v>129</c:v>
                </c:pt>
                <c:pt idx="35">
                  <c:v>86</c:v>
                </c:pt>
                <c:pt idx="36">
                  <c:v>121</c:v>
                </c:pt>
                <c:pt idx="37">
                  <c:v>119</c:v>
                </c:pt>
                <c:pt idx="38">
                  <c:v>105</c:v>
                </c:pt>
                <c:pt idx="39">
                  <c:v>90</c:v>
                </c:pt>
                <c:pt idx="40">
                  <c:v>94</c:v>
                </c:pt>
                <c:pt idx="41">
                  <c:v>103</c:v>
                </c:pt>
                <c:pt idx="42">
                  <c:v>110</c:v>
                </c:pt>
                <c:pt idx="43">
                  <c:v>102</c:v>
                </c:pt>
                <c:pt idx="44">
                  <c:v>97</c:v>
                </c:pt>
                <c:pt idx="45">
                  <c:v>102</c:v>
                </c:pt>
                <c:pt idx="46">
                  <c:v>101</c:v>
                </c:pt>
                <c:pt idx="47">
                  <c:v>102</c:v>
                </c:pt>
                <c:pt idx="48">
                  <c:v>102</c:v>
                </c:pt>
                <c:pt idx="49">
                  <c:v>111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A-FE6F-47E2-AFC1-5A79253206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49098096"/>
        <c:axId val="321611344"/>
        <c:extLst/>
      </c:lineChart>
      <c:catAx>
        <c:axId val="349098096"/>
        <c:scaling>
          <c:orientation val="minMax"/>
        </c:scaling>
        <c:delete val="0"/>
        <c:axPos val="b"/>
        <c:numFmt formatCode="m/d;@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1611344"/>
        <c:crosses val="autoZero"/>
        <c:auto val="0"/>
        <c:lblAlgn val="ctr"/>
        <c:lblOffset val="100"/>
        <c:noMultiLvlLbl val="0"/>
      </c:catAx>
      <c:valAx>
        <c:axId val="321611344"/>
        <c:scaling>
          <c:orientation val="minMax"/>
          <c:max val="145"/>
          <c:min val="20"/>
        </c:scaling>
        <c:delete val="1"/>
        <c:axPos val="l"/>
        <c:numFmt formatCode="General" sourceLinked="1"/>
        <c:majorTickMark val="out"/>
        <c:minorTickMark val="none"/>
        <c:tickLblPos val="nextTo"/>
        <c:crossAx val="3490980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r"/>
      <c:layout>
        <c:manualLayout>
          <c:xMode val="edge"/>
          <c:yMode val="edge"/>
          <c:x val="0.87335004851145492"/>
          <c:y val="1.3668808999761637E-2"/>
          <c:w val="8.2639101343401661E-2"/>
          <c:h val="7.733481649513124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1" i="0" u="none" strike="noStrike" kern="1200" baseline="0">
              <a:solidFill>
                <a:schemeClr val="accent6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rgbClr val="000000"/>
      </a:solidFill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186011198547925"/>
          <c:y val="0.32655229168705296"/>
          <c:w val="0.84724131775126443"/>
          <c:h val="0.5502922847579073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Actuals</c:v>
                </c:pt>
              </c:strCache>
            </c:strRef>
          </c:tx>
          <c:spPr>
            <a:solidFill>
              <a:schemeClr val="accent3">
                <a:lumMod val="75000"/>
              </a:schemeClr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3">
                  <a:lumMod val="9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7E4-4E4F-B58E-CDAD057EF3B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Net Sales (YTD)</c:v>
                </c:pt>
                <c:pt idx="1">
                  <c:v>Gross Sales (YTD)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17.950942097499993</c:v>
                </c:pt>
                <c:pt idx="1">
                  <c:v>22.542712500000004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7E4-4E4F-B58E-CDAD057EF3B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E7E4-4E4F-B58E-CDAD057EF3B7}"/>
              </c:ext>
            </c:extLst>
          </c:dPt>
          <c:dLbls>
            <c:dLbl>
              <c:idx val="0"/>
              <c:layout>
                <c:manualLayout>
                  <c:x val="0.1611735488779398"/>
                  <c:y val="1.0524817205254297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36.2</a:t>
                    </a:r>
                    <a:r>
                      <a:rPr lang="en-US" baseline="0" dirty="0"/>
                      <a:t> (18.2)</a:t>
                    </a:r>
                    <a:endParaRPr lang="en-US" dirty="0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E7E4-4E4F-B58E-CDAD057EF3B7}"/>
                </c:ext>
              </c:extLst>
            </c:dLbl>
            <c:dLbl>
              <c:idx val="1"/>
              <c:layout>
                <c:manualLayout>
                  <c:x val="0.17375095100854565"/>
                  <c:y val="1.8839985439504466E-4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45.7</a:t>
                    </a:r>
                    <a:r>
                      <a:rPr lang="en-US" baseline="0" dirty="0"/>
                      <a:t> (23.2)</a:t>
                    </a:r>
                    <a:endParaRPr lang="en-US" dirty="0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E7E4-4E4F-B58E-CDAD057EF3B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Net Sales (YTD)</c:v>
                </c:pt>
                <c:pt idx="1">
                  <c:v>Gross Sales (YTD)</c:v>
                </c:pt>
              </c:strCache>
            </c:strRef>
          </c:cat>
          <c:val>
            <c:numRef>
              <c:f>Sheet1!$C$2:$C$3</c:f>
              <c:numCache>
                <c:formatCode>0.0</c:formatCode>
                <c:ptCount val="2"/>
                <c:pt idx="0">
                  <c:v>18.249057902500009</c:v>
                </c:pt>
                <c:pt idx="1">
                  <c:v>23.157287499999999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Sheet1!$Q$3:$Q$4</c15:f>
                <c15:dlblRangeCache>
                  <c:ptCount val="2"/>
                  <c:pt idx="0">
                    <c:v>36.2 (18.2490579025)</c:v>
                  </c:pt>
                  <c:pt idx="1">
                    <c:v>45.7 (23.1572875)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6-E7E4-4E4F-B58E-CDAD057EF3B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1190785167"/>
        <c:axId val="1190788047"/>
      </c:barChart>
      <c:catAx>
        <c:axId val="11907851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0788047"/>
        <c:crosses val="autoZero"/>
        <c:auto val="1"/>
        <c:lblAlgn val="ctr"/>
        <c:lblOffset val="100"/>
        <c:noMultiLvlLbl val="0"/>
      </c:catAx>
      <c:valAx>
        <c:axId val="1190788047"/>
        <c:scaling>
          <c:orientation val="minMax"/>
        </c:scaling>
        <c:delete val="1"/>
        <c:axPos val="b"/>
        <c:numFmt formatCode="0.0" sourceLinked="1"/>
        <c:majorTickMark val="none"/>
        <c:minorTickMark val="none"/>
        <c:tickLblPos val="nextTo"/>
        <c:crossAx val="119078516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7345880237890424"/>
          <c:y val="0.31509290446805843"/>
          <c:w val="0.58130469189971967"/>
          <c:h val="0.5502922847579073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Actuals</c:v>
                </c:pt>
              </c:strCache>
            </c:strRef>
          </c:tx>
          <c:spPr>
            <a:solidFill>
              <a:schemeClr val="accent3">
                <a:lumMod val="9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3D0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85C-4735-9DAA-2BB04DC5F835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3">
                  <a:lumMod val="9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85C-4735-9DAA-2BB04DC5F83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Net Sales (QTD)</c:v>
                </c:pt>
                <c:pt idx="1">
                  <c:v>Gross Sales (QTD)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8.5250527284999986</c:v>
                </c:pt>
                <c:pt idx="1">
                  <c:v>10.777563500000001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85C-4735-9DAA-2BB04DC5F83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 (Balance to Go)</c:v>
                </c:pt>
              </c:strCache>
            </c:strRef>
          </c:tx>
          <c:spPr>
            <a:solidFill>
              <a:srgbClr val="C9E3B8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E85C-4735-9DAA-2BB04DC5F835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E85C-4735-9DAA-2BB04DC5F835}"/>
              </c:ext>
            </c:extLst>
          </c:dPt>
          <c:dLbls>
            <c:dLbl>
              <c:idx val="0"/>
              <c:layout>
                <c:manualLayout>
                  <c:x val="5.5651226058202267E-2"/>
                  <c:y val="-2.0714422274383769E-2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1000" b="1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dirty="0"/>
                      <a:t>8.9 (0.4)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IN"/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E85C-4735-9DAA-2BB04DC5F835}"/>
                </c:ext>
              </c:extLst>
            </c:dLbl>
            <c:dLbl>
              <c:idx val="1"/>
              <c:layout>
                <c:manualLayout>
                  <c:x val="4.8146371289078511E-2"/>
                  <c:y val="-1.8880907442453201E-2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1000" b="1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dirty="0"/>
                      <a:t>11.2 (0.4)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0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IN"/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1053286434431609"/>
                      <c:h val="0.40988110367991565"/>
                    </c:manualLayout>
                  </c15:layout>
                  <c15:showDataLabelsRange val="1"/>
                </c:ext>
                <c:ext xmlns:c16="http://schemas.microsoft.com/office/drawing/2014/chart" uri="{C3380CC4-5D6E-409C-BE32-E72D297353CC}">
                  <c16:uniqueId val="{00000008-E85C-4735-9DAA-2BB04DC5F83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Net Sales (QTD)</c:v>
                </c:pt>
                <c:pt idx="1">
                  <c:v>Gross Sales (QTD)</c:v>
                </c:pt>
              </c:strCache>
            </c:strRef>
          </c:cat>
          <c:val>
            <c:numRef>
              <c:f>Sheet1!$C$2:$C$3</c:f>
              <c:numCache>
                <c:formatCode>0.0</c:formatCode>
                <c:ptCount val="2"/>
                <c:pt idx="0">
                  <c:v>0.37494727150000173</c:v>
                </c:pt>
                <c:pt idx="1">
                  <c:v>0.42243649999999811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Sheet1!$R$3:$R$4</c15:f>
                <c15:dlblRangeCache>
                  <c:ptCount val="2"/>
                  <c:pt idx="0">
                    <c:v>8.9 (0.374947271500002)</c:v>
                  </c:pt>
                  <c:pt idx="1">
                    <c:v>11.2 (0.422436499999998)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9-E85C-4735-9DAA-2BB04DC5F83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1190785167"/>
        <c:axId val="1190788047"/>
      </c:barChart>
      <c:catAx>
        <c:axId val="11907851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0788047"/>
        <c:crosses val="autoZero"/>
        <c:auto val="1"/>
        <c:lblAlgn val="ctr"/>
        <c:lblOffset val="100"/>
        <c:noMultiLvlLbl val="0"/>
      </c:catAx>
      <c:valAx>
        <c:axId val="1190788047"/>
        <c:scaling>
          <c:orientation val="minMax"/>
        </c:scaling>
        <c:delete val="1"/>
        <c:axPos val="b"/>
        <c:numFmt formatCode="0.0" sourceLinked="1"/>
        <c:majorTickMark val="none"/>
        <c:minorTickMark val="none"/>
        <c:tickLblPos val="nextTo"/>
        <c:crossAx val="119078516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>
        <c:manualLayout>
          <c:layoutTarget val="inner"/>
          <c:xMode val="edge"/>
          <c:yMode val="edge"/>
          <c:x val="1.2884039309424543E-2"/>
          <c:y val="0.10290118753050163"/>
          <c:w val="0.9726541962491343"/>
          <c:h val="0.8105417808920454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accent1"/>
              </a:solidFill>
            </a:ln>
            <a:effectLst/>
          </c:spPr>
          <c:invertIfNegative val="0"/>
          <c:dPt>
            <c:idx val="7"/>
            <c:invertIfNegative val="0"/>
            <c:bubble3D val="0"/>
            <c:spPr>
              <a:solidFill>
                <a:schemeClr val="accent1"/>
              </a:solidFill>
              <a:ln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7A2-40C6-8100-EE3BB7920BC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Sheet1!$A$2:$A$18</c:f>
              <c:strCache>
                <c:ptCount val="17"/>
                <c:pt idx="0">
                  <c:v>Q1' 22</c:v>
                </c:pt>
                <c:pt idx="1">
                  <c:v>Q2' 22</c:v>
                </c:pt>
                <c:pt idx="2">
                  <c:v>Q3' 22</c:v>
                </c:pt>
                <c:pt idx="3">
                  <c:v>Q4' 22</c:v>
                </c:pt>
                <c:pt idx="4">
                  <c:v>Q1' 23</c:v>
                </c:pt>
                <c:pt idx="5">
                  <c:v>Q2' 23</c:v>
                </c:pt>
                <c:pt idx="6">
                  <c:v>Q3' 23</c:v>
                </c:pt>
                <c:pt idx="7">
                  <c:v>Q4' 23</c:v>
                </c:pt>
                <c:pt idx="8">
                  <c:v>Q1' 24</c:v>
                </c:pt>
                <c:pt idx="9">
                  <c:v>Q2' 24</c:v>
                </c:pt>
                <c:pt idx="10">
                  <c:v>Q3' 24</c:v>
                </c:pt>
                <c:pt idx="11">
                  <c:v>Q4' 24</c:v>
                </c:pt>
                <c:pt idx="12">
                  <c:v>Q1' 25</c:v>
                </c:pt>
                <c:pt idx="13">
                  <c:v>Q2' 25</c:v>
                </c:pt>
                <c:pt idx="14">
                  <c:v>Q3' 25</c:v>
                </c:pt>
                <c:pt idx="15">
                  <c:v>Q4' 25</c:v>
                </c:pt>
                <c:pt idx="16">
                  <c:v>Q1' 26</c:v>
                </c:pt>
              </c:strCache>
            </c:strRef>
          </c:cat>
          <c:val>
            <c:numRef>
              <c:f>Sheet1!$B$2:$B$18</c:f>
              <c:numCache>
                <c:formatCode>0.0</c:formatCode>
                <c:ptCount val="17"/>
                <c:pt idx="0">
                  <c:v>2.3069000000000002</c:v>
                </c:pt>
                <c:pt idx="1">
                  <c:v>3.4350894450000005</c:v>
                </c:pt>
                <c:pt idx="2">
                  <c:v>4.2730708699999997</c:v>
                </c:pt>
                <c:pt idx="3">
                  <c:v>5.2059676599999998</c:v>
                </c:pt>
                <c:pt idx="4">
                  <c:v>5.8677962450000019</c:v>
                </c:pt>
                <c:pt idx="5">
                  <c:v>6.2011640519999993</c:v>
                </c:pt>
                <c:pt idx="6">
                  <c:v>5.96</c:v>
                </c:pt>
                <c:pt idx="7">
                  <c:v>6.4393703639999984</c:v>
                </c:pt>
                <c:pt idx="8">
                  <c:v>5.3533921258419088</c:v>
                </c:pt>
                <c:pt idx="9">
                  <c:v>6.1789757077697116</c:v>
                </c:pt>
                <c:pt idx="10">
                  <c:v>7.2122928842999983</c:v>
                </c:pt>
                <c:pt idx="11">
                  <c:v>7.2385082795999995</c:v>
                </c:pt>
                <c:pt idx="12">
                  <c:v>7.3112090495848419</c:v>
                </c:pt>
                <c:pt idx="13">
                  <c:v>8.6</c:v>
                </c:pt>
                <c:pt idx="14">
                  <c:v>9.5087553532500024</c:v>
                </c:pt>
                <c:pt idx="15">
                  <c:v>10.975926304750001</c:v>
                </c:pt>
                <c:pt idx="16">
                  <c:v>9.4258893689999965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A2-40C6-8100-EE3BB7920BC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95021951"/>
        <c:axId val="195014879"/>
      </c:barChart>
      <c:catAx>
        <c:axId val="19502195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95014879"/>
        <c:crossesAt val="0"/>
        <c:auto val="0"/>
        <c:lblAlgn val="ctr"/>
        <c:lblOffset val="100"/>
        <c:noMultiLvlLbl val="0"/>
      </c:catAx>
      <c:valAx>
        <c:axId val="195014879"/>
        <c:scaling>
          <c:orientation val="minMax"/>
          <c:max val="12"/>
          <c:min val="0"/>
        </c:scaling>
        <c:delete val="1"/>
        <c:axPos val="l"/>
        <c:numFmt formatCode="0.0" sourceLinked="1"/>
        <c:majorTickMark val="out"/>
        <c:minorTickMark val="none"/>
        <c:tickLblPos val="nextTo"/>
        <c:crossAx val="195021951"/>
        <c:crossesAt val="30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5.4333756436183191E-2"/>
          <c:y val="0.11166667546567977"/>
          <c:w val="0.92774341910042801"/>
          <c:h val="0.65935703503278043"/>
        </c:manualLayout>
      </c:layout>
      <c:lineChart>
        <c:grouping val="standard"/>
        <c:varyColors val="0"/>
        <c:ser>
          <c:idx val="2"/>
          <c:order val="1"/>
          <c:tx>
            <c:strRef>
              <c:f>Sheet1!$D$1</c:f>
              <c:strCache>
                <c:ptCount val="1"/>
                <c:pt idx="0">
                  <c:v> Budget </c:v>
                </c:pt>
              </c:strCache>
            </c:strRef>
          </c:tx>
          <c:spPr>
            <a:ln w="22225" cap="rnd">
              <a:solidFill>
                <a:srgbClr val="FFB71B">
                  <a:lumMod val="75000"/>
                </a:srgbClr>
              </a:solidFill>
              <a:round/>
            </a:ln>
            <a:effectLst/>
          </c:spPr>
          <c:marker>
            <c:symbol val="triangle"/>
            <c:size val="6"/>
            <c:spPr>
              <a:solidFill>
                <a:srgbClr val="FFB71B">
                  <a:lumMod val="75000"/>
                </a:srgbClr>
              </a:solidFill>
              <a:ln w="9525">
                <a:solidFill>
                  <a:srgbClr val="FFB71B">
                    <a:lumMod val="75000"/>
                  </a:srgbClr>
                </a:solidFill>
                <a:round/>
              </a:ln>
              <a:effectLst/>
            </c:spPr>
          </c:marker>
          <c:dLbls>
            <c:dLbl>
              <c:idx val="0"/>
              <c:layout>
                <c:manualLayout>
                  <c:x val="-6.5126285443827717E-2"/>
                  <c:y val="5.85303952308708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7B0-4875-B817-D8AA5291E9B6}"/>
                </c:ext>
              </c:extLst>
            </c:dLbl>
            <c:dLbl>
              <c:idx val="13"/>
              <c:layout>
                <c:manualLayout>
                  <c:x val="-3.5255044963642006E-2"/>
                  <c:y val="7.681634427882569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647-4C30-8DDD-EBF6E57B46C6}"/>
                </c:ext>
              </c:extLst>
            </c:dLbl>
            <c:dLbl>
              <c:idx val="14"/>
              <c:layout>
                <c:manualLayout>
                  <c:x val="-2.8492391319937468E-2"/>
                  <c:y val="5.853039523087090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348-4791-8852-BD3D82689FE4}"/>
                </c:ext>
              </c:extLst>
            </c:dLbl>
            <c:dLbl>
              <c:idx val="15"/>
              <c:layout>
                <c:manualLayout>
                  <c:x val="-2.5045537340619307E-2"/>
                  <c:y val="-5.728061540617604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5E4-4022-B5F6-8F0AFB32CBC0}"/>
                </c:ext>
              </c:extLst>
            </c:dLbl>
            <c:dLbl>
              <c:idx val="16"/>
              <c:layout>
                <c:manualLayout>
                  <c:x val="-3.3961712777706064E-2"/>
                  <c:y val="9.510229332678046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D89-4517-9434-A7BF61C32CF0}"/>
                </c:ext>
              </c:extLst>
            </c:dLbl>
            <c:dLbl>
              <c:idx val="17"/>
              <c:layout>
                <c:manualLayout>
                  <c:x val="-1.6507823817104996E-2"/>
                  <c:y val="6.462571158018910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22A-460B-B9B1-A17E4CF31EB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000" b="1" i="0" u="none" strike="noStrike" kern="1200" baseline="0">
                    <a:solidFill>
                      <a:srgbClr val="ECAB1E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Sheet1!$A$26:$A$43</c:f>
              <c:numCache>
                <c:formatCode>mmm\-yy</c:formatCode>
                <c:ptCount val="18"/>
                <c:pt idx="0">
                  <c:v>45688</c:v>
                </c:pt>
                <c:pt idx="1">
                  <c:v>45716</c:v>
                </c:pt>
                <c:pt idx="2">
                  <c:v>45747</c:v>
                </c:pt>
                <c:pt idx="3">
                  <c:v>45777</c:v>
                </c:pt>
                <c:pt idx="4">
                  <c:v>45808</c:v>
                </c:pt>
                <c:pt idx="5">
                  <c:v>45838</c:v>
                </c:pt>
                <c:pt idx="6">
                  <c:v>45869</c:v>
                </c:pt>
                <c:pt idx="7">
                  <c:v>45900</c:v>
                </c:pt>
                <c:pt idx="8">
                  <c:v>45930</c:v>
                </c:pt>
                <c:pt idx="9">
                  <c:v>45961</c:v>
                </c:pt>
                <c:pt idx="10">
                  <c:v>45991</c:v>
                </c:pt>
                <c:pt idx="11">
                  <c:v>46022</c:v>
                </c:pt>
                <c:pt idx="12">
                  <c:v>46053</c:v>
                </c:pt>
                <c:pt idx="13">
                  <c:v>46081</c:v>
                </c:pt>
                <c:pt idx="14">
                  <c:v>46112</c:v>
                </c:pt>
                <c:pt idx="15">
                  <c:v>46142</c:v>
                </c:pt>
                <c:pt idx="16">
                  <c:v>46173</c:v>
                </c:pt>
                <c:pt idx="17">
                  <c:v>46203</c:v>
                </c:pt>
              </c:numCache>
            </c:numRef>
          </c:cat>
          <c:val>
            <c:numRef>
              <c:f>Sheet1!$D$26:$D$43</c:f>
              <c:numCache>
                <c:formatCode>0.0</c:formatCode>
                <c:ptCount val="18"/>
                <c:pt idx="0">
                  <c:v>16.91481231409966</c:v>
                </c:pt>
                <c:pt idx="1">
                  <c:v>17.045735708521271</c:v>
                </c:pt>
                <c:pt idx="2">
                  <c:v>17.078345339444827</c:v>
                </c:pt>
                <c:pt idx="3">
                  <c:v>17.115685118090099</c:v>
                </c:pt>
                <c:pt idx="4">
                  <c:v>17.240008132425139</c:v>
                </c:pt>
                <c:pt idx="5">
                  <c:v>14.959740327218951</c:v>
                </c:pt>
                <c:pt idx="6">
                  <c:v>15.302346391873733</c:v>
                </c:pt>
                <c:pt idx="7">
                  <c:v>16.125242241036499</c:v>
                </c:pt>
                <c:pt idx="8">
                  <c:v>16.681928286986086</c:v>
                </c:pt>
                <c:pt idx="9">
                  <c:v>17.28680465390039</c:v>
                </c:pt>
                <c:pt idx="10">
                  <c:v>17.416455688804643</c:v>
                </c:pt>
                <c:pt idx="11">
                  <c:v>17.590620245692691</c:v>
                </c:pt>
                <c:pt idx="12">
                  <c:v>19.476190476190474</c:v>
                </c:pt>
                <c:pt idx="13">
                  <c:v>19.5</c:v>
                </c:pt>
                <c:pt idx="14">
                  <c:v>19.5</c:v>
                </c:pt>
                <c:pt idx="15">
                  <c:v>20</c:v>
                </c:pt>
                <c:pt idx="16">
                  <c:v>21</c:v>
                </c:pt>
                <c:pt idx="17">
                  <c:v>17.818181818181817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C6D9-4B74-8F65-891C4A4466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92554944"/>
        <c:axId val="1790044528"/>
        <c:extLst/>
      </c:lineChar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Avg. Actuals</c:v>
                </c:pt>
              </c:strCache>
            </c:strRef>
          </c:tx>
          <c:spPr>
            <a:ln w="28575" cap="rnd">
              <a:solidFill>
                <a:srgbClr val="00859D"/>
              </a:solidFill>
              <a:prstDash val="solid"/>
              <a:round/>
            </a:ln>
            <a:effectLst/>
          </c:spPr>
          <c:marker>
            <c:symbol val="triangle"/>
            <c:size val="6"/>
            <c:spPr>
              <a:solidFill>
                <a:srgbClr val="00859D"/>
              </a:solidFill>
              <a:ln w="28575">
                <a:solidFill>
                  <a:srgbClr val="00859D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layout>
                <c:manualLayout>
                  <c:x val="-3.889121954018044E-2"/>
                  <c:y val="-5.853039523087093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C6D9-4B74-8F65-891C4A4466FB}"/>
                </c:ext>
              </c:extLst>
            </c:dLbl>
            <c:dLbl>
              <c:idx val="13"/>
              <c:layout>
                <c:manualLayout>
                  <c:x val="-4.891624714943419E-2"/>
                  <c:y val="-7.681634427882572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D3A-4421-B0CA-6203BB5F268E}"/>
                </c:ext>
              </c:extLst>
            </c:dLbl>
            <c:dLbl>
              <c:idx val="14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348-4791-8852-BD3D82689FE4}"/>
                </c:ext>
              </c:extLst>
            </c:dLbl>
            <c:dLbl>
              <c:idx val="15"/>
              <c:layout>
                <c:manualLayout>
                  <c:x val="-2.5045537340619307E-2"/>
                  <c:y val="6.947124810481256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5E4-4022-B5F6-8F0AFB32CBC0}"/>
                </c:ext>
              </c:extLst>
            </c:dLbl>
            <c:dLbl>
              <c:idx val="16"/>
              <c:layout>
                <c:manualLayout>
                  <c:x val="-3.6403697488633591E-2"/>
                  <c:y val="-8.900697697746223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D89-4517-9434-A7BF61C32CF0}"/>
                </c:ext>
              </c:extLst>
            </c:dLbl>
            <c:dLbl>
              <c:idx val="17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22A-460B-B9B1-A17E4CF31EB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Sheet1!$A$26:$A$43</c:f>
              <c:numCache>
                <c:formatCode>mmm\-yy</c:formatCode>
                <c:ptCount val="18"/>
                <c:pt idx="0">
                  <c:v>45688</c:v>
                </c:pt>
                <c:pt idx="1">
                  <c:v>45716</c:v>
                </c:pt>
                <c:pt idx="2">
                  <c:v>45747</c:v>
                </c:pt>
                <c:pt idx="3">
                  <c:v>45777</c:v>
                </c:pt>
                <c:pt idx="4">
                  <c:v>45808</c:v>
                </c:pt>
                <c:pt idx="5">
                  <c:v>45838</c:v>
                </c:pt>
                <c:pt idx="6">
                  <c:v>45869</c:v>
                </c:pt>
                <c:pt idx="7">
                  <c:v>45900</c:v>
                </c:pt>
                <c:pt idx="8">
                  <c:v>45930</c:v>
                </c:pt>
                <c:pt idx="9">
                  <c:v>45961</c:v>
                </c:pt>
                <c:pt idx="10">
                  <c:v>45991</c:v>
                </c:pt>
                <c:pt idx="11">
                  <c:v>46022</c:v>
                </c:pt>
                <c:pt idx="12">
                  <c:v>46053</c:v>
                </c:pt>
                <c:pt idx="13">
                  <c:v>46081</c:v>
                </c:pt>
                <c:pt idx="14">
                  <c:v>46112</c:v>
                </c:pt>
                <c:pt idx="15">
                  <c:v>46142</c:v>
                </c:pt>
                <c:pt idx="16">
                  <c:v>46173</c:v>
                </c:pt>
                <c:pt idx="17">
                  <c:v>46203</c:v>
                </c:pt>
              </c:numCache>
            </c:numRef>
          </c:cat>
          <c:val>
            <c:numRef>
              <c:f>Sheet1!$B$26:$B$43</c:f>
              <c:numCache>
                <c:formatCode>0.0</c:formatCode>
                <c:ptCount val="18"/>
                <c:pt idx="0">
                  <c:v>21.136363636363637</c:v>
                </c:pt>
                <c:pt idx="1">
                  <c:v>16.5</c:v>
                </c:pt>
                <c:pt idx="2">
                  <c:v>16.904761904761905</c:v>
                </c:pt>
                <c:pt idx="3">
                  <c:v>18.318181818181817</c:v>
                </c:pt>
                <c:pt idx="4">
                  <c:v>19.285714285714285</c:v>
                </c:pt>
                <c:pt idx="5">
                  <c:v>18.333333333333332</c:v>
                </c:pt>
                <c:pt idx="6">
                  <c:v>17.045454545454547</c:v>
                </c:pt>
                <c:pt idx="7">
                  <c:v>19.19047619047619</c:v>
                </c:pt>
                <c:pt idx="8">
                  <c:v>23.047619047619047</c:v>
                </c:pt>
                <c:pt idx="9">
                  <c:v>20.434782608695652</c:v>
                </c:pt>
                <c:pt idx="10">
                  <c:v>21.94736842105263</c:v>
                </c:pt>
                <c:pt idx="11">
                  <c:v>23.272727272727273</c:v>
                </c:pt>
                <c:pt idx="12">
                  <c:v>19.571428571428573</c:v>
                </c:pt>
                <c:pt idx="13">
                  <c:v>20.25</c:v>
                </c:pt>
                <c:pt idx="14">
                  <c:v>22.636363636363637</c:v>
                </c:pt>
                <c:pt idx="15">
                  <c:v>19.636363636363637</c:v>
                </c:pt>
                <c:pt idx="16">
                  <c:v>21.15</c:v>
                </c:pt>
                <c:pt idx="17">
                  <c:v>20.866666666666667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F-C6D9-4B74-8F65-891C4A4466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589895248"/>
        <c:axId val="1589887568"/>
      </c:lineChart>
      <c:dateAx>
        <c:axId val="1792554944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cap="all" spc="120" normalizeH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0044528"/>
        <c:crosses val="autoZero"/>
        <c:auto val="1"/>
        <c:lblOffset val="100"/>
        <c:baseTimeUnit val="months"/>
      </c:dateAx>
      <c:valAx>
        <c:axId val="1790044528"/>
        <c:scaling>
          <c:orientation val="minMax"/>
          <c:max val="30"/>
          <c:min val="5"/>
        </c:scaling>
        <c:delete val="1"/>
        <c:axPos val="l"/>
        <c:numFmt formatCode="0.0" sourceLinked="1"/>
        <c:majorTickMark val="out"/>
        <c:minorTickMark val="none"/>
        <c:tickLblPos val="nextTo"/>
        <c:crossAx val="1792554944"/>
        <c:crosses val="autoZero"/>
        <c:crossBetween val="between"/>
      </c:valAx>
      <c:valAx>
        <c:axId val="1589887568"/>
        <c:scaling>
          <c:orientation val="minMax"/>
        </c:scaling>
        <c:delete val="1"/>
        <c:axPos val="r"/>
        <c:numFmt formatCode="0.0" sourceLinked="1"/>
        <c:majorTickMark val="out"/>
        <c:minorTickMark val="none"/>
        <c:tickLblPos val="nextTo"/>
        <c:crossAx val="1589895248"/>
        <c:crosses val="max"/>
        <c:crossBetween val="between"/>
      </c:valAx>
      <c:dateAx>
        <c:axId val="1589895248"/>
        <c:scaling>
          <c:orientation val="minMax"/>
        </c:scaling>
        <c:delete val="1"/>
        <c:axPos val="b"/>
        <c:numFmt formatCode="mmm\-yy" sourceLinked="1"/>
        <c:majorTickMark val="out"/>
        <c:minorTickMark val="none"/>
        <c:tickLblPos val="nextTo"/>
        <c:crossAx val="1589887568"/>
        <c:crosses val="autoZero"/>
        <c:auto val="1"/>
        <c:lblOffset val="100"/>
        <c:baseTimeUnit val="months"/>
      </c:dateAx>
      <c:spPr>
        <a:noFill/>
        <a:ln w="25400">
          <a:noFill/>
        </a:ln>
        <a:effectLst/>
      </c:spPr>
    </c:plotArea>
    <c:legend>
      <c:legendPos val="t"/>
      <c:layout>
        <c:manualLayout>
          <c:xMode val="edge"/>
          <c:yMode val="edge"/>
          <c:x val="0.19186961260989921"/>
          <c:y val="4.4870167362028673E-2"/>
          <c:w val="0.64043500709952239"/>
          <c:h val="9.849081364829395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200" b="1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12700">
      <a:solidFill>
        <a:srgbClr val="000000"/>
      </a:solidFill>
    </a:ln>
    <a:effectLst/>
  </c:spPr>
  <c:txPr>
    <a:bodyPr/>
    <a:lstStyle/>
    <a:p>
      <a:pPr>
        <a:defRPr lang="en-US" sz="1197" b="0" i="0" u="none" strike="noStrike" kern="1200" baseline="0">
          <a:solidFill>
            <a:schemeClr val="dk1"/>
          </a:solidFill>
          <a:latin typeface="+mn-lt"/>
          <a:ea typeface="+mn-ea"/>
          <a:cs typeface="+mn-cs"/>
        </a:defRPr>
      </a:pPr>
      <a:endParaRPr lang="en-US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2.9681321827883689E-2"/>
          <c:y val="2.548277345097321E-2"/>
          <c:w val="0.95713446669566982"/>
          <c:h val="0.73192037961244283"/>
        </c:manualLayout>
      </c:layout>
      <c:lineChart>
        <c:grouping val="standar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 Budget</c:v>
                </c:pt>
              </c:strCache>
            </c:strRef>
          </c:tx>
          <c:spPr>
            <a:ln w="12700" cap="rnd">
              <a:solidFill>
                <a:srgbClr val="FFB71B">
                  <a:lumMod val="75000"/>
                </a:srgbClr>
              </a:solidFill>
              <a:prstDash val="solid"/>
              <a:round/>
            </a:ln>
            <a:effectLst/>
          </c:spPr>
          <c:marker>
            <c:symbol val="square"/>
            <c:size val="4"/>
            <c:spPr>
              <a:solidFill>
                <a:srgbClr val="FFB71B">
                  <a:lumMod val="75000"/>
                </a:srgbClr>
              </a:solidFill>
              <a:ln w="3175">
                <a:solidFill>
                  <a:srgbClr val="FFB71B">
                    <a:lumMod val="75000"/>
                  </a:srgbClr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layout>
                <c:manualLayout>
                  <c:x val="-1.1349828894626759E-2"/>
                  <c:y val="6.534535276199879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385-48D7-AB12-095C8A531751}"/>
                </c:ext>
              </c:extLst>
            </c:dLbl>
            <c:dLbl>
              <c:idx val="1"/>
              <c:layout>
                <c:manualLayout>
                  <c:x val="-1.3619794673552111E-2"/>
                  <c:y val="6.489497149134947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0FC-4384-9F67-A99F6CFC7D62}"/>
                </c:ext>
              </c:extLst>
            </c:dLbl>
            <c:dLbl>
              <c:idx val="2"/>
              <c:layout>
                <c:manualLayout>
                  <c:x val="-1.1349828894626759E-2"/>
                  <c:y val="6.489497149134941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0FC-4384-9F67-A99F6CFC7D62}"/>
                </c:ext>
              </c:extLst>
            </c:dLbl>
            <c:dLbl>
              <c:idx val="3"/>
              <c:layout>
                <c:manualLayout>
                  <c:x val="-5.6749144473135487E-3"/>
                  <c:y val="7.030288578229519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5011819908422072E-2"/>
                      <c:h val="4.9131114243253934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6-10FC-4384-9F67-A99F6CFC7D62}"/>
                </c:ext>
              </c:extLst>
            </c:dLbl>
            <c:dLbl>
              <c:idx val="4"/>
              <c:layout>
                <c:manualLayout>
                  <c:x val="-9.0798631157015738E-3"/>
                  <c:y val="0.10275037152796994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A63-4DA1-852A-48665D360F02}"/>
                </c:ext>
              </c:extLst>
            </c:dLbl>
            <c:dLbl>
              <c:idx val="5"/>
              <c:layout>
                <c:manualLayout>
                  <c:x val="-2.4969623568178868E-2"/>
                  <c:y val="6.489497149134951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B6F-4BF8-8EC7-137897302767}"/>
                </c:ext>
              </c:extLst>
            </c:dLbl>
            <c:spPr>
              <a:solidFill>
                <a:srgbClr val="FFFFFF"/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6576" tIns="18288" rIns="36576" bIns="18288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rgbClr val="ECAB1E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  <a:noFill/>
                  <a:ln>
                    <a:noFill/>
                  </a:ln>
                </c15:spPr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Sheet1!$A$14:$A$19</c:f>
              <c:strCache>
                <c:ptCount val="6"/>
                <c:pt idx="0">
                  <c:v>Q1' 25</c:v>
                </c:pt>
                <c:pt idx="1">
                  <c:v>Q2' 25</c:v>
                </c:pt>
                <c:pt idx="2">
                  <c:v>Q3' 25</c:v>
                </c:pt>
                <c:pt idx="3">
                  <c:v>Q4' 25</c:v>
                </c:pt>
                <c:pt idx="4">
                  <c:v>Q1' 26</c:v>
                </c:pt>
                <c:pt idx="5">
                  <c:v>Q2' 26</c:v>
                </c:pt>
              </c:strCache>
            </c:strRef>
          </c:cat>
          <c:val>
            <c:numRef>
              <c:f>Sheet1!$B$14:$B$19</c:f>
              <c:numCache>
                <c:formatCode>0.0</c:formatCode>
                <c:ptCount val="6"/>
                <c:pt idx="0">
                  <c:v>17.010886304904115</c:v>
                </c:pt>
                <c:pt idx="1">
                  <c:v>16.449059222664189</c:v>
                </c:pt>
                <c:pt idx="2">
                  <c:v>16.025034401714006</c:v>
                </c:pt>
                <c:pt idx="3">
                  <c:v>17.429731414566195</c:v>
                </c:pt>
                <c:pt idx="4">
                  <c:v>19.49206349206349</c:v>
                </c:pt>
                <c:pt idx="5">
                  <c:v>19.5625</c:v>
                </c:pt>
              </c:numCache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8-ED20-499A-8FC3-5D7792F5C431}"/>
            </c:ext>
          </c:extLst>
        </c:ser>
        <c:ser>
          <c:idx val="0"/>
          <c:order val="1"/>
          <c:tx>
            <c:strRef>
              <c:f>Sheet1!$C$1</c:f>
              <c:strCache>
                <c:ptCount val="1"/>
                <c:pt idx="0">
                  <c:v>Daily Avg. Actuals</c:v>
                </c:pt>
              </c:strCache>
            </c:strRef>
          </c:tx>
          <c:spPr>
            <a:ln w="28575" cap="rnd">
              <a:solidFill>
                <a:srgbClr val="00859D"/>
              </a:solidFill>
              <a:prstDash val="solid"/>
              <a:round/>
            </a:ln>
            <a:effectLst/>
          </c:spPr>
          <c:marker>
            <c:symbol val="triangle"/>
            <c:size val="6"/>
            <c:spPr>
              <a:solidFill>
                <a:srgbClr val="00859D"/>
              </a:solidFill>
              <a:ln w="28575">
                <a:solidFill>
                  <a:srgbClr val="00859D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layout>
                <c:manualLayout>
                  <c:x val="-2.9196764565941599E-2"/>
                  <c:y val="-6.728509927993836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7385-48D7-AB12-095C8A531751}"/>
                </c:ext>
              </c:extLst>
            </c:dLbl>
            <c:dLbl>
              <c:idx val="1"/>
              <c:layout>
                <c:manualLayout>
                  <c:x val="-4.2816559239493547E-2"/>
                  <c:y val="-7.778624686490008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0FC-4384-9F67-A99F6CFC7D62}"/>
                </c:ext>
              </c:extLst>
            </c:dLbl>
            <c:dLbl>
              <c:idx val="2"/>
              <c:layout>
                <c:manualLayout>
                  <c:x val="-5.8706319691971091E-2"/>
                  <c:y val="-5.074667541017115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0FC-4384-9F67-A99F6CFC7D62}"/>
                </c:ext>
              </c:extLst>
            </c:dLbl>
            <c:dLbl>
              <c:idx val="3"/>
              <c:layout>
                <c:manualLayout>
                  <c:x val="-5.4166388134120301E-2"/>
                  <c:y val="-5.615458970111695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0FC-4384-9F67-A99F6CFC7D62}"/>
                </c:ext>
              </c:extLst>
            </c:dLbl>
            <c:dLbl>
              <c:idx val="4"/>
              <c:layout>
                <c:manualLayout>
                  <c:x val="-2.80818002723244E-2"/>
                  <c:y val="-6.697041828300852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0FC-4384-9F67-A99F6CFC7D62}"/>
                </c:ext>
              </c:extLst>
            </c:dLbl>
            <c:dLbl>
              <c:idx val="5"/>
              <c:layout>
                <c:manualLayout>
                  <c:x val="-4.0712819301072171E-2"/>
                  <c:y val="-6.156250399206271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6576" tIns="18288" rIns="36576" bIns="18288" anchor="ctr" anchorCtr="1">
                  <a:spAutoFit/>
                </a:bodyPr>
                <a:lstStyle/>
                <a:p>
                  <a:pPr>
                    <a:defRPr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borderCallout1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1-CA63-4DA1-852A-48665D360F0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6576" tIns="18288" rIns="36576" bIns="18288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borderCallout1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Sheet1!$A$14:$A$19</c:f>
              <c:strCache>
                <c:ptCount val="6"/>
                <c:pt idx="0">
                  <c:v>Q1' 25</c:v>
                </c:pt>
                <c:pt idx="1">
                  <c:v>Q2' 25</c:v>
                </c:pt>
                <c:pt idx="2">
                  <c:v>Q3' 25</c:v>
                </c:pt>
                <c:pt idx="3">
                  <c:v>Q4' 25</c:v>
                </c:pt>
                <c:pt idx="4">
                  <c:v>Q1' 26</c:v>
                </c:pt>
                <c:pt idx="5">
                  <c:v>Q2' 26</c:v>
                </c:pt>
              </c:strCache>
            </c:strRef>
          </c:cat>
          <c:val>
            <c:numRef>
              <c:f>Sheet1!$C$14:$C$19</c:f>
              <c:numCache>
                <c:formatCode>0.0</c:formatCode>
                <c:ptCount val="6"/>
                <c:pt idx="0">
                  <c:v>18.253968253968253</c:v>
                </c:pt>
                <c:pt idx="1">
                  <c:v>18.571428571428573</c:v>
                </c:pt>
                <c:pt idx="2">
                  <c:v>19.71875</c:v>
                </c:pt>
                <c:pt idx="3">
                  <c:v>21.859375</c:v>
                </c:pt>
                <c:pt idx="4">
                  <c:v>20.857142857142858</c:v>
                </c:pt>
                <c:pt idx="5">
                  <c:v>20.491228070175438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2-ED20-499A-8FC3-5D7792F5C4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92554944"/>
        <c:axId val="1790044528"/>
        <c:extLst/>
      </c:lineChart>
      <c:catAx>
        <c:axId val="17925549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800" b="1" i="0" u="none" strike="noStrike" kern="1200" cap="all" spc="120" normalizeH="0" baseline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790044528"/>
        <c:crosses val="autoZero"/>
        <c:auto val="1"/>
        <c:lblAlgn val="ctr"/>
        <c:lblOffset val="100"/>
        <c:noMultiLvlLbl val="1"/>
      </c:catAx>
      <c:valAx>
        <c:axId val="1790044528"/>
        <c:scaling>
          <c:orientation val="minMax"/>
          <c:max val="30"/>
        </c:scaling>
        <c:delete val="1"/>
        <c:axPos val="l"/>
        <c:numFmt formatCode="0.0" sourceLinked="1"/>
        <c:majorTickMark val="out"/>
        <c:minorTickMark val="none"/>
        <c:tickLblPos val="nextTo"/>
        <c:crossAx val="1792554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18778694065451515"/>
          <c:y val="1.8481929694574791E-2"/>
          <c:w val="0.6580561085494061"/>
          <c:h val="9.846952951346010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baseline="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12700">
      <a:solidFill>
        <a:srgbClr val="000000"/>
      </a:solidFill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7883219795854946"/>
          <c:y val="0.25937660611157687"/>
          <c:w val="0.27253002136103516"/>
          <c:h val="0.5502922847579073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B8F4FF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859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036-489D-91EA-ECC589AC910C}"/>
              </c:ext>
            </c:extLst>
          </c:dPt>
          <c:dPt>
            <c:idx val="1"/>
            <c:invertIfNegative val="0"/>
            <c:bubble3D val="0"/>
            <c:spPr>
              <a:solidFill>
                <a:srgbClr val="B8F4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036-489D-91EA-ECC589AC910C}"/>
              </c:ext>
            </c:extLst>
          </c:dPt>
          <c:dLbls>
            <c:dLbl>
              <c:idx val="0"/>
              <c:layout>
                <c:manualLayout>
                  <c:x val="1.576701263889631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036-489D-91EA-ECC589AC910C}"/>
                </c:ext>
              </c:extLst>
            </c:dLbl>
            <c:dLbl>
              <c:idx val="1"/>
              <c:layout>
                <c:manualLayout>
                  <c:x val="8.2438648386060683E-3"/>
                  <c:y val="-4.902374804896626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036-489D-91EA-ECC589AC91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Net Sales (MTD)</c:v>
                </c:pt>
                <c:pt idx="1">
                  <c:v>Gross Sales (MTD)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2.2959902966000003</c:v>
                </c:pt>
                <c:pt idx="1">
                  <c:v>2.9026426000000001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036-489D-91EA-ECC589AC91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 (Balance to Go)</c:v>
                </c:pt>
              </c:strCache>
            </c:strRef>
          </c:tx>
          <c:spPr>
            <a:solidFill>
              <a:srgbClr val="C9E3B8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3D0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4036-489D-91EA-ECC589AC910C}"/>
              </c:ext>
            </c:extLst>
          </c:dPt>
          <c:dLbls>
            <c:dLbl>
              <c:idx val="0"/>
              <c:layout>
                <c:manualLayout>
                  <c:x val="2.2599498323235833E-2"/>
                  <c:y val="-1.1958704191568352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2.8(0.5)</a:t>
                    </a:r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4036-489D-91EA-ECC589AC910C}"/>
                </c:ext>
              </c:extLst>
            </c:dLbl>
            <c:dLbl>
              <c:idx val="1"/>
              <c:layout>
                <c:manualLayout>
                  <c:x val="2.3773243224668714E-2"/>
                  <c:y val="-1.0563985257753492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3.5(0.6)</a:t>
                    </a:r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4036-489D-91EA-ECC589AC91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Net Sales (MTD)</c:v>
                </c:pt>
                <c:pt idx="1">
                  <c:v>Gross Sales (MTD)</c:v>
                </c:pt>
              </c:strCache>
            </c:strRef>
          </c:cat>
          <c:val>
            <c:numRef>
              <c:f>Sheet1!$C$2:$C$3</c:f>
              <c:numCache>
                <c:formatCode>0.0</c:formatCode>
                <c:ptCount val="2"/>
                <c:pt idx="0">
                  <c:v>0.50400970339999951</c:v>
                </c:pt>
                <c:pt idx="1">
                  <c:v>0.59735739999999993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Sheet1!$S$3:$S$4</c15:f>
                <c15:dlblRangeCache>
                  <c:ptCount val="2"/>
                  <c:pt idx="0">
                    <c:v>2.8 (0.5040097034)</c:v>
                  </c:pt>
                  <c:pt idx="1">
                    <c:v>3.5 (0.5973574)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8-4036-489D-91EA-ECC589AC91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1190785167"/>
        <c:axId val="1190788047"/>
      </c:barChart>
      <c:catAx>
        <c:axId val="11907851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0788047"/>
        <c:crosses val="autoZero"/>
        <c:auto val="1"/>
        <c:lblAlgn val="ctr"/>
        <c:lblOffset val="100"/>
        <c:noMultiLvlLbl val="0"/>
      </c:catAx>
      <c:valAx>
        <c:axId val="1190788047"/>
        <c:scaling>
          <c:orientation val="minMax"/>
        </c:scaling>
        <c:delete val="1"/>
        <c:axPos val="b"/>
        <c:numFmt formatCode="0.0" sourceLinked="1"/>
        <c:majorTickMark val="none"/>
        <c:minorTickMark val="none"/>
        <c:tickLblPos val="nextTo"/>
        <c:crossAx val="11907851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42708104790694518"/>
          <c:y val="0.12281443500407635"/>
          <c:w val="0.50374144521808817"/>
          <c:h val="0.1276741852540920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>
        <c:manualLayout>
          <c:layoutTarget val="inner"/>
          <c:xMode val="edge"/>
          <c:yMode val="edge"/>
          <c:x val="2.7095094097602076E-2"/>
          <c:y val="5.4464751584981451E-2"/>
          <c:w val="0.95414676383482722"/>
          <c:h val="0.56055363686583093"/>
        </c:manualLayout>
      </c:layout>
      <c:barChart>
        <c:barDir val="col"/>
        <c:grouping val="clustered"/>
        <c:varyColors val="0"/>
        <c:ser>
          <c:idx val="2"/>
          <c:order val="0"/>
          <c:tx>
            <c:strRef>
              <c:f>Sheet1!$R$1</c:f>
              <c:strCache>
                <c:ptCount val="1"/>
                <c:pt idx="0">
                  <c:v>May-26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5="http://schemas.microsoft.com/office/drawing/2012/chart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Total-DoH</c:v>
                </c:pt>
                <c:pt idx="1">
                  <c:v>Mckesson Specialty-DoH</c:v>
                </c:pt>
                <c:pt idx="2">
                  <c:v>Mckesson Plasma And Biologics-DoH</c:v>
                </c:pt>
                <c:pt idx="3">
                  <c:v>Cencora-DoH</c:v>
                </c:pt>
              </c:strCache>
            </c:strRef>
          </c:cat>
          <c:val>
            <c:numRef>
              <c:f>Sheet1!$R$2:$R$5</c:f>
              <c:numCache>
                <c:formatCode>0</c:formatCode>
                <c:ptCount val="4"/>
                <c:pt idx="0">
                  <c:v>14</c:v>
                </c:pt>
                <c:pt idx="1">
                  <c:v>0</c:v>
                </c:pt>
                <c:pt idx="2">
                  <c:v>28</c:v>
                </c:pt>
                <c:pt idx="3">
                  <c:v>2</c:v>
                </c:pt>
              </c:numCache>
            </c:numRef>
          </c:val>
          <c:extLst xmlns:c15="http://schemas.microsoft.com/office/drawing/2012/chart">
            <c:ext xmlns:c16="http://schemas.microsoft.com/office/drawing/2014/chart" uri="{C3380CC4-5D6E-409C-BE32-E72D297353CC}">
              <c16:uniqueId val="{00000000-18A1-4677-BCC9-3A4811ACD23F}"/>
            </c:ext>
          </c:extLst>
        </c:ser>
        <c:ser>
          <c:idx val="0"/>
          <c:order val="1"/>
          <c:tx>
            <c:strRef>
              <c:f>Sheet1!$S$1</c:f>
              <c:strCache>
                <c:ptCount val="1"/>
                <c:pt idx="0">
                  <c:v>Jun-26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Total-DoH</c:v>
                </c:pt>
                <c:pt idx="1">
                  <c:v>Mckesson Specialty-DoH</c:v>
                </c:pt>
                <c:pt idx="2">
                  <c:v>Mckesson Plasma And Biologics-DoH</c:v>
                </c:pt>
                <c:pt idx="3">
                  <c:v>Cencora-DoH</c:v>
                </c:pt>
              </c:strCache>
            </c:strRef>
          </c:cat>
          <c:val>
            <c:numRef>
              <c:f>Sheet1!$S$2:$S$5</c:f>
              <c:numCache>
                <c:formatCode>General</c:formatCode>
                <c:ptCount val="4"/>
                <c:pt idx="0">
                  <c:v>13</c:v>
                </c:pt>
                <c:pt idx="1">
                  <c:v>2</c:v>
                </c:pt>
                <c:pt idx="2">
                  <c:v>22</c:v>
                </c:pt>
                <c:pt idx="3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8A1-4677-BCC9-3A4811ACD23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2143101151"/>
        <c:axId val="187503696"/>
        <c:extLst/>
      </c:barChart>
      <c:catAx>
        <c:axId val="21431011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7503696"/>
        <c:crosses val="autoZero"/>
        <c:auto val="1"/>
        <c:lblAlgn val="ctr"/>
        <c:lblOffset val="100"/>
        <c:noMultiLvlLbl val="0"/>
      </c:catAx>
      <c:valAx>
        <c:axId val="187503696"/>
        <c:scaling>
          <c:orientation val="minMax"/>
          <c:max val="90"/>
          <c:min val="0"/>
        </c:scaling>
        <c:delete val="1"/>
        <c:axPos val="l"/>
        <c:numFmt formatCode="0" sourceLinked="1"/>
        <c:majorTickMark val="out"/>
        <c:minorTickMark val="none"/>
        <c:tickLblPos val="nextTo"/>
        <c:crossAx val="21431011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12700">
      <a:solidFill>
        <a:schemeClr val="bg1">
          <a:lumMod val="65000"/>
        </a:schemeClr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526351765588138E-2"/>
          <c:y val="1.3114843686458832E-2"/>
          <c:w val="0.94564182864681123"/>
          <c:h val="0.579480088834182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R8W % Growth</c:v>
                </c:pt>
              </c:strCache>
            </c:strRef>
          </c:tx>
          <c:spPr>
            <a:solidFill>
              <a:schemeClr val="accent1"/>
            </a:solidFill>
            <a:ln w="34925">
              <a:solidFill>
                <a:schemeClr val="accent1"/>
              </a:solidFill>
            </a:ln>
            <a:effectLst/>
          </c:spPr>
          <c:invertIfNegative val="0"/>
          <c:dLbls>
            <c:dLbl>
              <c:idx val="1"/>
              <c:layout>
                <c:manualLayout>
                  <c:x val="-1.0914051841746249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2A5-4BF6-B6C1-89E309EF9DD0}"/>
                </c:ext>
              </c:extLst>
            </c:dLbl>
            <c:dLbl>
              <c:idx val="2"/>
              <c:layout>
                <c:manualLayout>
                  <c:x val="2.1828103683492498E-3"/>
                  <c:y val="2.0278262371919961E-7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2A5-4BF6-B6C1-89E309EF9DD0}"/>
                </c:ext>
              </c:extLst>
            </c:dLbl>
            <c:dLbl>
              <c:idx val="4"/>
              <c:layout>
                <c:manualLayout>
                  <c:x val="-3.2742155525238743E-3"/>
                  <c:y val="2.0421908460020643E-7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F2A5-4BF6-B6C1-89E309EF9DD0}"/>
                </c:ext>
              </c:extLst>
            </c:dLbl>
            <c:dLbl>
              <c:idx val="6"/>
              <c:layout>
                <c:manualLayout>
                  <c:x val="3.2275148204305329E-3"/>
                  <c:y val="4.184791298383614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3.4682869470734096E-2"/>
                      <c:h val="4.7918619487441777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2A5-4BF6-B6C1-89E309EF9DD0}"/>
                </c:ext>
              </c:extLst>
            </c:dLbl>
            <c:dLbl>
              <c:idx val="11"/>
              <c:layout>
                <c:manualLayout>
                  <c:x val="-2.1828103683492498E-3"/>
                  <c:y val="1.0375146374028935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2A5-4BF6-B6C1-89E309EF9DD0}"/>
                </c:ext>
              </c:extLst>
            </c:dLbl>
            <c:dLbl>
              <c:idx val="14"/>
              <c:layout>
                <c:manualLayout>
                  <c:x val="-3.2742155525237945E-3"/>
                  <c:y val="2.5935823744226215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2A5-4BF6-B6C1-89E309EF9DD0}"/>
                </c:ext>
              </c:extLst>
            </c:dLbl>
            <c:dLbl>
              <c:idx val="17"/>
              <c:layout>
                <c:manualLayout>
                  <c:x val="-3.2586473038586712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629-46F2-8274-EC25DC12A675}"/>
                </c:ext>
              </c:extLst>
            </c:dLbl>
            <c:dLbl>
              <c:idx val="19"/>
              <c:layout>
                <c:manualLayout>
                  <c:x val="-8.6897261436226989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EE7-44E9-B0DD-3297038D21E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50000"/>
                      </a:schemeClr>
                    </a:solidFill>
                    <a:latin typeface="Arial Nova" panose="020B05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Sheet1!$A$2:$A$26</c:f>
              <c:strCache>
                <c:ptCount val="25"/>
                <c:pt idx="0">
                  <c:v>TEXAS ONCOLOGY PA</c:v>
                </c:pt>
                <c:pt idx="1">
                  <c:v>MEMORIAL SLOAN KETTERING CANCER CENTER GROUP</c:v>
                </c:pt>
                <c:pt idx="2">
                  <c:v>STANFORD HEALTH CARE</c:v>
                </c:pt>
                <c:pt idx="3">
                  <c:v>WASHINGTON UNIVERSITY</c:v>
                </c:pt>
                <c:pt idx="4">
                  <c:v>DUKE HEALTH</c:v>
                </c:pt>
                <c:pt idx="5">
                  <c:v>UNIVERSITY OF TEXAS</c:v>
                </c:pt>
                <c:pt idx="6">
                  <c:v>NORTHWESTERN MEDICINE</c:v>
                </c:pt>
                <c:pt idx="7">
                  <c:v>EMORY HEALTHCARE</c:v>
                </c:pt>
                <c:pt idx="8">
                  <c:v>DANA FARBER CANCER INSTITUTE INC</c:v>
                </c:pt>
                <c:pt idx="9">
                  <c:v>UNC HEALTH</c:v>
                </c:pt>
                <c:pt idx="10">
                  <c:v>FLORIDA CANCER SPECIALISTS &amp; RESEARCH INSTITUTE LLC</c:v>
                </c:pt>
                <c:pt idx="11">
                  <c:v>VIRGINIA CANCER SPECIALISTS P.C.</c:v>
                </c:pt>
                <c:pt idx="12">
                  <c:v>NORTHEAST GEORGIA HEALTH SYSTEM INC</c:v>
                </c:pt>
                <c:pt idx="13">
                  <c:v>UPMC HEALTH</c:v>
                </c:pt>
                <c:pt idx="14">
                  <c:v>KAISER PERMANENTE</c:v>
                </c:pt>
                <c:pt idx="15">
                  <c:v>UMASS MEMORIAL HEALTH CARE</c:v>
                </c:pt>
                <c:pt idx="16">
                  <c:v>ADVOCATE AURORA HEALTH</c:v>
                </c:pt>
                <c:pt idx="17">
                  <c:v>NUVANCE HEALTH</c:v>
                </c:pt>
                <c:pt idx="18">
                  <c:v>MOUNT SINAI HEALTH SYSTEM</c:v>
                </c:pt>
                <c:pt idx="19">
                  <c:v>JOHNS HOPKINS MEDICINE</c:v>
                </c:pt>
                <c:pt idx="20">
                  <c:v>DARTMOUTH HEALTH</c:v>
                </c:pt>
                <c:pt idx="21">
                  <c:v>VIRGINIA ONCOLOGY ASSOCIATES</c:v>
                </c:pt>
                <c:pt idx="22">
                  <c:v>FORREST HEALTH</c:v>
                </c:pt>
                <c:pt idx="23">
                  <c:v>NORTH SHORE HEMATOLOGY ONCOLOGY ASSOCIATES PC</c:v>
                </c:pt>
                <c:pt idx="24">
                  <c:v>UNIVERSITY OF SOUTHERN CALIFORNIA</c:v>
                </c:pt>
              </c:strCache>
            </c:strRef>
          </c:cat>
          <c:val>
            <c:numRef>
              <c:f>Sheet1!$B$2:$B$26</c:f>
              <c:numCache>
                <c:formatCode>0%</c:formatCode>
                <c:ptCount val="25"/>
                <c:pt idx="0">
                  <c:v>-8.333333333333337E-2</c:v>
                </c:pt>
                <c:pt idx="1">
                  <c:v>4.0000000000000036E-2</c:v>
                </c:pt>
                <c:pt idx="2">
                  <c:v>-0.26315789473684215</c:v>
                </c:pt>
                <c:pt idx="3">
                  <c:v>0.8</c:v>
                </c:pt>
                <c:pt idx="4">
                  <c:v>0.16129032258064524</c:v>
                </c:pt>
                <c:pt idx="5">
                  <c:v>0.4285714285714286</c:v>
                </c:pt>
                <c:pt idx="6">
                  <c:v>-0.19999999999999996</c:v>
                </c:pt>
                <c:pt idx="7">
                  <c:v>-0.17391304347826086</c:v>
                </c:pt>
                <c:pt idx="8">
                  <c:v>1</c:v>
                </c:pt>
                <c:pt idx="9">
                  <c:v>-0.83333333333333337</c:v>
                </c:pt>
                <c:pt idx="10">
                  <c:v>-0.36363636363636365</c:v>
                </c:pt>
                <c:pt idx="11">
                  <c:v>0.25</c:v>
                </c:pt>
                <c:pt idx="12">
                  <c:v>0.11111111111111116</c:v>
                </c:pt>
                <c:pt idx="13">
                  <c:v>0.39999999999999991</c:v>
                </c:pt>
                <c:pt idx="14">
                  <c:v>-0.4</c:v>
                </c:pt>
                <c:pt idx="15">
                  <c:v>-0.7142857142857143</c:v>
                </c:pt>
                <c:pt idx="16">
                  <c:v>0</c:v>
                </c:pt>
                <c:pt idx="17">
                  <c:v>0.19999999999999996</c:v>
                </c:pt>
                <c:pt idx="18">
                  <c:v>-0.85714285714285721</c:v>
                </c:pt>
                <c:pt idx="19">
                  <c:v>0.99</c:v>
                </c:pt>
                <c:pt idx="20">
                  <c:v>0</c:v>
                </c:pt>
                <c:pt idx="21">
                  <c:v>1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2A5-4BF6-B6C1-89E309EF9DD0}"/>
            </c:ext>
          </c:extLst>
        </c:ser>
        <c:ser>
          <c:idx val="2"/>
          <c:order val="1"/>
          <c:tx>
            <c:strRef>
              <c:f>Sheet1!$D$1</c:f>
              <c:strCache>
                <c:ptCount val="1"/>
                <c:pt idx="0">
                  <c:v>R4W % Growth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4570259208731242E-3"/>
                  <c:y val="-2.3607004401180848E-1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2A5-4BF6-B6C1-89E309EF9DD0}"/>
                </c:ext>
              </c:extLst>
            </c:dLbl>
            <c:dLbl>
              <c:idx val="1"/>
              <c:layout>
                <c:manualLayout>
                  <c:x val="0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F2A5-4BF6-B6C1-89E309EF9DD0}"/>
                </c:ext>
              </c:extLst>
            </c:dLbl>
            <c:dLbl>
              <c:idx val="2"/>
              <c:layout>
                <c:manualLayout>
                  <c:x val="1.1069565021046728E-3"/>
                  <c:y val="7.822454782970854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 Nova" panose="020B05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3.7344098102218545E-2"/>
                      <c:h val="2.8940990674918343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9-F2A5-4BF6-B6C1-89E309EF9DD0}"/>
                </c:ext>
              </c:extLst>
            </c:dLbl>
            <c:dLbl>
              <c:idx val="5"/>
              <c:layout>
                <c:manualLayout>
                  <c:x val="6.5172946077170241E-3"/>
                  <c:y val="2.7110898303604916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ED-4FE7-B125-76938963EFFD}"/>
                </c:ext>
              </c:extLst>
            </c:dLbl>
            <c:dLbl>
              <c:idx val="8"/>
              <c:layout>
                <c:manualLayout>
                  <c:x val="4.3656207366984997E-3"/>
                  <c:y val="2.5937925399922819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F2A5-4BF6-B6C1-89E309EF9DD0}"/>
                </c:ext>
              </c:extLst>
            </c:dLbl>
            <c:dLbl>
              <c:idx val="9"/>
              <c:layout>
                <c:manualLayout>
                  <c:x val="8.1622272657605639E-3"/>
                  <c:y val="1.89779490199837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 Nova" panose="020B05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3.167952563674481E-2"/>
                      <c:h val="4.5207529657081288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B-F2A5-4BF6-B6C1-89E309EF9DD0}"/>
                </c:ext>
              </c:extLst>
            </c:dLbl>
            <c:dLbl>
              <c:idx val="10"/>
              <c:layout>
                <c:manualLayout>
                  <c:x val="6.5172946077169443E-3"/>
                  <c:y val="-1.0673582009293274E-7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 Nova" panose="020B05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3.9516529638124222E-2"/>
                      <c:h val="4.5207529657081288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B769-4004-A62D-F9CB3AB9E897}"/>
                </c:ext>
              </c:extLst>
            </c:dLbl>
            <c:dLbl>
              <c:idx val="12"/>
              <c:layout>
                <c:manualLayout>
                  <c:x val="6.5173373721172578E-3"/>
                  <c:y val="2.711303302000628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 Nova" panose="020B05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3.6257882334265704E-2"/>
                      <c:h val="3.4363170335639327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9A6B-40DB-B4E1-DD89CE1AA527}"/>
                </c:ext>
              </c:extLst>
            </c:dLbl>
            <c:dLbl>
              <c:idx val="13"/>
              <c:layout>
                <c:manualLayout>
                  <c:x val="7.6035103756698615E-3"/>
                  <c:y val="-8.133376226901568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 Nova" panose="020B05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2.865437195859585E-2"/>
                      <c:h val="3.9785349996360304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E5ED-4FE7-B125-76938963EFFD}"/>
                </c:ext>
              </c:extLst>
            </c:dLbl>
            <c:dLbl>
              <c:idx val="17"/>
              <c:layout>
                <c:manualLayout>
                  <c:x val="4.3448630718112696E-3"/>
                  <c:y val="5.422179660720983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629-46F2-8274-EC25DC12A675}"/>
                </c:ext>
              </c:extLst>
            </c:dLbl>
            <c:dLbl>
              <c:idx val="24"/>
              <c:layout>
                <c:manualLayout>
                  <c:x val="1.1948416211881524E-2"/>
                  <c:y val="3.2020746027879823E-7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 Nova" panose="020B05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3.7344098102218545E-2"/>
                      <c:h val="3.9785349996360304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B769-4004-A62D-F9CB3AB9E89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 Nova" panose="020B05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Sheet1!$A$2:$A$26</c:f>
              <c:strCache>
                <c:ptCount val="25"/>
                <c:pt idx="0">
                  <c:v>TEXAS ONCOLOGY PA</c:v>
                </c:pt>
                <c:pt idx="1">
                  <c:v>MEMORIAL SLOAN KETTERING CANCER CENTER GROUP</c:v>
                </c:pt>
                <c:pt idx="2">
                  <c:v>STANFORD HEALTH CARE</c:v>
                </c:pt>
                <c:pt idx="3">
                  <c:v>WASHINGTON UNIVERSITY</c:v>
                </c:pt>
                <c:pt idx="4">
                  <c:v>DUKE HEALTH</c:v>
                </c:pt>
                <c:pt idx="5">
                  <c:v>UNIVERSITY OF TEXAS</c:v>
                </c:pt>
                <c:pt idx="6">
                  <c:v>NORTHWESTERN MEDICINE</c:v>
                </c:pt>
                <c:pt idx="7">
                  <c:v>EMORY HEALTHCARE</c:v>
                </c:pt>
                <c:pt idx="8">
                  <c:v>DANA FARBER CANCER INSTITUTE INC</c:v>
                </c:pt>
                <c:pt idx="9">
                  <c:v>UNC HEALTH</c:v>
                </c:pt>
                <c:pt idx="10">
                  <c:v>FLORIDA CANCER SPECIALISTS &amp; RESEARCH INSTITUTE LLC</c:v>
                </c:pt>
                <c:pt idx="11">
                  <c:v>VIRGINIA CANCER SPECIALISTS P.C.</c:v>
                </c:pt>
                <c:pt idx="12">
                  <c:v>NORTHEAST GEORGIA HEALTH SYSTEM INC</c:v>
                </c:pt>
                <c:pt idx="13">
                  <c:v>UPMC HEALTH</c:v>
                </c:pt>
                <c:pt idx="14">
                  <c:v>KAISER PERMANENTE</c:v>
                </c:pt>
                <c:pt idx="15">
                  <c:v>UMASS MEMORIAL HEALTH CARE</c:v>
                </c:pt>
                <c:pt idx="16">
                  <c:v>ADVOCATE AURORA HEALTH</c:v>
                </c:pt>
                <c:pt idx="17">
                  <c:v>NUVANCE HEALTH</c:v>
                </c:pt>
                <c:pt idx="18">
                  <c:v>MOUNT SINAI HEALTH SYSTEM</c:v>
                </c:pt>
                <c:pt idx="19">
                  <c:v>JOHNS HOPKINS MEDICINE</c:v>
                </c:pt>
                <c:pt idx="20">
                  <c:v>DARTMOUTH HEALTH</c:v>
                </c:pt>
                <c:pt idx="21">
                  <c:v>VIRGINIA ONCOLOGY ASSOCIATES</c:v>
                </c:pt>
                <c:pt idx="22">
                  <c:v>FORREST HEALTH</c:v>
                </c:pt>
                <c:pt idx="23">
                  <c:v>NORTH SHORE HEMATOLOGY ONCOLOGY ASSOCIATES PC</c:v>
                </c:pt>
                <c:pt idx="24">
                  <c:v>UNIVERSITY OF SOUTHERN CALIFORNIA</c:v>
                </c:pt>
              </c:strCache>
            </c:strRef>
          </c:cat>
          <c:val>
            <c:numRef>
              <c:f>Sheet1!$D$2:$D$26</c:f>
              <c:numCache>
                <c:formatCode>0%</c:formatCode>
                <c:ptCount val="25"/>
                <c:pt idx="0">
                  <c:v>-0.4285714285714286</c:v>
                </c:pt>
                <c:pt idx="1">
                  <c:v>-0.375</c:v>
                </c:pt>
                <c:pt idx="2">
                  <c:v>-0.25</c:v>
                </c:pt>
                <c:pt idx="3">
                  <c:v>0.5714285714285714</c:v>
                </c:pt>
                <c:pt idx="4">
                  <c:v>-0.36363636363636365</c:v>
                </c:pt>
                <c:pt idx="5">
                  <c:v>1</c:v>
                </c:pt>
                <c:pt idx="6">
                  <c:v>1</c:v>
                </c:pt>
                <c:pt idx="7">
                  <c:v>-0.73333333333333339</c:v>
                </c:pt>
                <c:pt idx="8">
                  <c:v>0.66666666666666674</c:v>
                </c:pt>
                <c:pt idx="9">
                  <c:v>-1</c:v>
                </c:pt>
                <c:pt idx="10">
                  <c:v>1</c:v>
                </c:pt>
                <c:pt idx="11">
                  <c:v>0.5</c:v>
                </c:pt>
                <c:pt idx="12">
                  <c:v>0</c:v>
                </c:pt>
                <c:pt idx="13">
                  <c:v>1</c:v>
                </c:pt>
                <c:pt idx="14">
                  <c:v>-0.5</c:v>
                </c:pt>
                <c:pt idx="15">
                  <c:v>-1</c:v>
                </c:pt>
                <c:pt idx="16">
                  <c:v>0.5</c:v>
                </c:pt>
                <c:pt idx="17">
                  <c:v>0</c:v>
                </c:pt>
                <c:pt idx="18">
                  <c:v>-1</c:v>
                </c:pt>
                <c:pt idx="19">
                  <c:v>0.99</c:v>
                </c:pt>
                <c:pt idx="20">
                  <c:v>-0.33333333333333337</c:v>
                </c:pt>
                <c:pt idx="21">
                  <c:v>-0.25</c:v>
                </c:pt>
                <c:pt idx="22">
                  <c:v>1</c:v>
                </c:pt>
                <c:pt idx="23">
                  <c:v>-0.33333333333333337</c:v>
                </c:pt>
                <c:pt idx="2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F2A5-4BF6-B6C1-89E309EF9D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15"/>
        <c:overlap val="-10"/>
        <c:axId val="813670128"/>
        <c:axId val="659337936"/>
      </c:barChart>
      <c:catAx>
        <c:axId val="8136701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bg1">
                <a:lumMod val="9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75000"/>
                  </a:schemeClr>
                </a:solidFill>
                <a:latin typeface="Arial Nova" panose="020B0504020202020204" pitchFamily="34" charset="0"/>
                <a:ea typeface="+mn-ea"/>
                <a:cs typeface="+mn-cs"/>
              </a:defRPr>
            </a:pPr>
            <a:endParaRPr lang="en-US"/>
          </a:p>
        </c:txPr>
        <c:crossAx val="659337936"/>
        <c:crosses val="autoZero"/>
        <c:auto val="1"/>
        <c:lblAlgn val="ctr"/>
        <c:lblOffset val="100"/>
        <c:noMultiLvlLbl val="0"/>
      </c:catAx>
      <c:valAx>
        <c:axId val="659337936"/>
        <c:scaling>
          <c:orientation val="minMax"/>
          <c:max val="2"/>
          <c:min val="-1.5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50000"/>
                  </a:schemeClr>
                </a:solidFill>
                <a:latin typeface="Arial Nova" panose="020B0504020202020204" pitchFamily="34" charset="0"/>
                <a:ea typeface="+mn-ea"/>
                <a:cs typeface="+mn-cs"/>
              </a:defRPr>
            </a:pPr>
            <a:endParaRPr lang="en-US"/>
          </a:p>
        </c:txPr>
        <c:crossAx val="8136701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8933284635464221"/>
          <c:y val="4.7033697374273533E-3"/>
          <c:w val="0.19139852402487889"/>
          <c:h val="4.040331635455864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1" i="0" u="none" strike="noStrike" kern="1200" baseline="0">
              <a:solidFill>
                <a:schemeClr val="tx1">
                  <a:lumMod val="75000"/>
                </a:schemeClr>
              </a:solidFill>
              <a:latin typeface="Arial Nova" panose="020B05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 Nova" panose="020B0504020202020204" pitchFamily="34" charset="0"/>
        </a:defRPr>
      </a:pPr>
      <a:endParaRPr lang="en-US"/>
    </a:p>
  </c:txPr>
  <c:externalData r:id="rId3">
    <c:autoUpdate val="0"/>
  </c:externalData>
  <c:userShapes r:id="rId4"/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 b="1"/>
              <a:t>Central </a:t>
            </a:r>
            <a:r>
              <a:rPr lang="en-US" sz="1600" b="1" baseline="0"/>
              <a:t>Monthly </a:t>
            </a:r>
            <a:r>
              <a:rPr lang="en-US" sz="1600" b="1" i="0" u="none" strike="noStrike" kern="1200" spc="0" baseline="0">
                <a:solidFill>
                  <a:srgbClr val="000000">
                    <a:lumMod val="65000"/>
                    <a:lumOff val="35000"/>
                  </a:srgbClr>
                </a:solidFill>
              </a:rPr>
              <a:t>Daily Average</a:t>
            </a:r>
            <a:endParaRPr lang="en-US" sz="1600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2.1733198839755212E-2"/>
          <c:y val="0.21333333333333335"/>
          <c:w val="0.95170400257832177"/>
          <c:h val="0.67307874015748026"/>
        </c:manualLayout>
      </c:layou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central</c:v>
                </c:pt>
              </c:strCache>
            </c:strRef>
          </c:tx>
          <c:spPr>
            <a:ln w="28575" cap="rnd">
              <a:solidFill>
                <a:srgbClr val="92D050">
                  <a:alpha val="87000"/>
                </a:srgb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92D050"/>
              </a:solidFill>
              <a:ln w="9525">
                <a:solidFill>
                  <a:srgbClr val="92D050"/>
                </a:solidFill>
              </a:ln>
              <a:effectLst/>
            </c:spPr>
          </c:marker>
          <c:dLbls>
            <c:dLbl>
              <c:idx val="2"/>
              <c:layout>
                <c:manualLayout>
                  <c:x val="-3.8196049425439249E-2"/>
                  <c:y val="-4.933333333333338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BB1-4A1E-83DF-3B66BC0ACB28}"/>
                </c:ext>
              </c:extLst>
            </c:dLbl>
            <c:dLbl>
              <c:idx val="4"/>
              <c:layout>
                <c:manualLayout>
                  <c:x val="-3.5781249554355431E-2"/>
                  <c:y val="-7.711111111111115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BE6-4B96-84B7-75581C841243}"/>
                </c:ext>
              </c:extLst>
            </c:dLbl>
            <c:dLbl>
              <c:idx val="5"/>
              <c:layout>
                <c:manualLayout>
                  <c:x val="-3.3366449683271515E-2"/>
                  <c:y val="-4.377777777777777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BE6-4B96-84B7-75581C841243}"/>
                </c:ext>
              </c:extLst>
            </c:dLbl>
            <c:dLbl>
              <c:idx val="6"/>
              <c:layout>
                <c:manualLayout>
                  <c:x val="-4.0610849296523165E-2"/>
                  <c:y val="-6.600000000000000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BB1-4A1E-83DF-3B66BC0ACB28}"/>
                </c:ext>
              </c:extLst>
            </c:dLbl>
            <c:dLbl>
              <c:idx val="9"/>
              <c:layout>
                <c:manualLayout>
                  <c:x val="-4.0610849296523165E-2"/>
                  <c:y val="-9.377777777777777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BE6-4B96-84B7-75581C841243}"/>
                </c:ext>
              </c:extLst>
            </c:dLbl>
            <c:dLbl>
              <c:idx val="11"/>
              <c:layout>
                <c:manualLayout>
                  <c:x val="-4.5440449038691162E-2"/>
                  <c:y val="-9.933333333333338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BE6-4B96-84B7-75581C841243}"/>
                </c:ext>
              </c:extLst>
            </c:dLbl>
            <c:dLbl>
              <c:idx val="13"/>
              <c:layout>
                <c:manualLayout>
                  <c:x val="-3.6853839008905286E-2"/>
                  <c:y val="-9.377777777777777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66DF-474C-BA8C-F94E0C006FF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Sheet1!$A$26:$A$43</c:f>
              <c:numCache>
                <c:formatCode>mmm\-yy</c:formatCode>
                <c:ptCount val="18"/>
                <c:pt idx="0">
                  <c:v>45688</c:v>
                </c:pt>
                <c:pt idx="1">
                  <c:v>45716</c:v>
                </c:pt>
                <c:pt idx="2">
                  <c:v>45717</c:v>
                </c:pt>
                <c:pt idx="3">
                  <c:v>45777</c:v>
                </c:pt>
                <c:pt idx="4">
                  <c:v>45808</c:v>
                </c:pt>
                <c:pt idx="5">
                  <c:v>45838</c:v>
                </c:pt>
                <c:pt idx="6">
                  <c:v>45869</c:v>
                </c:pt>
                <c:pt idx="7">
                  <c:v>45900</c:v>
                </c:pt>
                <c:pt idx="8">
                  <c:v>45930</c:v>
                </c:pt>
                <c:pt idx="9">
                  <c:v>45961</c:v>
                </c:pt>
                <c:pt idx="10">
                  <c:v>45991</c:v>
                </c:pt>
                <c:pt idx="11">
                  <c:v>46022</c:v>
                </c:pt>
                <c:pt idx="12">
                  <c:v>46053</c:v>
                </c:pt>
                <c:pt idx="13">
                  <c:v>46081</c:v>
                </c:pt>
                <c:pt idx="14">
                  <c:v>46112</c:v>
                </c:pt>
                <c:pt idx="15">
                  <c:v>46142</c:v>
                </c:pt>
                <c:pt idx="16">
                  <c:v>46173</c:v>
                </c:pt>
                <c:pt idx="17">
                  <c:v>46203</c:v>
                </c:pt>
              </c:numCache>
            </c:numRef>
          </c:cat>
          <c:val>
            <c:numRef>
              <c:f>Sheet1!$C$26:$C$43</c:f>
              <c:numCache>
                <c:formatCode>0.0</c:formatCode>
                <c:ptCount val="18"/>
                <c:pt idx="0">
                  <c:v>8.6818181818181817</c:v>
                </c:pt>
                <c:pt idx="1">
                  <c:v>6.85</c:v>
                </c:pt>
                <c:pt idx="2">
                  <c:v>6.65</c:v>
                </c:pt>
                <c:pt idx="3">
                  <c:v>7.1818181818181817</c:v>
                </c:pt>
                <c:pt idx="4">
                  <c:v>7.8095238095238093</c:v>
                </c:pt>
                <c:pt idx="5">
                  <c:v>6.9047619047619051</c:v>
                </c:pt>
                <c:pt idx="6">
                  <c:v>6.2272727272727275</c:v>
                </c:pt>
                <c:pt idx="7">
                  <c:v>7.1904761904761907</c:v>
                </c:pt>
                <c:pt idx="8">
                  <c:v>9.6666666666666661</c:v>
                </c:pt>
                <c:pt idx="9">
                  <c:v>8.2173913043478262</c:v>
                </c:pt>
                <c:pt idx="10">
                  <c:v>7.2105263157894735</c:v>
                </c:pt>
                <c:pt idx="11">
                  <c:v>8.3636363636363633</c:v>
                </c:pt>
                <c:pt idx="12">
                  <c:v>6.7142857142857144</c:v>
                </c:pt>
                <c:pt idx="13">
                  <c:v>6.75</c:v>
                </c:pt>
                <c:pt idx="14">
                  <c:v>8.454545454545455</c:v>
                </c:pt>
                <c:pt idx="15">
                  <c:v>7.3636363636363633</c:v>
                </c:pt>
                <c:pt idx="16">
                  <c:v>8.15</c:v>
                </c:pt>
                <c:pt idx="17">
                  <c:v>7.666666666666667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EBB1-4A1E-83DF-3B66BC0ACB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098335"/>
        <c:axId val="1979750847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east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circle"/>
                  <c:size val="5"/>
                  <c:spPr>
                    <a:solidFill>
                      <a:schemeClr val="accent1"/>
                    </a:solidFill>
                    <a:ln w="9525">
                      <a:solidFill>
                        <a:schemeClr val="accent1"/>
                      </a:solidFill>
                    </a:ln>
                    <a:effectLst/>
                  </c:spPr>
                </c:marker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97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dLblPos val="t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numRef>
                    <c:extLst>
                      <c:ext uri="{02D57815-91ED-43cb-92C2-25804820EDAC}">
                        <c15:formulaRef>
                          <c15:sqref>Sheet1!$A$26:$A$43</c15:sqref>
                        </c15:formulaRef>
                      </c:ext>
                    </c:extLst>
                    <c:numCache>
                      <c:formatCode>mmm\-yy</c:formatCode>
                      <c:ptCount val="18"/>
                      <c:pt idx="0">
                        <c:v>45688</c:v>
                      </c:pt>
                      <c:pt idx="1">
                        <c:v>45716</c:v>
                      </c:pt>
                      <c:pt idx="2">
                        <c:v>45717</c:v>
                      </c:pt>
                      <c:pt idx="3">
                        <c:v>45777</c:v>
                      </c:pt>
                      <c:pt idx="4">
                        <c:v>45808</c:v>
                      </c:pt>
                      <c:pt idx="5">
                        <c:v>45838</c:v>
                      </c:pt>
                      <c:pt idx="6">
                        <c:v>45869</c:v>
                      </c:pt>
                      <c:pt idx="7">
                        <c:v>45900</c:v>
                      </c:pt>
                      <c:pt idx="8">
                        <c:v>45930</c:v>
                      </c:pt>
                      <c:pt idx="9">
                        <c:v>45961</c:v>
                      </c:pt>
                      <c:pt idx="10">
                        <c:v>45991</c:v>
                      </c:pt>
                      <c:pt idx="11">
                        <c:v>46022</c:v>
                      </c:pt>
                      <c:pt idx="12">
                        <c:v>46053</c:v>
                      </c:pt>
                      <c:pt idx="13">
                        <c:v>46081</c:v>
                      </c:pt>
                      <c:pt idx="14">
                        <c:v>46112</c:v>
                      </c:pt>
                      <c:pt idx="15">
                        <c:v>46142</c:v>
                      </c:pt>
                      <c:pt idx="16">
                        <c:v>46173</c:v>
                      </c:pt>
                      <c:pt idx="17">
                        <c:v>46203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Sheet1!$B$26:$B$42</c15:sqref>
                        </c15:formulaRef>
                      </c:ext>
                    </c:extLst>
                    <c:numCache>
                      <c:formatCode>0.0</c:formatCode>
                      <c:ptCount val="17"/>
                      <c:pt idx="0">
                        <c:v>7.3181818181818183</c:v>
                      </c:pt>
                      <c:pt idx="1">
                        <c:v>5.65</c:v>
                      </c:pt>
                      <c:pt idx="2">
                        <c:v>5.95</c:v>
                      </c:pt>
                      <c:pt idx="3">
                        <c:v>7.6818181818181817</c:v>
                      </c:pt>
                      <c:pt idx="4">
                        <c:v>7.5714285714285712</c:v>
                      </c:pt>
                      <c:pt idx="5">
                        <c:v>7.8571428571428568</c:v>
                      </c:pt>
                      <c:pt idx="6">
                        <c:v>7.5909090909090908</c:v>
                      </c:pt>
                      <c:pt idx="7">
                        <c:v>7.8095238095238093</c:v>
                      </c:pt>
                      <c:pt idx="8">
                        <c:v>8.9523809523809526</c:v>
                      </c:pt>
                      <c:pt idx="9">
                        <c:v>7.3043478260869561</c:v>
                      </c:pt>
                      <c:pt idx="10">
                        <c:v>9.8421052631578956</c:v>
                      </c:pt>
                      <c:pt idx="11">
                        <c:v>9.6818181818181817</c:v>
                      </c:pt>
                      <c:pt idx="12">
                        <c:v>8.9523809523809526</c:v>
                      </c:pt>
                      <c:pt idx="13">
                        <c:v>9.4</c:v>
                      </c:pt>
                      <c:pt idx="14">
                        <c:v>10.409090909090908</c:v>
                      </c:pt>
                      <c:pt idx="15">
                        <c:v>8.3636363636363633</c:v>
                      </c:pt>
                      <c:pt idx="16">
                        <c:v>8.3000000000000007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8-EBB1-4A1E-83DF-3B66BC0ACB28}"/>
                  </c:ext>
                </c:extLst>
              </c15:ser>
            </c15:filteredLineSeries>
            <c15:filteredLineSeries>
              <c15:ser>
                <c:idx val="2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Sheet1!$D$1</c15:sqref>
                        </c15:formulaRef>
                      </c:ext>
                    </c:extLst>
                    <c:strCache>
                      <c:ptCount val="1"/>
                      <c:pt idx="0">
                        <c:v>west</c:v>
                      </c:pt>
                    </c:strCache>
                  </c:strRef>
                </c:tx>
                <c:spPr>
                  <a:ln w="28575" cap="rnd">
                    <a:solidFill>
                      <a:schemeClr val="accent3"/>
                    </a:solidFill>
                    <a:round/>
                  </a:ln>
                  <a:effectLst/>
                </c:spPr>
                <c:marker>
                  <c:symbol val="circle"/>
                  <c:size val="5"/>
                  <c:spPr>
                    <a:solidFill>
                      <a:schemeClr val="accent3"/>
                    </a:solidFill>
                    <a:ln w="9525">
                      <a:solidFill>
                        <a:schemeClr val="accent3"/>
                      </a:solidFill>
                    </a:ln>
                    <a:effectLst/>
                  </c:spPr>
                </c:marker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97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dLblPos val="b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Sheet1!$A$26:$A$43</c15:sqref>
                        </c15:formulaRef>
                      </c:ext>
                    </c:extLst>
                    <c:numCache>
                      <c:formatCode>mmm\-yy</c:formatCode>
                      <c:ptCount val="18"/>
                      <c:pt idx="0">
                        <c:v>45688</c:v>
                      </c:pt>
                      <c:pt idx="1">
                        <c:v>45716</c:v>
                      </c:pt>
                      <c:pt idx="2">
                        <c:v>45717</c:v>
                      </c:pt>
                      <c:pt idx="3">
                        <c:v>45777</c:v>
                      </c:pt>
                      <c:pt idx="4">
                        <c:v>45808</c:v>
                      </c:pt>
                      <c:pt idx="5">
                        <c:v>45838</c:v>
                      </c:pt>
                      <c:pt idx="6">
                        <c:v>45869</c:v>
                      </c:pt>
                      <c:pt idx="7">
                        <c:v>45900</c:v>
                      </c:pt>
                      <c:pt idx="8">
                        <c:v>45930</c:v>
                      </c:pt>
                      <c:pt idx="9">
                        <c:v>45961</c:v>
                      </c:pt>
                      <c:pt idx="10">
                        <c:v>45991</c:v>
                      </c:pt>
                      <c:pt idx="11">
                        <c:v>46022</c:v>
                      </c:pt>
                      <c:pt idx="12">
                        <c:v>46053</c:v>
                      </c:pt>
                      <c:pt idx="13">
                        <c:v>46081</c:v>
                      </c:pt>
                      <c:pt idx="14">
                        <c:v>46112</c:v>
                      </c:pt>
                      <c:pt idx="15">
                        <c:v>46142</c:v>
                      </c:pt>
                      <c:pt idx="16">
                        <c:v>46173</c:v>
                      </c:pt>
                      <c:pt idx="17">
                        <c:v>46203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Sheet1!$D$26:$D$42</c15:sqref>
                        </c15:formulaRef>
                      </c:ext>
                    </c:extLst>
                    <c:numCache>
                      <c:formatCode>0.0</c:formatCode>
                      <c:ptCount val="17"/>
                      <c:pt idx="0">
                        <c:v>5.1363636363636367</c:v>
                      </c:pt>
                      <c:pt idx="1">
                        <c:v>4</c:v>
                      </c:pt>
                      <c:pt idx="2">
                        <c:v>3.5</c:v>
                      </c:pt>
                      <c:pt idx="3">
                        <c:v>3.4545454545454546</c:v>
                      </c:pt>
                      <c:pt idx="4">
                        <c:v>3.9047619047619047</c:v>
                      </c:pt>
                      <c:pt idx="5">
                        <c:v>3.5714285714285716</c:v>
                      </c:pt>
                      <c:pt idx="6">
                        <c:v>3.2272727272727271</c:v>
                      </c:pt>
                      <c:pt idx="7">
                        <c:v>4.1904761904761907</c:v>
                      </c:pt>
                      <c:pt idx="8">
                        <c:v>4.4285714285714288</c:v>
                      </c:pt>
                      <c:pt idx="9">
                        <c:v>4.9130434782608692</c:v>
                      </c:pt>
                      <c:pt idx="10">
                        <c:v>4.8947368421052628</c:v>
                      </c:pt>
                      <c:pt idx="11">
                        <c:v>4.8636363636363633</c:v>
                      </c:pt>
                      <c:pt idx="12">
                        <c:v>3.7142857142857144</c:v>
                      </c:pt>
                      <c:pt idx="13">
                        <c:v>3.5</c:v>
                      </c:pt>
                      <c:pt idx="14">
                        <c:v>3.7727272727272729</c:v>
                      </c:pt>
                      <c:pt idx="15">
                        <c:v>3.9090909090909092</c:v>
                      </c:pt>
                      <c:pt idx="16">
                        <c:v>4.7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EBB1-4A1E-83DF-3B66BC0ACB28}"/>
                  </c:ext>
                </c:extLst>
              </c15:ser>
            </c15:filteredLineSeries>
          </c:ext>
        </c:extLst>
      </c:lineChart>
      <c:dateAx>
        <c:axId val="111098335"/>
        <c:scaling>
          <c:orientation val="minMax"/>
          <c:min val="45658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9750847"/>
        <c:crosses val="autoZero"/>
        <c:auto val="1"/>
        <c:lblOffset val="100"/>
        <c:baseTimeUnit val="months"/>
      </c:dateAx>
      <c:valAx>
        <c:axId val="1979750847"/>
        <c:scaling>
          <c:orientation val="minMax"/>
          <c:max val="16"/>
        </c:scaling>
        <c:delete val="1"/>
        <c:axPos val="l"/>
        <c:numFmt formatCode="0.0" sourceLinked="1"/>
        <c:majorTickMark val="out"/>
        <c:minorTickMark val="none"/>
        <c:tickLblPos val="nextTo"/>
        <c:crossAx val="1110983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rgbClr val="00859D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 b="1"/>
              <a:t>West </a:t>
            </a:r>
            <a:r>
              <a:rPr lang="en-US" sz="1600" b="1" baseline="0"/>
              <a:t>Monthly </a:t>
            </a:r>
            <a:r>
              <a:rPr lang="en-US" sz="1600" b="1" i="0" u="none" strike="noStrike" kern="1200" spc="0" baseline="0">
                <a:solidFill>
                  <a:srgbClr val="000000">
                    <a:lumMod val="65000"/>
                    <a:lumOff val="35000"/>
                  </a:srgbClr>
                </a:solidFill>
              </a:rPr>
              <a:t>Daily Average</a:t>
            </a:r>
            <a:endParaRPr lang="en-US" sz="1600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1.4588562337386349E-2"/>
          <c:y val="0.21333333333333335"/>
          <c:w val="0.95866574004407201"/>
          <c:h val="0.53179615048118989"/>
        </c:manualLayout>
      </c:layou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ln w="28575" cap="rnd">
              <a:solidFill>
                <a:srgbClr val="FFC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C000"/>
              </a:solidFill>
              <a:ln w="9525">
                <a:solidFill>
                  <a:srgbClr val="FFC000"/>
                </a:solidFill>
              </a:ln>
              <a:effectLst/>
            </c:spPr>
          </c:marker>
          <c:dLbls>
            <c:dLbl>
              <c:idx val="3"/>
              <c:layout>
                <c:manualLayout>
                  <c:x val="-4.0890668106377898E-2"/>
                  <c:y val="-6.600000000000004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CF8-402C-BC16-5524907508FE}"/>
                </c:ext>
              </c:extLst>
            </c:dLbl>
            <c:dLbl>
              <c:idx val="10"/>
              <c:layout>
                <c:manualLayout>
                  <c:x val="-4.4537808690724393E-2"/>
                  <c:y val="-0.1021104549431321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2329728311957835E-2"/>
                      <c:h val="9.8666666666666653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CF8-402C-BC16-5524907508FE}"/>
                </c:ext>
              </c:extLst>
            </c:dLbl>
            <c:dLbl>
              <c:idx val="11"/>
              <c:layout>
                <c:manualLayout>
                  <c:x val="-3.1164959881453572E-2"/>
                  <c:y val="-9.37771216097988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5.9898301255726774E-2"/>
                      <c:h val="0.1264444444444444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5CF8-402C-BC16-5524907508FE}"/>
                </c:ext>
              </c:extLst>
            </c:dLbl>
            <c:dLbl>
              <c:idx val="12"/>
              <c:layout>
                <c:manualLayout>
                  <c:x val="-4.2858592414330487E-2"/>
                  <c:y val="-9.058311461067371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CF8-402C-BC16-5524907508FE}"/>
                </c:ext>
              </c:extLst>
            </c:dLbl>
            <c:dLbl>
              <c:idx val="13"/>
              <c:layout>
                <c:manualLayout>
                  <c:x val="-2.7389738612018908E-2"/>
                  <c:y val="-6.600000000000000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CF8-402C-BC16-5524907508FE}"/>
                </c:ext>
              </c:extLst>
            </c:dLbl>
            <c:dLbl>
              <c:idx val="14"/>
              <c:layout>
                <c:manualLayout>
                  <c:x val="-3.6174273970137658E-2"/>
                  <c:y val="-8.266666666666666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538-425E-8FBA-9914F899C5F7}"/>
                </c:ext>
              </c:extLst>
            </c:dLbl>
            <c:dLbl>
              <c:idx val="15"/>
              <c:layout>
                <c:manualLayout>
                  <c:x val="-3.4039978787234818E-2"/>
                  <c:y val="-7.711111111111115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039-4DB4-AC1D-360794E5010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5="http://schemas.microsoft.com/office/drawing/2012/chart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Sheet1!$A$26:$A$43</c:f>
              <c:numCache>
                <c:formatCode>mmm\-yy</c:formatCode>
                <c:ptCount val="18"/>
                <c:pt idx="0">
                  <c:v>45688</c:v>
                </c:pt>
                <c:pt idx="1">
                  <c:v>45716</c:v>
                </c:pt>
                <c:pt idx="2">
                  <c:v>45717</c:v>
                </c:pt>
                <c:pt idx="3">
                  <c:v>45777</c:v>
                </c:pt>
                <c:pt idx="4">
                  <c:v>45808</c:v>
                </c:pt>
                <c:pt idx="5">
                  <c:v>45838</c:v>
                </c:pt>
                <c:pt idx="6">
                  <c:v>45869</c:v>
                </c:pt>
                <c:pt idx="7">
                  <c:v>45900</c:v>
                </c:pt>
                <c:pt idx="8">
                  <c:v>45930</c:v>
                </c:pt>
                <c:pt idx="9">
                  <c:v>45961</c:v>
                </c:pt>
                <c:pt idx="10">
                  <c:v>45991</c:v>
                </c:pt>
                <c:pt idx="11">
                  <c:v>46022</c:v>
                </c:pt>
                <c:pt idx="12">
                  <c:v>46053</c:v>
                </c:pt>
                <c:pt idx="13">
                  <c:v>46081</c:v>
                </c:pt>
                <c:pt idx="14">
                  <c:v>46112</c:v>
                </c:pt>
                <c:pt idx="15">
                  <c:v>46142</c:v>
                </c:pt>
                <c:pt idx="16">
                  <c:v>46173</c:v>
                </c:pt>
                <c:pt idx="17">
                  <c:v>46203</c:v>
                </c:pt>
              </c:numCache>
            </c:numRef>
          </c:cat>
          <c:val>
            <c:numRef>
              <c:f>Sheet1!$D$26:$D$43</c:f>
              <c:numCache>
                <c:formatCode>0.0</c:formatCode>
                <c:ptCount val="18"/>
                <c:pt idx="0">
                  <c:v>5.1363636363636367</c:v>
                </c:pt>
                <c:pt idx="1">
                  <c:v>4</c:v>
                </c:pt>
                <c:pt idx="2">
                  <c:v>3.5</c:v>
                </c:pt>
                <c:pt idx="3">
                  <c:v>3.4545454545454546</c:v>
                </c:pt>
                <c:pt idx="4">
                  <c:v>3.9047619047619047</c:v>
                </c:pt>
                <c:pt idx="5">
                  <c:v>3.5714285714285716</c:v>
                </c:pt>
                <c:pt idx="6">
                  <c:v>3.2272727272727271</c:v>
                </c:pt>
                <c:pt idx="7">
                  <c:v>4.1904761904761907</c:v>
                </c:pt>
                <c:pt idx="8">
                  <c:v>4.4285714285714288</c:v>
                </c:pt>
                <c:pt idx="9">
                  <c:v>4.9130434782608692</c:v>
                </c:pt>
                <c:pt idx="10">
                  <c:v>4.8947368421052628</c:v>
                </c:pt>
                <c:pt idx="11">
                  <c:v>4.8636363636363633</c:v>
                </c:pt>
                <c:pt idx="12">
                  <c:v>3.7142857142857144</c:v>
                </c:pt>
                <c:pt idx="13">
                  <c:v>3.5</c:v>
                </c:pt>
                <c:pt idx="14">
                  <c:v>3.7727272727272729</c:v>
                </c:pt>
                <c:pt idx="15">
                  <c:v>3.9090909090909092</c:v>
                </c:pt>
                <c:pt idx="16">
                  <c:v>4.7</c:v>
                </c:pt>
                <c:pt idx="17">
                  <c:v>5.333333333333333</c:v>
                </c:pt>
              </c:numCache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1-884B-427A-A050-E6D5FF03D3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098335"/>
        <c:axId val="1979750847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east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circle"/>
                  <c:size val="5"/>
                  <c:spPr>
                    <a:solidFill>
                      <a:schemeClr val="accent1"/>
                    </a:solidFill>
                    <a:ln w="9525">
                      <a:solidFill>
                        <a:schemeClr val="accent1"/>
                      </a:solidFill>
                    </a:ln>
                    <a:effectLst/>
                  </c:spPr>
                </c:marker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97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dLblPos val="t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numRef>
                    <c:extLst>
                      <c:ext uri="{02D57815-91ED-43cb-92C2-25804820EDAC}">
                        <c15:formulaRef>
                          <c15:sqref>Sheet1!$A$26:$A$43</c15:sqref>
                        </c15:formulaRef>
                      </c:ext>
                    </c:extLst>
                    <c:numCache>
                      <c:formatCode>mmm\-yy</c:formatCode>
                      <c:ptCount val="18"/>
                      <c:pt idx="0">
                        <c:v>45688</c:v>
                      </c:pt>
                      <c:pt idx="1">
                        <c:v>45716</c:v>
                      </c:pt>
                      <c:pt idx="2">
                        <c:v>45717</c:v>
                      </c:pt>
                      <c:pt idx="3">
                        <c:v>45777</c:v>
                      </c:pt>
                      <c:pt idx="4">
                        <c:v>45808</c:v>
                      </c:pt>
                      <c:pt idx="5">
                        <c:v>45838</c:v>
                      </c:pt>
                      <c:pt idx="6">
                        <c:v>45869</c:v>
                      </c:pt>
                      <c:pt idx="7">
                        <c:v>45900</c:v>
                      </c:pt>
                      <c:pt idx="8">
                        <c:v>45930</c:v>
                      </c:pt>
                      <c:pt idx="9">
                        <c:v>45961</c:v>
                      </c:pt>
                      <c:pt idx="10">
                        <c:v>45991</c:v>
                      </c:pt>
                      <c:pt idx="11">
                        <c:v>46022</c:v>
                      </c:pt>
                      <c:pt idx="12">
                        <c:v>46053</c:v>
                      </c:pt>
                      <c:pt idx="13">
                        <c:v>46081</c:v>
                      </c:pt>
                      <c:pt idx="14">
                        <c:v>46112</c:v>
                      </c:pt>
                      <c:pt idx="15">
                        <c:v>46142</c:v>
                      </c:pt>
                      <c:pt idx="16">
                        <c:v>46173</c:v>
                      </c:pt>
                      <c:pt idx="17">
                        <c:v>46203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Sheet1!$B$26:$B$40</c15:sqref>
                        </c15:formulaRef>
                      </c:ext>
                    </c:extLst>
                    <c:numCache>
                      <c:formatCode>0.0</c:formatCode>
                      <c:ptCount val="15"/>
                      <c:pt idx="0">
                        <c:v>7.3181818181818183</c:v>
                      </c:pt>
                      <c:pt idx="1">
                        <c:v>5.65</c:v>
                      </c:pt>
                      <c:pt idx="2">
                        <c:v>5.95</c:v>
                      </c:pt>
                      <c:pt idx="3">
                        <c:v>7.6818181818181817</c:v>
                      </c:pt>
                      <c:pt idx="4">
                        <c:v>7.5714285714285712</c:v>
                      </c:pt>
                      <c:pt idx="5">
                        <c:v>7.8571428571428568</c:v>
                      </c:pt>
                      <c:pt idx="6">
                        <c:v>7.5909090909090908</c:v>
                      </c:pt>
                      <c:pt idx="7">
                        <c:v>7.8095238095238093</c:v>
                      </c:pt>
                      <c:pt idx="8">
                        <c:v>8.9523809523809526</c:v>
                      </c:pt>
                      <c:pt idx="9">
                        <c:v>7.3043478260869561</c:v>
                      </c:pt>
                      <c:pt idx="10">
                        <c:v>9.8421052631578956</c:v>
                      </c:pt>
                      <c:pt idx="11">
                        <c:v>9.6818181818181817</c:v>
                      </c:pt>
                      <c:pt idx="12">
                        <c:v>8.9523809523809526</c:v>
                      </c:pt>
                      <c:pt idx="13">
                        <c:v>9.4</c:v>
                      </c:pt>
                      <c:pt idx="14">
                        <c:v>10.409090909090908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5-884B-427A-A050-E6D5FF03D330}"/>
                  </c:ext>
                </c:extLst>
              </c15:ser>
            </c15:filteredLineSeries>
            <c15:filteredLineSeries>
              <c15:ser>
                <c:idx val="1"/>
                <c:order val="1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central</c:v>
                      </c:pt>
                    </c:strCache>
                  </c:strRef>
                </c:tx>
                <c:spPr>
                  <a:ln w="28575" cap="rnd">
                    <a:solidFill>
                      <a:srgbClr val="92D050"/>
                    </a:solidFill>
                    <a:round/>
                  </a:ln>
                  <a:effectLst/>
                </c:spPr>
                <c:marker>
                  <c:symbol val="circle"/>
                  <c:size val="5"/>
                  <c:spPr>
                    <a:solidFill>
                      <a:srgbClr val="92D050"/>
                    </a:solidFill>
                    <a:ln w="9525">
                      <a:solidFill>
                        <a:srgbClr val="92D050"/>
                      </a:solidFill>
                    </a:ln>
                    <a:effectLst/>
                  </c:spPr>
                </c:marker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97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dLblPos val="t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0"/>
                    </c:ext>
                  </c:extLst>
                </c:dLbls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Sheet1!$A$26:$A$43</c15:sqref>
                        </c15:formulaRef>
                      </c:ext>
                    </c:extLst>
                    <c:numCache>
                      <c:formatCode>mmm\-yy</c:formatCode>
                      <c:ptCount val="18"/>
                      <c:pt idx="0">
                        <c:v>45688</c:v>
                      </c:pt>
                      <c:pt idx="1">
                        <c:v>45716</c:v>
                      </c:pt>
                      <c:pt idx="2">
                        <c:v>45717</c:v>
                      </c:pt>
                      <c:pt idx="3">
                        <c:v>45777</c:v>
                      </c:pt>
                      <c:pt idx="4">
                        <c:v>45808</c:v>
                      </c:pt>
                      <c:pt idx="5">
                        <c:v>45838</c:v>
                      </c:pt>
                      <c:pt idx="6">
                        <c:v>45869</c:v>
                      </c:pt>
                      <c:pt idx="7">
                        <c:v>45900</c:v>
                      </c:pt>
                      <c:pt idx="8">
                        <c:v>45930</c:v>
                      </c:pt>
                      <c:pt idx="9">
                        <c:v>45961</c:v>
                      </c:pt>
                      <c:pt idx="10">
                        <c:v>45991</c:v>
                      </c:pt>
                      <c:pt idx="11">
                        <c:v>46022</c:v>
                      </c:pt>
                      <c:pt idx="12">
                        <c:v>46053</c:v>
                      </c:pt>
                      <c:pt idx="13">
                        <c:v>46081</c:v>
                      </c:pt>
                      <c:pt idx="14">
                        <c:v>46112</c:v>
                      </c:pt>
                      <c:pt idx="15">
                        <c:v>46142</c:v>
                      </c:pt>
                      <c:pt idx="16">
                        <c:v>46173</c:v>
                      </c:pt>
                      <c:pt idx="17">
                        <c:v>46203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Sheet1!$C$26:$C$40</c15:sqref>
                        </c15:formulaRef>
                      </c:ext>
                    </c:extLst>
                    <c:numCache>
                      <c:formatCode>0.0</c:formatCode>
                      <c:ptCount val="15"/>
                      <c:pt idx="0">
                        <c:v>8.6818181818181817</c:v>
                      </c:pt>
                      <c:pt idx="1">
                        <c:v>6.85</c:v>
                      </c:pt>
                      <c:pt idx="2">
                        <c:v>6.65</c:v>
                      </c:pt>
                      <c:pt idx="3">
                        <c:v>7.1818181818181817</c:v>
                      </c:pt>
                      <c:pt idx="4">
                        <c:v>7.8095238095238093</c:v>
                      </c:pt>
                      <c:pt idx="5">
                        <c:v>6.9047619047619051</c:v>
                      </c:pt>
                      <c:pt idx="6">
                        <c:v>6.2272727272727275</c:v>
                      </c:pt>
                      <c:pt idx="7">
                        <c:v>7.1904761904761907</c:v>
                      </c:pt>
                      <c:pt idx="8">
                        <c:v>9.6666666666666661</c:v>
                      </c:pt>
                      <c:pt idx="9">
                        <c:v>8.2173913043478262</c:v>
                      </c:pt>
                      <c:pt idx="10">
                        <c:v>7.2105263157894735</c:v>
                      </c:pt>
                      <c:pt idx="11">
                        <c:v>8.3636363636363633</c:v>
                      </c:pt>
                      <c:pt idx="12">
                        <c:v>6.7142857142857144</c:v>
                      </c:pt>
                      <c:pt idx="13">
                        <c:v>6.75</c:v>
                      </c:pt>
                      <c:pt idx="14">
                        <c:v>8.454545454545455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A-884B-427A-A050-E6D5FF03D330}"/>
                  </c:ext>
                </c:extLst>
              </c15:ser>
            </c15:filteredLineSeries>
          </c:ext>
        </c:extLst>
      </c:lineChart>
      <c:dateAx>
        <c:axId val="111098335"/>
        <c:scaling>
          <c:orientation val="minMax"/>
          <c:min val="45658"/>
        </c:scaling>
        <c:delete val="0"/>
        <c:axPos val="b"/>
        <c:numFmt formatCode="mmm\-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9750847"/>
        <c:crosses val="autoZero"/>
        <c:auto val="1"/>
        <c:lblOffset val="100"/>
        <c:baseTimeUnit val="months"/>
      </c:dateAx>
      <c:valAx>
        <c:axId val="1979750847"/>
        <c:scaling>
          <c:orientation val="minMax"/>
        </c:scaling>
        <c:delete val="1"/>
        <c:axPos val="l"/>
        <c:numFmt formatCode="0.0" sourceLinked="1"/>
        <c:majorTickMark val="none"/>
        <c:minorTickMark val="none"/>
        <c:tickLblPos val="nextTo"/>
        <c:crossAx val="1110983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rgbClr val="00859D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 b="1" baseline="0"/>
              <a:t>East Monthly </a:t>
            </a:r>
            <a:r>
              <a:rPr lang="en-US" sz="1600" b="1" i="0" u="none" strike="noStrike" kern="1200" spc="0" baseline="0">
                <a:solidFill>
                  <a:srgbClr val="000000">
                    <a:lumMod val="65000"/>
                    <a:lumOff val="35000"/>
                  </a:srgbClr>
                </a:solidFill>
              </a:rPr>
              <a:t>Daily Average</a:t>
            </a:r>
            <a:endParaRPr lang="en-US" sz="1600" b="1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1.5035074979213713E-2"/>
          <c:y val="0.20849999999999999"/>
          <c:w val="0.96564651810510804"/>
          <c:h val="0.5612602799650043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east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1"/>
              <c:layout>
                <c:manualLayout>
                  <c:x val="-4.302565734857975E-2"/>
                  <c:y val="-6.044444444444449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4B6-4002-987D-535BD679C592}"/>
                </c:ext>
              </c:extLst>
            </c:dLbl>
            <c:dLbl>
              <c:idx val="2"/>
              <c:layout>
                <c:manualLayout>
                  <c:x val="-4.0610857018341454E-2"/>
                  <c:y val="-6.600000000000000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4B6-4002-987D-535BD679C592}"/>
                </c:ext>
              </c:extLst>
            </c:dLbl>
            <c:dLbl>
              <c:idx val="3"/>
              <c:layout>
                <c:manualLayout>
                  <c:x val="-4.7855258009056073E-2"/>
                  <c:y val="-7.711111111111111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B4B6-4002-987D-535BD679C592}"/>
                </c:ext>
              </c:extLst>
            </c:dLbl>
            <c:dLbl>
              <c:idx val="6"/>
              <c:layout>
                <c:manualLayout>
                  <c:x val="-4.0610857018341544E-2"/>
                  <c:y val="-6.600000000000000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F07-40CC-979B-6F54823FC849}"/>
                </c:ext>
              </c:extLst>
            </c:dLbl>
            <c:dLbl>
              <c:idx val="9"/>
              <c:layout>
                <c:manualLayout>
                  <c:x val="-4.7356326035312278E-2"/>
                  <c:y val="-7.3916447944007049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B4B6-4002-987D-535BD679C592}"/>
                </c:ext>
              </c:extLst>
            </c:dLbl>
            <c:dLbl>
              <c:idx val="10"/>
              <c:layout>
                <c:manualLayout>
                  <c:x val="-4.302565734857966E-2"/>
                  <c:y val="-6.600000000000000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4B6-4002-987D-535BD679C592}"/>
                </c:ext>
              </c:extLst>
            </c:dLbl>
            <c:dLbl>
              <c:idx val="11"/>
              <c:layout>
                <c:manualLayout>
                  <c:x val="-3.2095358373481944E-2"/>
                  <c:y val="-6.836089238845144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4B6-4002-987D-535BD679C592}"/>
                </c:ext>
              </c:extLst>
            </c:dLbl>
            <c:dLbl>
              <c:idx val="12"/>
              <c:layout>
                <c:manualLayout>
                  <c:x val="-4.2036920205489998E-2"/>
                  <c:y val="-6.280533683289590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4B6-4002-987D-535BD679C592}"/>
                </c:ext>
              </c:extLst>
            </c:dLbl>
            <c:dLbl>
              <c:idx val="13"/>
              <c:layout>
                <c:manualLayout>
                  <c:x val="-4.6781147216495789E-2"/>
                  <c:y val="-6.600000000000000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F9FD-4CAD-B049-63CB7AF25AD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5="http://schemas.microsoft.com/office/drawing/2012/chart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Sheet1!$A$26:$A$43</c:f>
              <c:numCache>
                <c:formatCode>mmm\-yy</c:formatCode>
                <c:ptCount val="18"/>
                <c:pt idx="0">
                  <c:v>45688</c:v>
                </c:pt>
                <c:pt idx="1">
                  <c:v>45716</c:v>
                </c:pt>
                <c:pt idx="2">
                  <c:v>45747</c:v>
                </c:pt>
                <c:pt idx="3">
                  <c:v>45777</c:v>
                </c:pt>
                <c:pt idx="4">
                  <c:v>45808</c:v>
                </c:pt>
                <c:pt idx="5">
                  <c:v>45838</c:v>
                </c:pt>
                <c:pt idx="6">
                  <c:v>45869</c:v>
                </c:pt>
                <c:pt idx="7">
                  <c:v>45900</c:v>
                </c:pt>
                <c:pt idx="8">
                  <c:v>45930</c:v>
                </c:pt>
                <c:pt idx="9">
                  <c:v>45961</c:v>
                </c:pt>
                <c:pt idx="10">
                  <c:v>45991</c:v>
                </c:pt>
                <c:pt idx="11">
                  <c:v>46022</c:v>
                </c:pt>
                <c:pt idx="12">
                  <c:v>46053</c:v>
                </c:pt>
                <c:pt idx="13">
                  <c:v>46081</c:v>
                </c:pt>
                <c:pt idx="14">
                  <c:v>46112</c:v>
                </c:pt>
                <c:pt idx="15">
                  <c:v>46142</c:v>
                </c:pt>
                <c:pt idx="16">
                  <c:v>46173</c:v>
                </c:pt>
                <c:pt idx="17">
                  <c:v>46203</c:v>
                </c:pt>
              </c:numCache>
            </c:numRef>
          </c:cat>
          <c:val>
            <c:numRef>
              <c:f>Sheet1!$B$26:$B$43</c:f>
              <c:numCache>
                <c:formatCode>0.0</c:formatCode>
                <c:ptCount val="18"/>
                <c:pt idx="0">
                  <c:v>7.3181818181818183</c:v>
                </c:pt>
                <c:pt idx="1">
                  <c:v>5.65</c:v>
                </c:pt>
                <c:pt idx="2">
                  <c:v>5.95</c:v>
                </c:pt>
                <c:pt idx="3">
                  <c:v>7.6818181818181817</c:v>
                </c:pt>
                <c:pt idx="4">
                  <c:v>7.5714285714285712</c:v>
                </c:pt>
                <c:pt idx="5">
                  <c:v>7.8571428571428568</c:v>
                </c:pt>
                <c:pt idx="6">
                  <c:v>7.5909090909090908</c:v>
                </c:pt>
                <c:pt idx="7">
                  <c:v>7.8095238095238093</c:v>
                </c:pt>
                <c:pt idx="8">
                  <c:v>8.9523809523809526</c:v>
                </c:pt>
                <c:pt idx="9">
                  <c:v>7.3043478260869561</c:v>
                </c:pt>
                <c:pt idx="10">
                  <c:v>9.8421052631578956</c:v>
                </c:pt>
                <c:pt idx="11">
                  <c:v>9.6818181818181817</c:v>
                </c:pt>
                <c:pt idx="12">
                  <c:v>8.9523809523809526</c:v>
                </c:pt>
                <c:pt idx="13">
                  <c:v>9.4</c:v>
                </c:pt>
                <c:pt idx="14">
                  <c:v>10.409090909090908</c:v>
                </c:pt>
                <c:pt idx="15">
                  <c:v>8.3636363636363633</c:v>
                </c:pt>
                <c:pt idx="16">
                  <c:v>8.3000000000000007</c:v>
                </c:pt>
                <c:pt idx="17">
                  <c:v>7.8666666666666663</c:v>
                </c:pt>
              </c:numCache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A-DF07-40CC-979B-6F54823FC84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098335"/>
        <c:axId val="1979750847"/>
        <c:extLst/>
      </c:lineChart>
      <c:dateAx>
        <c:axId val="111098335"/>
        <c:scaling>
          <c:orientation val="minMax"/>
          <c:min val="45658"/>
        </c:scaling>
        <c:delete val="0"/>
        <c:axPos val="b"/>
        <c:numFmt formatCode="mmm\-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9750847"/>
        <c:crosses val="autoZero"/>
        <c:auto val="1"/>
        <c:lblOffset val="100"/>
        <c:baseTimeUnit val="months"/>
      </c:dateAx>
      <c:valAx>
        <c:axId val="1979750847"/>
        <c:scaling>
          <c:orientation val="minMax"/>
        </c:scaling>
        <c:delete val="1"/>
        <c:axPos val="l"/>
        <c:numFmt formatCode="0.0" sourceLinked="1"/>
        <c:majorTickMark val="out"/>
        <c:minorTickMark val="none"/>
        <c:tickLblPos val="nextTo"/>
        <c:crossAx val="111098335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rgbClr val="00859D"/>
      </a:solidFill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spc="0" baseline="0">
                <a:solidFill>
                  <a:schemeClr val="accent6"/>
                </a:solidFill>
                <a:latin typeface="Calibri (Body)"/>
                <a:ea typeface="+mn-ea"/>
                <a:cs typeface="+mn-cs"/>
              </a:defRPr>
            </a:pPr>
            <a:r>
              <a:rPr lang="en-US" sz="1200" b="1" i="0" baseline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alibri (Body)"/>
              </a:rPr>
              <a:t># of Active Accounts R4W (Breadth) vs. R4W Vials per Active Account (Depth) by Region</a:t>
            </a:r>
            <a:r>
              <a:rPr lang="en-US" sz="1200" b="1" i="0" baseline="3000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alibri (Body)"/>
              </a:rPr>
              <a:t>1</a:t>
            </a:r>
            <a:endParaRPr lang="en-US" sz="1200" b="1" baseline="30000">
              <a:solidFill>
                <a:schemeClr val="tx1">
                  <a:lumMod val="95000"/>
                  <a:lumOff val="5000"/>
                </a:schemeClr>
              </a:solidFill>
              <a:effectLst/>
              <a:latin typeface="Calibri (Body)"/>
            </a:endParaRPr>
          </a:p>
        </c:rich>
      </c:tx>
      <c:layout>
        <c:manualLayout>
          <c:xMode val="edge"/>
          <c:yMode val="edge"/>
          <c:x val="0.13375713647289661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spc="0" baseline="0">
              <a:solidFill>
                <a:schemeClr val="accent6"/>
              </a:solidFill>
              <a:latin typeface="Calibri (Body)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4885406557489772E-2"/>
          <c:y val="0.15316223777128865"/>
          <c:w val="0.89248138368904417"/>
          <c:h val="0.63918926800816567"/>
        </c:manualLayout>
      </c:layout>
      <c:barChart>
        <c:barDir val="col"/>
        <c:grouping val="clustere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Total Active Accounts</c:v>
                </c:pt>
              </c:strCache>
            </c:strRef>
          </c:tx>
          <c:spPr>
            <a:solidFill>
              <a:schemeClr val="accent3">
                <a:lumMod val="50000"/>
              </a:schemeClr>
            </a:solidFill>
            <a:ln>
              <a:solidFill>
                <a:schemeClr val="accent3">
                  <a:lumMod val="50000"/>
                </a:schemeClr>
              </a:solidFill>
            </a:ln>
            <a:effectLst/>
          </c:spPr>
          <c:invertIfNegative val="0"/>
          <c:dLbls>
            <c:dLbl>
              <c:idx val="0"/>
              <c:tx>
                <c:rich>
                  <a:bodyPr rot="0" spcFirstLastPara="1" vertOverflow="ellipsis" vert="horz" wrap="square" anchor="b" anchorCtr="0"/>
                  <a:lstStyle/>
                  <a:p>
                    <a:pPr>
                      <a:defRPr sz="900" b="1" i="0" u="none" strike="noStrike" kern="1200" baseline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4F4B7C0C-0970-424C-87CA-7FFB8BFAF00E}" type="CELLRANGE">
                      <a:rPr lang="en-US"/>
                      <a:pPr>
                        <a:defRPr sz="900" b="1">
                          <a:solidFill>
                            <a:schemeClr val="bg1"/>
                          </a:solidFill>
                          <a:latin typeface="+mn-lt"/>
                        </a:defRPr>
                      </a:pPr>
                      <a:t>[CELLRANGE]</a:t>
                    </a:fld>
                    <a:endParaRPr lang="en-IN"/>
                  </a:p>
                </c:rich>
              </c:tx>
              <c:numFmt formatCode="#,##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b" anchorCtr="0"/>
                <a:lstStyle/>
                <a:p>
                  <a:pPr>
                    <a:defRPr sz="900" b="1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IN"/>
                </a:p>
              </c:txPr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7827844738908882"/>
                      <c:h val="0.16349690446178988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0-0AB9-4B52-8071-830418132B67}"/>
                </c:ext>
              </c:extLst>
            </c:dLbl>
            <c:dLbl>
              <c:idx val="1"/>
              <c:tx>
                <c:rich>
                  <a:bodyPr rot="0" spcFirstLastPara="1" vertOverflow="ellipsis" vert="horz" wrap="square" anchor="b" anchorCtr="0"/>
                  <a:lstStyle/>
                  <a:p>
                    <a:pPr>
                      <a:defRPr sz="900" b="1" i="0" u="none" strike="noStrike" kern="1200" baseline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FA9F176C-BEE5-4105-8972-2A693B8196C7}" type="CELLRANGE">
                      <a:rPr lang="en-US"/>
                      <a:pPr>
                        <a:defRPr sz="900" b="1">
                          <a:solidFill>
                            <a:schemeClr val="bg1"/>
                          </a:solidFill>
                          <a:latin typeface="+mn-lt"/>
                        </a:defRPr>
                      </a:pPr>
                      <a:t>[CELLRANGE]</a:t>
                    </a:fld>
                    <a:endParaRPr lang="en-IN"/>
                  </a:p>
                </c:rich>
              </c:tx>
              <c:numFmt formatCode="#,##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b" anchorCtr="0"/>
                <a:lstStyle/>
                <a:p>
                  <a:pPr>
                    <a:defRPr sz="900" b="1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IN"/>
                </a:p>
              </c:txPr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42002324394507"/>
                      <c:h val="0.14329737445872814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0AB9-4B52-8071-830418132B6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9D3A600D-D3B6-4245-B6B8-3E4901D06B5D}" type="CELLRANGE">
                      <a:rPr lang="en-US" sz="900" dirty="0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9087222308898544"/>
                      <c:h val="0.13824749195796268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0AB9-4B52-8071-830418132B67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b" anchorCtr="0"/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Base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3"/>
                <c:pt idx="0">
                  <c:v>East</c:v>
                </c:pt>
                <c:pt idx="1">
                  <c:v>Central</c:v>
                </c:pt>
                <c:pt idx="2">
                  <c:v>West</c:v>
                </c:pt>
              </c:strCache>
              <c:extLst/>
            </c:strRef>
          </c:cat>
          <c:val>
            <c:numRef>
              <c:f>Sheet1!$C$2:$C$4</c:f>
              <c:numCache>
                <c:formatCode>0.0</c:formatCode>
                <c:ptCount val="3"/>
                <c:pt idx="0">
                  <c:v>34</c:v>
                </c:pt>
                <c:pt idx="1">
                  <c:v>27</c:v>
                </c:pt>
                <c:pt idx="2">
                  <c:v>22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Sheet1!$G$2:$G$15</c15:f>
                <c15:dlblRangeCache>
                  <c:ptCount val="14"/>
                  <c:pt idx="0">
                    <c:v>34                                                                                                                                                     (-6%)</c:v>
                  </c:pt>
                  <c:pt idx="1">
                    <c:v>27                                                                                                                                                     (14%)</c:v>
                  </c:pt>
                  <c:pt idx="2">
                    <c:v>22                                                                                                                                                     (16%)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0AB9-4B52-8071-830418132B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17"/>
        <c:overlap val="15"/>
        <c:axId val="44866672"/>
        <c:axId val="44861264"/>
      </c:barChar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Vials per Active Account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5.6393836784666931E-2"/>
                  <c:y val="-8.0925361146124506E-3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0AB9-4B52-8071-830418132B67}"/>
                </c:ext>
              </c:extLst>
            </c:dLbl>
            <c:dLbl>
              <c:idx val="1"/>
              <c:layout>
                <c:manualLayout>
                  <c:x val="-2.3786452535017967E-2"/>
                  <c:y val="-5.606641987188410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5.8561057004519204E-2"/>
                      <c:h val="9.8472708764925976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0AB9-4B52-8071-830418132B67}"/>
                </c:ext>
              </c:extLst>
            </c:dLbl>
            <c:dLbl>
              <c:idx val="2"/>
              <c:layout>
                <c:manualLayout>
                  <c:x val="-2.7969090048471164E-3"/>
                  <c:y val="-3.0426536138470628E-3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AB9-4B52-8071-830418132B6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Sheet1!$A$2:$A$15</c:f>
              <c:strCache>
                <c:ptCount val="3"/>
                <c:pt idx="0">
                  <c:v>East</c:v>
                </c:pt>
                <c:pt idx="1">
                  <c:v>Central</c:v>
                </c:pt>
                <c:pt idx="2">
                  <c:v>West</c:v>
                </c:pt>
              </c:strCache>
              <c:extLst/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4.7352941176470589</c:v>
                </c:pt>
                <c:pt idx="1">
                  <c:v>5.7037037037037033</c:v>
                </c:pt>
                <c:pt idx="2">
                  <c:v>4.5909090909090908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0AB9-4B52-8071-830418132B6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National Vials per Active Account</c:v>
                </c:pt>
              </c:strCache>
            </c:strRef>
          </c:tx>
          <c:spPr>
            <a:ln w="28575" cap="rnd">
              <a:solidFill>
                <a:schemeClr val="bg2">
                  <a:lumMod val="50000"/>
                </a:schemeClr>
              </a:solidFill>
              <a:prstDash val="sysDash"/>
              <a:round/>
            </a:ln>
            <a:effectLst/>
          </c:spPr>
          <c:marker>
            <c:symbol val="none"/>
          </c:marker>
          <c:cat>
            <c:strRef>
              <c:f>Sheet1!$A$2:$A$15</c:f>
              <c:strCache>
                <c:ptCount val="3"/>
                <c:pt idx="0">
                  <c:v>East</c:v>
                </c:pt>
                <c:pt idx="1">
                  <c:v>Central</c:v>
                </c:pt>
                <c:pt idx="2">
                  <c:v>West</c:v>
                </c:pt>
              </c:strCache>
              <c:extLst/>
            </c:strRef>
          </c:cat>
          <c:val>
            <c:numRef>
              <c:f>Sheet1!$D$2:$D$4</c:f>
              <c:numCache>
                <c:formatCode>0.0</c:formatCode>
                <c:ptCount val="3"/>
                <c:pt idx="0">
                  <c:v>5.0120481927710845</c:v>
                </c:pt>
                <c:pt idx="1">
                  <c:v>5.0120481927710845</c:v>
                </c:pt>
                <c:pt idx="2">
                  <c:v>5.0120481927710845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0AB9-4B52-8071-830418132B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72941743"/>
        <c:axId val="459196783"/>
      </c:lineChart>
      <c:catAx>
        <c:axId val="44866672"/>
        <c:scaling>
          <c:orientation val="minMax"/>
        </c:scaling>
        <c:delete val="0"/>
        <c:axPos val="b"/>
        <c:numFmt formatCode="m/d;@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861264"/>
        <c:crosses val="autoZero"/>
        <c:auto val="0"/>
        <c:lblAlgn val="ctr"/>
        <c:lblOffset val="100"/>
        <c:noMultiLvlLbl val="0"/>
      </c:catAx>
      <c:valAx>
        <c:axId val="44861264"/>
        <c:scaling>
          <c:orientation val="minMax"/>
          <c:max val="34"/>
          <c:min val="0"/>
        </c:scaling>
        <c:delete val="0"/>
        <c:axPos val="l"/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866672"/>
        <c:crosses val="autoZero"/>
        <c:crossBetween val="between"/>
        <c:majorUnit val="5"/>
      </c:valAx>
      <c:valAx>
        <c:axId val="459196783"/>
        <c:scaling>
          <c:orientation val="minMax"/>
          <c:max val="11.5"/>
          <c:min val="-15"/>
        </c:scaling>
        <c:delete val="0"/>
        <c:axPos val="r"/>
        <c:numFmt formatCode="0.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Trebuchet MS" panose="020B0603020202020204" pitchFamily="34" charset="0"/>
                <a:ea typeface="+mn-ea"/>
                <a:cs typeface="+mn-cs"/>
              </a:defRPr>
            </a:pPr>
            <a:endParaRPr lang="en-US"/>
          </a:p>
        </c:txPr>
        <c:crossAx val="772941743"/>
        <c:crosses val="max"/>
        <c:crossBetween val="between"/>
      </c:valAx>
      <c:catAx>
        <c:axId val="77294174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45919678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4.030454460113761E-2"/>
          <c:y val="0.886439673785543"/>
          <c:w val="0.91309402294777653"/>
          <c:h val="9.336079621139524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/>
              </a:solidFill>
              <a:latin typeface="Arial Nova" panose="020B05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>
      <a:solidFill>
        <a:schemeClr val="tx1">
          <a:lumMod val="50000"/>
          <a:lumOff val="50000"/>
        </a:schemeClr>
      </a:solidFill>
      <a:extLst>
        <a:ext uri="{C807C97D-BFC1-408E-A445-0C87EB9F89A2}">
          <ask:lineSketchStyleProps xmlns:ask="http://schemas.microsoft.com/office/drawing/2018/sketchyshapes">
            <ask:type>
              <ask:lineSketchNone/>
            </ask:type>
          </ask:lineSketchStyleProps>
        </a:ext>
      </a:extLst>
    </a:ln>
    <a:effectLst/>
  </c:spPr>
  <c:txPr>
    <a:bodyPr/>
    <a:lstStyle/>
    <a:p>
      <a:pPr>
        <a:defRPr sz="1000">
          <a:solidFill>
            <a:schemeClr val="accent6"/>
          </a:solidFill>
          <a:latin typeface="Trebuchet MS" panose="020B0603020202020204" pitchFamily="34" charset="0"/>
        </a:defRPr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95000"/>
                    <a:lumOff val="5000"/>
                  </a:schemeClr>
                </a:solidFill>
                <a:latin typeface="Trebuchet MS" panose="020B0603020202020204" pitchFamily="34" charset="0"/>
                <a:ea typeface="+mn-ea"/>
                <a:cs typeface="+mn-cs"/>
              </a:defRPr>
            </a:pPr>
            <a:r>
              <a:rPr lang="en-IN" sz="1350" baseline="0">
                <a:solidFill>
                  <a:schemeClr val="tx1">
                    <a:lumMod val="95000"/>
                    <a:lumOff val="5000"/>
                  </a:schemeClr>
                </a:solidFill>
              </a:rPr>
              <a:t>Average Sales per Total Ordering Account: R4W Trend</a:t>
            </a:r>
            <a:r>
              <a:rPr lang="en-IN" sz="1350" baseline="30000">
                <a:solidFill>
                  <a:schemeClr val="tx1">
                    <a:lumMod val="95000"/>
                    <a:lumOff val="5000"/>
                  </a:schemeClr>
                </a:solidFill>
              </a:rPr>
              <a:t>1</a:t>
            </a:r>
          </a:p>
        </c:rich>
      </c:tx>
      <c:layout>
        <c:manualLayout>
          <c:xMode val="edge"/>
          <c:yMode val="edge"/>
          <c:x val="0.13393834122751305"/>
          <c:y val="3.145577058588230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95000"/>
                  <a:lumOff val="5000"/>
                </a:schemeClr>
              </a:solidFill>
              <a:latin typeface="Trebuchet MS" panose="020B0603020202020204" pitchFamily="34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7.2954786941441474E-2"/>
          <c:y val="0.16240070714288271"/>
          <c:w val="0.91577434921661938"/>
          <c:h val="0.6078270962097479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per Account</c:v>
                </c:pt>
              </c:strCache>
            </c:strRef>
          </c:tx>
          <c:spPr>
            <a:solidFill>
              <a:schemeClr val="accent3">
                <a:lumMod val="50000"/>
              </a:schemeClr>
            </a:solidFill>
            <a:ln>
              <a:solidFill>
                <a:schemeClr val="accent3">
                  <a:lumMod val="50000"/>
                </a:schemeClr>
              </a:solidFill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7F8858E-A393-4532-90AA-B7B4A23EAC4E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8-B8E2-4A7C-8F02-623A91C3E1BF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CBE77C2C-DDEB-408B-B197-28D943FF514B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9-B8E2-4A7C-8F02-623A91C3E1B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2D0522FF-D8D9-4E1B-AFB2-19F02675E7EA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A-B8E2-4A7C-8F02-623A91C3E1BF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9E72A30F-550E-4987-80C5-173CA2789B70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B-B8E2-4A7C-8F02-623A91C3E1BF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fld id="{B1B0519C-3D19-4E65-9B77-5B1FBB15D3AC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C-B8E2-4A7C-8F02-623A91C3E1BF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fld id="{9107AD64-DF09-412E-95C0-274AD770B05C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D-B8E2-4A7C-8F02-623A91C3E1BF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fld id="{1BCC5E2F-84D9-44E2-8DE8-23F04D4AADD8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E-B8E2-4A7C-8F02-623A91C3E1BF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fld id="{5CB3AD58-0202-4C84-950A-AFB9959FC5FD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F-B8E2-4A7C-8F02-623A91C3E1BF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fld id="{A60037E7-06C2-4C61-A2F7-4343FF09E05E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0-B8E2-4A7C-8F02-623A91C3E1BF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fld id="{53DE657A-354C-4208-906C-55CE00EB9E1C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1-B8E2-4A7C-8F02-623A91C3E1BF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fld id="{1B336459-FDE8-4607-B9B5-363D2130ABFC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2-B8E2-4A7C-8F02-623A91C3E1BF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fld id="{DC34647E-40F7-4181-9932-9FA634CBCCD1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3-B8E2-4A7C-8F02-623A91C3E1BF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fld id="{DBD5AA1A-F9DF-497C-AC19-FB7AA3F0BFD6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4-B8E2-4A7C-8F02-623A91C3E1BF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fld id="{8320C44F-6137-447A-8240-74A43BC97FA3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5-B8E2-4A7C-8F02-623A91C3E1BF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fld id="{E955F371-6BEA-418E-A731-AED174B99A56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6-B8E2-4A7C-8F02-623A91C3E1BF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fld id="{EA3AA597-CA4E-4A7A-B147-2C294041F118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7-B8E2-4A7C-8F02-623A91C3E1BF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fld id="{550D4A3D-C08E-4D1D-AB58-77E8098F2C09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8-B8E2-4A7C-8F02-623A91C3E1BF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fld id="{C8BA0477-8216-4AA6-BEC1-01A9D6FC83DA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9-B8E2-4A7C-8F02-623A91C3E1BF}"/>
                </c:ext>
              </c:extLst>
            </c:dLbl>
            <c:dLbl>
              <c:idx val="18"/>
              <c:tx>
                <c:rich>
                  <a:bodyPr rot="-5400000" spcFirstLastPara="1" vertOverflow="ellipsis" wrap="square" anchor="ctr" anchorCtr="1"/>
                  <a:lstStyle/>
                  <a:p>
                    <a:pPr>
                      <a:defRPr sz="1000" b="1" i="0" u="none" strike="noStrike" kern="1200" baseline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FF5AD1A3-5909-4122-A04B-F085A9CAF3EE}" type="CELLRANGE">
                      <a:rPr lang="en-IN"/>
                      <a:pPr>
                        <a:defRPr b="1">
                          <a:solidFill>
                            <a:schemeClr val="bg1"/>
                          </a:solidFill>
                          <a:latin typeface="+mn-lt"/>
                        </a:defRPr>
                      </a:pPr>
                      <a:t>[CELLRANGE]</a:t>
                    </a:fld>
                    <a:endParaRPr lang="en-IN"/>
                  </a:p>
                </c:rich>
              </c:tx>
              <c:numFmt formatCode="#,##0" sourceLinked="0"/>
              <c:spPr>
                <a:noFill/>
                <a:ln>
                  <a:noFill/>
                </a:ln>
                <a:effectLst/>
              </c:spPr>
              <c:txPr>
                <a:bodyPr rot="-5400000" spcFirstLastPara="1" vertOverflow="ellipsis" wrap="square" anchor="ctr" anchorCtr="1"/>
                <a:lstStyle/>
                <a:p>
                  <a:pPr>
                    <a:defRPr sz="1000" b="1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IN"/>
                </a:p>
              </c:txPr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A-B8E2-4A7C-8F02-623A91C3E1BF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fld id="{01AEF3F6-F4C9-4CFE-80F1-9752BBB3BD04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B-B8E2-4A7C-8F02-623A91C3E1BF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fld id="{68526017-589E-434D-B163-1789B1F23A4F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C-B8E2-4A7C-8F02-623A91C3E1BF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fld id="{5A3FF6D0-C793-4F95-8D8F-61E3B6931D7B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D-B8E2-4A7C-8F02-623A91C3E1BF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fld id="{F2CEFD75-C6F2-477A-BFDA-CEC045F1C14F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0BC1-42E0-8392-820B6FAA768B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fld id="{C140D6D1-C365-4490-9451-D7F09495A319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1862-4416-B292-4542147AE2E8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fld id="{B1E0F1B7-79BB-4CD1-B49C-72547CF23F72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25C9-482B-AD67-939832E61358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fld id="{8415BAA9-BA90-4882-960C-F136F4570A16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7D33-436C-8025-32EFCB7F4DAA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fld id="{5928F406-B52C-4FD1-8869-EDB5E15875CD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DE20-47FD-9AF8-4AB300A614D8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fld id="{209A31FA-878B-424E-9866-73DFCD771A3B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0C74-43E8-A900-6A8F7CFA7628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fld id="{CC3AD14E-9F99-4B22-9EE4-C4DB567B2C7F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14E-4B0C-9866-644917AEC38D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fld id="{9C9F554F-3AB4-4407-9D9F-8B7C384CB501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634-4F2B-B9CB-A4F644CE604A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fld id="{3A47021C-3C09-4701-BBE2-9ED99DBB2366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A6E1-4D16-87FB-1867EE9772B5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fld id="{822EA306-8E0D-405F-9C20-AC9C803EF43A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5C4D-46E1-8D6F-5100A072FCDE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fld id="{D07D1202-437E-4DBA-B54D-20C18269FA6B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25EE-4039-91C5-18896FB47CE4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fld id="{CB72E970-36B1-4ADB-A71C-3E7728BA9027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5A58-4812-9BF8-DCB2DA0BFB45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fld id="{93DF4169-41E0-4B5A-A6AC-33D7DA825849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A8ED-4B84-80C2-273593CF3237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fld id="{D3B67B0D-6CA2-4C5C-8860-28946A316695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0ADD-4168-B0D6-EC1F97BB3D76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fld id="{80787C5B-E3C4-41B1-8E0B-8BD97D9B5D6B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A31F-400A-B639-1FA29F20F668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fld id="{D493EE19-90FB-42B9-AB9C-28E92E1A5401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4D04-4324-AB2C-E5A61D84CE0E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fld id="{ED11FD71-828D-47B2-AD95-655E4D803CB9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A498-4D5C-B720-F971175433EF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fld id="{B6E006ED-8B0A-44F9-A3DF-81C410A590C7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A928-4DE2-B599-DCAD7889B2D1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fld id="{39A14471-C16D-457A-927E-F68C492F60F7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A928-4DE2-B599-DCAD7889B2D1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fld id="{AD399A2C-5801-4C6E-9495-C7C9EE0C98DF}" type="CELLRANGE">
                      <a:rPr lang="en-IN"/>
                      <a:pPr/>
                      <a:t>[CELLRANGE]</a:t>
                    </a:fld>
                    <a:endParaRPr lang="en-IN"/>
                  </a:p>
                </c:rich>
              </c:tx>
              <c:dLblPos val="inBase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7F19-4FA8-90C9-BF6FAE4753B1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anchor="ctr" anchorCtr="1"/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Base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cat>
            <c:numRef>
              <c:f>Sheet1!$A$141:$A$182</c:f>
              <c:numCache>
                <c:formatCode>m/d/yyyy</c:formatCode>
                <c:ptCount val="42"/>
                <c:pt idx="0">
                  <c:v>45905</c:v>
                </c:pt>
                <c:pt idx="1">
                  <c:v>45912</c:v>
                </c:pt>
                <c:pt idx="2">
                  <c:v>45919</c:v>
                </c:pt>
                <c:pt idx="3">
                  <c:v>45926</c:v>
                </c:pt>
                <c:pt idx="4">
                  <c:v>45933</c:v>
                </c:pt>
                <c:pt idx="5">
                  <c:v>45940</c:v>
                </c:pt>
                <c:pt idx="6">
                  <c:v>45947</c:v>
                </c:pt>
                <c:pt idx="7">
                  <c:v>45954</c:v>
                </c:pt>
                <c:pt idx="8">
                  <c:v>45961</c:v>
                </c:pt>
                <c:pt idx="9">
                  <c:v>45968</c:v>
                </c:pt>
                <c:pt idx="10">
                  <c:v>45975</c:v>
                </c:pt>
                <c:pt idx="11">
                  <c:v>45982</c:v>
                </c:pt>
                <c:pt idx="12">
                  <c:v>45989</c:v>
                </c:pt>
                <c:pt idx="13">
                  <c:v>45996</c:v>
                </c:pt>
                <c:pt idx="14">
                  <c:v>46003</c:v>
                </c:pt>
                <c:pt idx="15">
                  <c:v>46010</c:v>
                </c:pt>
                <c:pt idx="16">
                  <c:v>46017</c:v>
                </c:pt>
                <c:pt idx="17">
                  <c:v>46024</c:v>
                </c:pt>
                <c:pt idx="18">
                  <c:v>46031</c:v>
                </c:pt>
                <c:pt idx="19">
                  <c:v>46038</c:v>
                </c:pt>
                <c:pt idx="20">
                  <c:v>46045</c:v>
                </c:pt>
                <c:pt idx="21">
                  <c:v>46052</c:v>
                </c:pt>
                <c:pt idx="22">
                  <c:v>46059</c:v>
                </c:pt>
                <c:pt idx="23">
                  <c:v>46066</c:v>
                </c:pt>
                <c:pt idx="24">
                  <c:v>46073</c:v>
                </c:pt>
                <c:pt idx="25">
                  <c:v>46080</c:v>
                </c:pt>
                <c:pt idx="26">
                  <c:v>46087</c:v>
                </c:pt>
                <c:pt idx="27">
                  <c:v>46094</c:v>
                </c:pt>
                <c:pt idx="28">
                  <c:v>46101</c:v>
                </c:pt>
                <c:pt idx="29">
                  <c:v>46108</c:v>
                </c:pt>
                <c:pt idx="30">
                  <c:v>46115</c:v>
                </c:pt>
                <c:pt idx="31">
                  <c:v>46122</c:v>
                </c:pt>
                <c:pt idx="32">
                  <c:v>46129</c:v>
                </c:pt>
                <c:pt idx="33">
                  <c:v>46136</c:v>
                </c:pt>
                <c:pt idx="34">
                  <c:v>46143</c:v>
                </c:pt>
                <c:pt idx="35">
                  <c:v>46150</c:v>
                </c:pt>
                <c:pt idx="36">
                  <c:v>46157</c:v>
                </c:pt>
                <c:pt idx="37">
                  <c:v>46164</c:v>
                </c:pt>
                <c:pt idx="38">
                  <c:v>46171</c:v>
                </c:pt>
                <c:pt idx="39">
                  <c:v>46178</c:v>
                </c:pt>
                <c:pt idx="40">
                  <c:v>46185</c:v>
                </c:pt>
                <c:pt idx="41">
                  <c:v>46192</c:v>
                </c:pt>
              </c:numCache>
            </c:numRef>
          </c:cat>
          <c:val>
            <c:numRef>
              <c:f>Sheet1!$B$141:$B$182</c:f>
              <c:numCache>
                <c:formatCode>0.00</c:formatCode>
                <c:ptCount val="42"/>
                <c:pt idx="0">
                  <c:v>4.6818181818181817</c:v>
                </c:pt>
                <c:pt idx="1">
                  <c:v>4.4787234042553195</c:v>
                </c:pt>
                <c:pt idx="2">
                  <c:v>4.795698924731183</c:v>
                </c:pt>
                <c:pt idx="3">
                  <c:v>4.9021739130434785</c:v>
                </c:pt>
                <c:pt idx="4">
                  <c:v>4.6421052631578945</c:v>
                </c:pt>
                <c:pt idx="5">
                  <c:v>4.387096774193548</c:v>
                </c:pt>
                <c:pt idx="6">
                  <c:v>4.75</c:v>
                </c:pt>
                <c:pt idx="7">
                  <c:v>4.666666666666667</c:v>
                </c:pt>
                <c:pt idx="8">
                  <c:v>4.6900000000000004</c:v>
                </c:pt>
                <c:pt idx="9">
                  <c:v>4.9361702127659575</c:v>
                </c:pt>
                <c:pt idx="10">
                  <c:v>4.7857142857142856</c:v>
                </c:pt>
                <c:pt idx="11">
                  <c:v>4.6565656565656566</c:v>
                </c:pt>
                <c:pt idx="12">
                  <c:v>4.5666666666666664</c:v>
                </c:pt>
                <c:pt idx="13">
                  <c:v>4.393258426966292</c:v>
                </c:pt>
                <c:pt idx="14">
                  <c:v>4.5274725274725274</c:v>
                </c:pt>
                <c:pt idx="15">
                  <c:v>4.8735632183908049</c:v>
                </c:pt>
                <c:pt idx="16">
                  <c:v>4.8152173913043477</c:v>
                </c:pt>
                <c:pt idx="17">
                  <c:v>4.875</c:v>
                </c:pt>
                <c:pt idx="18">
                  <c:v>4.242105263157895</c:v>
                </c:pt>
                <c:pt idx="19">
                  <c:v>4.1208791208791204</c:v>
                </c:pt>
                <c:pt idx="20">
                  <c:v>4.584269662921348</c:v>
                </c:pt>
                <c:pt idx="21">
                  <c:v>4.5999999999999996</c:v>
                </c:pt>
                <c:pt idx="22">
                  <c:v>4.7951807228915664</c:v>
                </c:pt>
                <c:pt idx="23">
                  <c:v>4.8470588235294114</c:v>
                </c:pt>
                <c:pt idx="24">
                  <c:v>4.2560975609756095</c:v>
                </c:pt>
                <c:pt idx="25">
                  <c:v>5.0886075949367084</c:v>
                </c:pt>
                <c:pt idx="26">
                  <c:v>5.024096385542169</c:v>
                </c:pt>
                <c:pt idx="27">
                  <c:v>4.75</c:v>
                </c:pt>
                <c:pt idx="28">
                  <c:v>5.3563218390804597</c:v>
                </c:pt>
                <c:pt idx="29">
                  <c:v>5.2906976744186043</c:v>
                </c:pt>
                <c:pt idx="30">
                  <c:v>5.2560975609756095</c:v>
                </c:pt>
                <c:pt idx="31">
                  <c:v>5.5769230769230766</c:v>
                </c:pt>
                <c:pt idx="32">
                  <c:v>5.0370370370370372</c:v>
                </c:pt>
                <c:pt idx="33">
                  <c:v>5.2266666666666666</c:v>
                </c:pt>
                <c:pt idx="34">
                  <c:v>5.1558441558441555</c:v>
                </c:pt>
                <c:pt idx="35">
                  <c:v>5.1124999999999998</c:v>
                </c:pt>
                <c:pt idx="36">
                  <c:v>4.96</c:v>
                </c:pt>
                <c:pt idx="37">
                  <c:v>5.0740740740740744</c:v>
                </c:pt>
                <c:pt idx="38">
                  <c:v>4.9024390243902438</c:v>
                </c:pt>
                <c:pt idx="39">
                  <c:v>4.7294117647058824</c:v>
                </c:pt>
                <c:pt idx="40">
                  <c:v>4.7325581395348841</c:v>
                </c:pt>
                <c:pt idx="41">
                  <c:v>5.0120481927710845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Sheet1!$E$141:$E$182</c15:f>
                <c15:dlblRangeCache>
                  <c:ptCount val="42"/>
                  <c:pt idx="0">
                    <c:v>4.7 (8%)</c:v>
                  </c:pt>
                  <c:pt idx="1">
                    <c:v>4.5 (-4%)</c:v>
                  </c:pt>
                  <c:pt idx="2">
                    <c:v>4.8 (7%)</c:v>
                  </c:pt>
                  <c:pt idx="3">
                    <c:v>4.9 (2%)</c:v>
                  </c:pt>
                  <c:pt idx="4">
                    <c:v>4.6 (-5%)</c:v>
                  </c:pt>
                  <c:pt idx="5">
                    <c:v>4.4 (-5%)</c:v>
                  </c:pt>
                  <c:pt idx="6">
                    <c:v>4.8 (8%)</c:v>
                  </c:pt>
                  <c:pt idx="7">
                    <c:v>4.7 (-2%)</c:v>
                  </c:pt>
                  <c:pt idx="8">
                    <c:v>4.7 (1%)</c:v>
                  </c:pt>
                  <c:pt idx="9">
                    <c:v>4.9 (5%)</c:v>
                  </c:pt>
                  <c:pt idx="10">
                    <c:v>4.8 (-3%)</c:v>
                  </c:pt>
                  <c:pt idx="11">
                    <c:v>4.7 (-3%)</c:v>
                  </c:pt>
                  <c:pt idx="12">
                    <c:v>4.6 (-2%)</c:v>
                  </c:pt>
                  <c:pt idx="13">
                    <c:v>4.4 (-4%)</c:v>
                  </c:pt>
                  <c:pt idx="14">
                    <c:v>4.5 (3%)</c:v>
                  </c:pt>
                  <c:pt idx="15">
                    <c:v>4.9 (8%)</c:v>
                  </c:pt>
                  <c:pt idx="16">
                    <c:v>4.8 (-1%)</c:v>
                  </c:pt>
                  <c:pt idx="17">
                    <c:v>4.9 (1%)</c:v>
                  </c:pt>
                  <c:pt idx="18">
                    <c:v>4.2 (-13%)</c:v>
                  </c:pt>
                  <c:pt idx="19">
                    <c:v>4.1 (-3%)</c:v>
                  </c:pt>
                  <c:pt idx="20">
                    <c:v>4.6 (11%)</c:v>
                  </c:pt>
                  <c:pt idx="21">
                    <c:v>4.6 (0%)</c:v>
                  </c:pt>
                  <c:pt idx="22">
                    <c:v>4.8 (4%)</c:v>
                  </c:pt>
                  <c:pt idx="23">
                    <c:v>4.8 (1%)</c:v>
                  </c:pt>
                  <c:pt idx="24">
                    <c:v>4.3 (-12%)</c:v>
                  </c:pt>
                  <c:pt idx="25">
                    <c:v>5.1 (20%)</c:v>
                  </c:pt>
                  <c:pt idx="26">
                    <c:v>5 (-1%)</c:v>
                  </c:pt>
                  <c:pt idx="27">
                    <c:v>4.8 (-5%)</c:v>
                  </c:pt>
                  <c:pt idx="28">
                    <c:v>5.4 (13%)</c:v>
                  </c:pt>
                  <c:pt idx="29">
                    <c:v>5.3 (-1%)</c:v>
                  </c:pt>
                  <c:pt idx="30">
                    <c:v>5.3 (-1%)</c:v>
                  </c:pt>
                  <c:pt idx="31">
                    <c:v>5.6 (6%)</c:v>
                  </c:pt>
                  <c:pt idx="32">
                    <c:v>5 (-10%)</c:v>
                  </c:pt>
                  <c:pt idx="33">
                    <c:v>5.2 (4%)</c:v>
                  </c:pt>
                  <c:pt idx="34">
                    <c:v>5.2 (-1%)</c:v>
                  </c:pt>
                  <c:pt idx="35">
                    <c:v>5.1 (-1%)</c:v>
                  </c:pt>
                  <c:pt idx="36">
                    <c:v>5 (-3%)</c:v>
                  </c:pt>
                  <c:pt idx="37">
                    <c:v>5.1 (2%)</c:v>
                  </c:pt>
                  <c:pt idx="38">
                    <c:v>4.9 (-3%)</c:v>
                  </c:pt>
                  <c:pt idx="39">
                    <c:v>4.7 (-4%)</c:v>
                  </c:pt>
                  <c:pt idx="40">
                    <c:v>4.7 (0%)</c:v>
                  </c:pt>
                  <c:pt idx="41">
                    <c:v>5 (6%)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27-B8E2-4A7C-8F02-623A91C3E1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44866672"/>
        <c:axId val="44861264"/>
      </c:barChart>
      <c:catAx>
        <c:axId val="44866672"/>
        <c:scaling>
          <c:orientation val="minMax"/>
        </c:scaling>
        <c:delete val="0"/>
        <c:axPos val="b"/>
        <c:numFmt formatCode="m\/dd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861264"/>
        <c:crosses val="autoZero"/>
        <c:auto val="0"/>
        <c:lblAlgn val="ctr"/>
        <c:lblOffset val="100"/>
        <c:noMultiLvlLbl val="0"/>
      </c:catAx>
      <c:valAx>
        <c:axId val="44861264"/>
        <c:scaling>
          <c:orientation val="minMax"/>
          <c:max val="10"/>
          <c:min val="0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Trebuchet MS" panose="020B0603020202020204" pitchFamily="34" charset="0"/>
                    <a:ea typeface="+mn-ea"/>
                    <a:cs typeface="+mn-cs"/>
                  </a:defRPr>
                </a:pPr>
                <a:r>
                  <a:rPr lang="en-IN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Average Sales</a:t>
                </a:r>
                <a:r>
                  <a:rPr lang="en-IN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 </a:t>
                </a:r>
                <a:r>
                  <a:rPr lang="en-IN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per Active Account</a:t>
                </a:r>
              </a:p>
            </c:rich>
          </c:tx>
          <c:layout>
            <c:manualLayout>
              <c:xMode val="edge"/>
              <c:yMode val="edge"/>
              <c:x val="1.0398330331964864E-2"/>
              <c:y val="0.1826002451778573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95000"/>
                      <a:lumOff val="5000"/>
                    </a:schemeClr>
                  </a:solidFill>
                  <a:latin typeface="Trebuchet MS" panose="020B0603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#,##0" sourceLinked="0"/>
        <c:majorTickMark val="out"/>
        <c:minorTickMark val="none"/>
        <c:tickLblPos val="nextTo"/>
        <c:crossAx val="44866672"/>
        <c:crosses val="autoZero"/>
        <c:crossBetween val="between"/>
        <c:minorUnit val="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6350">
      <a:solidFill>
        <a:schemeClr val="tx2">
          <a:lumMod val="75000"/>
        </a:schemeClr>
      </a:solidFill>
    </a:ln>
    <a:effectLst/>
  </c:spPr>
  <c:txPr>
    <a:bodyPr/>
    <a:lstStyle/>
    <a:p>
      <a:pPr>
        <a:defRPr sz="1000">
          <a:solidFill>
            <a:schemeClr val="accent6"/>
          </a:solidFill>
          <a:latin typeface="Trebuchet MS" panose="020B0603020202020204" pitchFamily="34" charset="0"/>
        </a:defRPr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>
              <a:defRPr sz="1400" b="0" i="0" u="none" strike="noStrike" kern="1200" spc="0" baseline="0">
                <a:solidFill>
                  <a:schemeClr val="tx1">
                    <a:lumMod val="95000"/>
                    <a:lumOff val="5000"/>
                  </a:schemeClr>
                </a:solidFill>
                <a:latin typeface="Trebuchet MS" panose="020B0603020202020204" pitchFamily="34" charset="0"/>
                <a:ea typeface="+mn-ea"/>
                <a:cs typeface="+mn-cs"/>
              </a:defRPr>
            </a:pPr>
            <a:r>
              <a:rPr lang="en-US" sz="1350" baseline="0">
                <a:solidFill>
                  <a:schemeClr val="tx1">
                    <a:lumMod val="95000"/>
                    <a:lumOff val="5000"/>
                  </a:schemeClr>
                </a:solidFill>
                <a:latin typeface="Trebuchet MS" panose="020B0603020202020204" pitchFamily="34" charset="0"/>
              </a:rPr>
              <a:t>Trend of New and Active Accounts</a:t>
            </a:r>
            <a:r>
              <a:rPr lang="en-US" sz="1350" baseline="30000">
                <a:solidFill>
                  <a:schemeClr val="tx1">
                    <a:lumMod val="95000"/>
                    <a:lumOff val="5000"/>
                  </a:schemeClr>
                </a:solidFill>
                <a:latin typeface="Trebuchet MS" panose="020B0603020202020204" pitchFamily="34" charset="0"/>
              </a:rPr>
              <a:t>1</a:t>
            </a:r>
          </a:p>
        </c:rich>
      </c:tx>
      <c:layout>
        <c:manualLayout>
          <c:xMode val="edge"/>
          <c:yMode val="edge"/>
          <c:x val="0.34785468503002337"/>
          <c:y val="5.4939180964543857E-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>
            <a:defRPr sz="1400" b="0" i="0" u="none" strike="noStrike" kern="1200" spc="0" baseline="0">
              <a:solidFill>
                <a:schemeClr val="tx1">
                  <a:lumMod val="95000"/>
                  <a:lumOff val="5000"/>
                </a:schemeClr>
              </a:solidFill>
              <a:latin typeface="Trebuchet MS" panose="020B0603020202020204" pitchFamily="34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2946586257013645E-2"/>
          <c:y val="0.16637299526449642"/>
          <c:w val="0.89228477003341078"/>
          <c:h val="0.6419544061571572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Accounts (R4W)</c:v>
                </c:pt>
              </c:strCache>
            </c:strRef>
          </c:tx>
          <c:spPr>
            <a:solidFill>
              <a:schemeClr val="accent3">
                <a:lumMod val="50000"/>
              </a:schemeClr>
            </a:solidFill>
            <a:ln>
              <a:solidFill>
                <a:schemeClr val="accent3">
                  <a:lumMod val="50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Sheet1!$A$141:$A$182</c:f>
              <c:numCache>
                <c:formatCode>m/dd</c:formatCode>
                <c:ptCount val="42"/>
                <c:pt idx="0">
                  <c:v>45905</c:v>
                </c:pt>
                <c:pt idx="1">
                  <c:v>45912</c:v>
                </c:pt>
                <c:pt idx="2">
                  <c:v>45919</c:v>
                </c:pt>
                <c:pt idx="3">
                  <c:v>45926</c:v>
                </c:pt>
                <c:pt idx="4">
                  <c:v>45933</c:v>
                </c:pt>
                <c:pt idx="5">
                  <c:v>45940</c:v>
                </c:pt>
                <c:pt idx="6">
                  <c:v>45947</c:v>
                </c:pt>
                <c:pt idx="7">
                  <c:v>45954</c:v>
                </c:pt>
                <c:pt idx="8">
                  <c:v>45961</c:v>
                </c:pt>
                <c:pt idx="9">
                  <c:v>45968</c:v>
                </c:pt>
                <c:pt idx="10">
                  <c:v>45975</c:v>
                </c:pt>
                <c:pt idx="11">
                  <c:v>45982</c:v>
                </c:pt>
                <c:pt idx="12">
                  <c:v>45989</c:v>
                </c:pt>
                <c:pt idx="13">
                  <c:v>45996</c:v>
                </c:pt>
                <c:pt idx="14">
                  <c:v>46003</c:v>
                </c:pt>
                <c:pt idx="15">
                  <c:v>46010</c:v>
                </c:pt>
                <c:pt idx="16">
                  <c:v>46017</c:v>
                </c:pt>
                <c:pt idx="17">
                  <c:v>46024</c:v>
                </c:pt>
                <c:pt idx="18">
                  <c:v>46031</c:v>
                </c:pt>
                <c:pt idx="19">
                  <c:v>46038</c:v>
                </c:pt>
                <c:pt idx="20">
                  <c:v>46045</c:v>
                </c:pt>
                <c:pt idx="21">
                  <c:v>46052</c:v>
                </c:pt>
                <c:pt idx="22">
                  <c:v>46059</c:v>
                </c:pt>
                <c:pt idx="23">
                  <c:v>46066</c:v>
                </c:pt>
                <c:pt idx="24">
                  <c:v>46073</c:v>
                </c:pt>
                <c:pt idx="25">
                  <c:v>46080</c:v>
                </c:pt>
                <c:pt idx="26">
                  <c:v>46087</c:v>
                </c:pt>
                <c:pt idx="27">
                  <c:v>46094</c:v>
                </c:pt>
                <c:pt idx="28">
                  <c:v>46101</c:v>
                </c:pt>
                <c:pt idx="29">
                  <c:v>46108</c:v>
                </c:pt>
                <c:pt idx="30">
                  <c:v>46115</c:v>
                </c:pt>
                <c:pt idx="31">
                  <c:v>46122</c:v>
                </c:pt>
                <c:pt idx="32">
                  <c:v>46129</c:v>
                </c:pt>
                <c:pt idx="33">
                  <c:v>46136</c:v>
                </c:pt>
                <c:pt idx="34">
                  <c:v>46143</c:v>
                </c:pt>
                <c:pt idx="35">
                  <c:v>46150</c:v>
                </c:pt>
                <c:pt idx="36">
                  <c:v>46157</c:v>
                </c:pt>
                <c:pt idx="37">
                  <c:v>46164</c:v>
                </c:pt>
                <c:pt idx="38">
                  <c:v>46171</c:v>
                </c:pt>
                <c:pt idx="39">
                  <c:v>46178</c:v>
                </c:pt>
                <c:pt idx="40">
                  <c:v>46185</c:v>
                </c:pt>
                <c:pt idx="41">
                  <c:v>46192</c:v>
                </c:pt>
              </c:numCache>
            </c:numRef>
          </c:cat>
          <c:val>
            <c:numRef>
              <c:f>Sheet1!$B$141:$B$182</c:f>
              <c:numCache>
                <c:formatCode>General</c:formatCode>
                <c:ptCount val="42"/>
                <c:pt idx="0">
                  <c:v>88</c:v>
                </c:pt>
                <c:pt idx="1">
                  <c:v>94</c:v>
                </c:pt>
                <c:pt idx="2">
                  <c:v>93</c:v>
                </c:pt>
                <c:pt idx="3">
                  <c:v>92</c:v>
                </c:pt>
                <c:pt idx="4">
                  <c:v>95</c:v>
                </c:pt>
                <c:pt idx="5">
                  <c:v>93</c:v>
                </c:pt>
                <c:pt idx="6">
                  <c:v>84</c:v>
                </c:pt>
                <c:pt idx="7">
                  <c:v>84</c:v>
                </c:pt>
                <c:pt idx="8">
                  <c:v>88</c:v>
                </c:pt>
                <c:pt idx="9">
                  <c:v>94</c:v>
                </c:pt>
                <c:pt idx="10">
                  <c:v>98</c:v>
                </c:pt>
                <c:pt idx="11">
                  <c:v>99</c:v>
                </c:pt>
                <c:pt idx="12">
                  <c:v>90</c:v>
                </c:pt>
                <c:pt idx="13">
                  <c:v>89</c:v>
                </c:pt>
                <c:pt idx="14">
                  <c:v>91</c:v>
                </c:pt>
                <c:pt idx="15">
                  <c:v>87</c:v>
                </c:pt>
                <c:pt idx="16">
                  <c:v>92</c:v>
                </c:pt>
                <c:pt idx="17">
                  <c:v>88</c:v>
                </c:pt>
                <c:pt idx="18">
                  <c:v>95</c:v>
                </c:pt>
                <c:pt idx="19">
                  <c:v>91</c:v>
                </c:pt>
                <c:pt idx="20">
                  <c:v>89</c:v>
                </c:pt>
                <c:pt idx="21">
                  <c:v>85</c:v>
                </c:pt>
                <c:pt idx="22">
                  <c:v>83</c:v>
                </c:pt>
                <c:pt idx="23">
                  <c:v>85</c:v>
                </c:pt>
                <c:pt idx="24">
                  <c:v>82</c:v>
                </c:pt>
                <c:pt idx="25">
                  <c:v>79</c:v>
                </c:pt>
                <c:pt idx="26">
                  <c:v>83</c:v>
                </c:pt>
                <c:pt idx="27">
                  <c:v>84</c:v>
                </c:pt>
                <c:pt idx="28">
                  <c:v>87</c:v>
                </c:pt>
                <c:pt idx="29">
                  <c:v>86</c:v>
                </c:pt>
                <c:pt idx="30">
                  <c:v>82</c:v>
                </c:pt>
                <c:pt idx="31">
                  <c:v>78</c:v>
                </c:pt>
                <c:pt idx="32">
                  <c:v>81</c:v>
                </c:pt>
                <c:pt idx="33">
                  <c:v>75</c:v>
                </c:pt>
                <c:pt idx="34">
                  <c:v>77</c:v>
                </c:pt>
                <c:pt idx="35">
                  <c:v>80</c:v>
                </c:pt>
                <c:pt idx="36">
                  <c:v>83</c:v>
                </c:pt>
                <c:pt idx="37">
                  <c:v>81</c:v>
                </c:pt>
                <c:pt idx="38">
                  <c:v>82</c:v>
                </c:pt>
                <c:pt idx="39">
                  <c:v>85</c:v>
                </c:pt>
                <c:pt idx="40">
                  <c:v>86</c:v>
                </c:pt>
                <c:pt idx="41">
                  <c:v>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E2-4F77-AE8D-A42C597CAA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733489983"/>
        <c:axId val="1694194847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Weekly New Accounts</c:v>
                </c:pt>
              </c:strCache>
            </c:strRef>
          </c:tx>
          <c:spPr>
            <a:ln w="41275" cap="rnd">
              <a:solidFill>
                <a:schemeClr val="accent1"/>
              </a:solidFill>
              <a:prstDash val="solid"/>
              <a:round/>
            </a:ln>
            <a:effectLst/>
          </c:spPr>
          <c:marker>
            <c:symbol val="diamond"/>
            <c:size val="7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Sheet1!$A$141:$A$182</c:f>
              <c:numCache>
                <c:formatCode>m/dd</c:formatCode>
                <c:ptCount val="42"/>
                <c:pt idx="0">
                  <c:v>45905</c:v>
                </c:pt>
                <c:pt idx="1">
                  <c:v>45912</c:v>
                </c:pt>
                <c:pt idx="2">
                  <c:v>45919</c:v>
                </c:pt>
                <c:pt idx="3">
                  <c:v>45926</c:v>
                </c:pt>
                <c:pt idx="4">
                  <c:v>45933</c:v>
                </c:pt>
                <c:pt idx="5">
                  <c:v>45940</c:v>
                </c:pt>
                <c:pt idx="6">
                  <c:v>45947</c:v>
                </c:pt>
                <c:pt idx="7">
                  <c:v>45954</c:v>
                </c:pt>
                <c:pt idx="8">
                  <c:v>45961</c:v>
                </c:pt>
                <c:pt idx="9">
                  <c:v>45968</c:v>
                </c:pt>
                <c:pt idx="10">
                  <c:v>45975</c:v>
                </c:pt>
                <c:pt idx="11">
                  <c:v>45982</c:v>
                </c:pt>
                <c:pt idx="12">
                  <c:v>45989</c:v>
                </c:pt>
                <c:pt idx="13">
                  <c:v>45996</c:v>
                </c:pt>
                <c:pt idx="14">
                  <c:v>46003</c:v>
                </c:pt>
                <c:pt idx="15">
                  <c:v>46010</c:v>
                </c:pt>
                <c:pt idx="16">
                  <c:v>46017</c:v>
                </c:pt>
                <c:pt idx="17">
                  <c:v>46024</c:v>
                </c:pt>
                <c:pt idx="18">
                  <c:v>46031</c:v>
                </c:pt>
                <c:pt idx="19">
                  <c:v>46038</c:v>
                </c:pt>
                <c:pt idx="20">
                  <c:v>46045</c:v>
                </c:pt>
                <c:pt idx="21">
                  <c:v>46052</c:v>
                </c:pt>
                <c:pt idx="22">
                  <c:v>46059</c:v>
                </c:pt>
                <c:pt idx="23">
                  <c:v>46066</c:v>
                </c:pt>
                <c:pt idx="24">
                  <c:v>46073</c:v>
                </c:pt>
                <c:pt idx="25">
                  <c:v>46080</c:v>
                </c:pt>
                <c:pt idx="26">
                  <c:v>46087</c:v>
                </c:pt>
                <c:pt idx="27">
                  <c:v>46094</c:v>
                </c:pt>
                <c:pt idx="28">
                  <c:v>46101</c:v>
                </c:pt>
                <c:pt idx="29">
                  <c:v>46108</c:v>
                </c:pt>
                <c:pt idx="30">
                  <c:v>46115</c:v>
                </c:pt>
                <c:pt idx="31">
                  <c:v>46122</c:v>
                </c:pt>
                <c:pt idx="32">
                  <c:v>46129</c:v>
                </c:pt>
                <c:pt idx="33">
                  <c:v>46136</c:v>
                </c:pt>
                <c:pt idx="34">
                  <c:v>46143</c:v>
                </c:pt>
                <c:pt idx="35">
                  <c:v>46150</c:v>
                </c:pt>
                <c:pt idx="36">
                  <c:v>46157</c:v>
                </c:pt>
                <c:pt idx="37">
                  <c:v>46164</c:v>
                </c:pt>
                <c:pt idx="38">
                  <c:v>46171</c:v>
                </c:pt>
                <c:pt idx="39">
                  <c:v>46178</c:v>
                </c:pt>
                <c:pt idx="40">
                  <c:v>46185</c:v>
                </c:pt>
                <c:pt idx="41">
                  <c:v>46192</c:v>
                </c:pt>
              </c:numCache>
            </c:numRef>
          </c:cat>
          <c:val>
            <c:numRef>
              <c:f>Sheet1!$C$141:$C$182</c:f>
              <c:numCache>
                <c:formatCode>General</c:formatCode>
                <c:ptCount val="42"/>
                <c:pt idx="0">
                  <c:v>0</c:v>
                </c:pt>
                <c:pt idx="1">
                  <c:v>3</c:v>
                </c:pt>
                <c:pt idx="2">
                  <c:v>5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2</c:v>
                </c:pt>
                <c:pt idx="7">
                  <c:v>1</c:v>
                </c:pt>
                <c:pt idx="8">
                  <c:v>1</c:v>
                </c:pt>
                <c:pt idx="9">
                  <c:v>7</c:v>
                </c:pt>
                <c:pt idx="10">
                  <c:v>1</c:v>
                </c:pt>
                <c:pt idx="11">
                  <c:v>2</c:v>
                </c:pt>
                <c:pt idx="12">
                  <c:v>0</c:v>
                </c:pt>
                <c:pt idx="13">
                  <c:v>4</c:v>
                </c:pt>
                <c:pt idx="14">
                  <c:v>3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4</c:v>
                </c:pt>
                <c:pt idx="19">
                  <c:v>1</c:v>
                </c:pt>
                <c:pt idx="20">
                  <c:v>2</c:v>
                </c:pt>
                <c:pt idx="21">
                  <c:v>0</c:v>
                </c:pt>
                <c:pt idx="22">
                  <c:v>0</c:v>
                </c:pt>
                <c:pt idx="23">
                  <c:v>3</c:v>
                </c:pt>
                <c:pt idx="24">
                  <c:v>1</c:v>
                </c:pt>
                <c:pt idx="25">
                  <c:v>1</c:v>
                </c:pt>
                <c:pt idx="26">
                  <c:v>3</c:v>
                </c:pt>
                <c:pt idx="27">
                  <c:v>0</c:v>
                </c:pt>
                <c:pt idx="28">
                  <c:v>1</c:v>
                </c:pt>
                <c:pt idx="29">
                  <c:v>0</c:v>
                </c:pt>
                <c:pt idx="30">
                  <c:v>0</c:v>
                </c:pt>
                <c:pt idx="31">
                  <c:v>1</c:v>
                </c:pt>
                <c:pt idx="32">
                  <c:v>1</c:v>
                </c:pt>
                <c:pt idx="33">
                  <c:v>1</c:v>
                </c:pt>
                <c:pt idx="34">
                  <c:v>0</c:v>
                </c:pt>
                <c:pt idx="35">
                  <c:v>2</c:v>
                </c:pt>
                <c:pt idx="36">
                  <c:v>2</c:v>
                </c:pt>
                <c:pt idx="37">
                  <c:v>0</c:v>
                </c:pt>
                <c:pt idx="38">
                  <c:v>2</c:v>
                </c:pt>
                <c:pt idx="39">
                  <c:v>4</c:v>
                </c:pt>
                <c:pt idx="40">
                  <c:v>1</c:v>
                </c:pt>
                <c:pt idx="4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1E2-4F77-AE8D-A42C597CAA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457167"/>
        <c:axId val="5461967"/>
        <c:extLst/>
      </c:lineChart>
      <c:catAx>
        <c:axId val="733489983"/>
        <c:scaling>
          <c:orientation val="minMax"/>
        </c:scaling>
        <c:delete val="0"/>
        <c:axPos val="b"/>
        <c:numFmt formatCode="m\/dd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4194847"/>
        <c:crosses val="autoZero"/>
        <c:auto val="0"/>
        <c:lblAlgn val="ctr"/>
        <c:lblOffset val="100"/>
        <c:noMultiLvlLbl val="0"/>
      </c:catAx>
      <c:valAx>
        <c:axId val="1694194847"/>
        <c:scaling>
          <c:orientation val="minMax"/>
          <c:max val="200"/>
          <c:min val="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33489983"/>
        <c:crosses val="autoZero"/>
        <c:crossBetween val="between"/>
        <c:majorUnit val="50"/>
      </c:valAx>
      <c:valAx>
        <c:axId val="5461967"/>
        <c:scaling>
          <c:orientation val="minMax"/>
          <c:max val="10"/>
          <c:min val="-30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457167"/>
        <c:crosses val="max"/>
        <c:crossBetween val="between"/>
      </c:valAx>
      <c:dateAx>
        <c:axId val="5457167"/>
        <c:scaling>
          <c:orientation val="minMax"/>
        </c:scaling>
        <c:delete val="1"/>
        <c:axPos val="b"/>
        <c:numFmt formatCode="m/dd" sourceLinked="1"/>
        <c:majorTickMark val="out"/>
        <c:minorTickMark val="none"/>
        <c:tickLblPos val="nextTo"/>
        <c:crossAx val="5461967"/>
        <c:crosses val="autoZero"/>
        <c:auto val="1"/>
        <c:lblOffset val="100"/>
        <c:baseTimeUnit val="days"/>
        <c:majorUnit val="1"/>
        <c:minorUnit val="1"/>
      </c:date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607725001302842"/>
          <c:y val="0.40505035953999685"/>
          <c:w val="0.66784531902327171"/>
          <c:h val="9.170509175998967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Trebuchet MS" panose="020B0603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>
      <a:solidFill>
        <a:schemeClr val="tx1">
          <a:lumMod val="50000"/>
          <a:lumOff val="50000"/>
        </a:schemeClr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>
              <a:defRPr sz="1400" b="0" i="0" u="none" strike="noStrike" kern="1200" spc="0" baseline="0">
                <a:solidFill>
                  <a:schemeClr val="tx1">
                    <a:lumMod val="95000"/>
                    <a:lumOff val="5000"/>
                  </a:schemeClr>
                </a:solidFill>
                <a:latin typeface="Trebuchet MS" panose="020B0603020202020204" pitchFamily="34" charset="0"/>
                <a:ea typeface="+mn-ea"/>
                <a:cs typeface="+mn-cs"/>
              </a:defRPr>
            </a:pPr>
            <a:r>
              <a:rPr lang="en-US" sz="1350" b="0" i="0" u="none" strike="noStrike" kern="1200" spc="0" baseline="0">
                <a:solidFill>
                  <a:schemeClr val="tx1">
                    <a:lumMod val="95000"/>
                    <a:lumOff val="5000"/>
                  </a:schemeClr>
                </a:solidFill>
                <a:latin typeface="Trebuchet MS" panose="020B0603020202020204" pitchFamily="34" charset="0"/>
              </a:rPr>
              <a:t>R4W Trend of New and Dormant Accounts</a:t>
            </a:r>
          </a:p>
        </c:rich>
      </c:tx>
      <c:layout>
        <c:manualLayout>
          <c:xMode val="edge"/>
          <c:yMode val="edge"/>
          <c:x val="0.25882721207521625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>
            <a:defRPr sz="1400" b="0" i="0" u="none" strike="noStrike" kern="1200" spc="0" baseline="0">
              <a:solidFill>
                <a:schemeClr val="tx1">
                  <a:lumMod val="95000"/>
                  <a:lumOff val="5000"/>
                </a:schemeClr>
              </a:solidFill>
              <a:latin typeface="Trebuchet MS" panose="020B0603020202020204" pitchFamily="34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9457991659681145E-2"/>
          <c:y val="0.18734136879050009"/>
          <c:w val="0.91418796259813895"/>
          <c:h val="0.6156804099924092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Accounts Addition(R4W)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1"/>
              <c:layout>
                <c:manualLayout>
                  <c:x val="-2.4725779624130414E-2"/>
                  <c:y val="-4.848970911953259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38B-4C10-A323-8DD47559FBE1}"/>
                </c:ext>
              </c:extLst>
            </c:dLbl>
            <c:dLbl>
              <c:idx val="4"/>
              <c:layout>
                <c:manualLayout>
                  <c:x val="-2.4725779624130414E-2"/>
                  <c:y val="3.538438233046960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DD58-4454-9B0A-954E4B1D6292}"/>
                </c:ext>
              </c:extLst>
            </c:dLbl>
            <c:dLbl>
              <c:idx val="5"/>
              <c:layout>
                <c:manualLayout>
                  <c:x val="-1.8428891774182186E-2"/>
                  <c:y val="3.538438233046969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38B-4C10-A323-8DD47559FBE1}"/>
                </c:ext>
              </c:extLst>
            </c:dLbl>
            <c:dLbl>
              <c:idx val="6"/>
              <c:layout>
                <c:manualLayout>
                  <c:x val="-2.472577962413049E-2"/>
                  <c:y val="5.63529051929702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38B-4C10-A323-8DD47559FBE1}"/>
                </c:ext>
              </c:extLst>
            </c:dLbl>
            <c:dLbl>
              <c:idx val="7"/>
              <c:layout>
                <c:manualLayout>
                  <c:x val="-2.4725779624130334E-2"/>
                  <c:y val="-0.13236380056953481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368-489A-9CF5-E62339E42756}"/>
                </c:ext>
              </c:extLst>
            </c:dLbl>
            <c:dLbl>
              <c:idx val="9"/>
              <c:layout>
                <c:manualLayout>
                  <c:x val="-2.0527854390831622E-2"/>
                  <c:y val="5.111077447734511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D58-4454-9B0A-954E4B1D6292}"/>
                </c:ext>
              </c:extLst>
            </c:dLbl>
            <c:dLbl>
              <c:idx val="10"/>
              <c:layout>
                <c:manualLayout>
                  <c:x val="-2.682474224077977E-2"/>
                  <c:y val="5.63529051929702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D58-4454-9B0A-954E4B1D6292}"/>
                </c:ext>
              </c:extLst>
            </c:dLbl>
            <c:dLbl>
              <c:idx val="11"/>
              <c:layout>
                <c:manualLayout>
                  <c:x val="-2.8923704857429358E-2"/>
                  <c:y val="2.490012089921941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38B-4C10-A323-8DD47559FBE1}"/>
                </c:ext>
              </c:extLst>
            </c:dLbl>
            <c:dLbl>
              <c:idx val="12"/>
              <c:layout>
                <c:manualLayout>
                  <c:x val="-2.8923704857429205E-2"/>
                  <c:y val="5.63529051929702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D58-4454-9B0A-954E4B1D6292}"/>
                </c:ext>
              </c:extLst>
            </c:dLbl>
            <c:dLbl>
              <c:idx val="13"/>
              <c:layout>
                <c:manualLayout>
                  <c:x val="-1.6329929157532751E-2"/>
                  <c:y val="6.68371666242205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393-4092-A18E-E7C8CB158D12}"/>
                </c:ext>
              </c:extLst>
            </c:dLbl>
            <c:dLbl>
              <c:idx val="27"/>
              <c:layout>
                <c:manualLayout>
                  <c:x val="-4.1517480557325806E-2"/>
                  <c:y val="-2.22790555414068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D38B-4C10-A323-8DD47559FBE1}"/>
                </c:ext>
              </c:extLst>
            </c:dLbl>
            <c:dLbl>
              <c:idx val="28"/>
              <c:layout>
                <c:manualLayout>
                  <c:x val="-4.6638949341950432E-2"/>
                  <c:y val="2.4900120899219419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5.364948448155954E-2"/>
                      <c:h val="6.5526633945314258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D38B-4C10-A323-8DD47559FBE1}"/>
                </c:ext>
              </c:extLst>
            </c:dLbl>
            <c:dLbl>
              <c:idx val="29"/>
              <c:layout>
                <c:manualLayout>
                  <c:x val="-4.1517480557325806E-2"/>
                  <c:y val="2.490012089921932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D38B-4C10-A323-8DD47559FBE1}"/>
                </c:ext>
              </c:extLst>
            </c:dLbl>
            <c:dLbl>
              <c:idx val="30"/>
              <c:layout>
                <c:manualLayout>
                  <c:x val="-1.6329929157532598E-2"/>
                  <c:y val="-5.37318398351576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386-457B-B9AB-9D4B19601048}"/>
                </c:ext>
              </c:extLst>
            </c:dLbl>
            <c:dLbl>
              <c:idx val="32"/>
              <c:layout>
                <c:manualLayout>
                  <c:x val="-2.0527854390831466E-2"/>
                  <c:y val="-6.945823198203321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9D-480F-BA96-94855CF48609}"/>
                </c:ext>
              </c:extLst>
            </c:dLbl>
            <c:dLbl>
              <c:idx val="36"/>
              <c:layout>
                <c:manualLayout>
                  <c:x val="-1.5983848234755911E-2"/>
                  <c:y val="3.014225161484455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D38B-4C10-A323-8DD47559FBE1}"/>
                </c:ext>
              </c:extLst>
            </c:dLbl>
            <c:dLbl>
              <c:idx val="38"/>
              <c:layout>
                <c:manualLayout>
                  <c:x val="-2.4725779624130334E-2"/>
                  <c:y val="4.586864376171997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D38B-4C10-A323-8DD47559FBE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Sheet1!$A$141:$A$182</c:f>
              <c:numCache>
                <c:formatCode>m/dd</c:formatCode>
                <c:ptCount val="42"/>
                <c:pt idx="0">
                  <c:v>45905</c:v>
                </c:pt>
                <c:pt idx="1">
                  <c:v>45912</c:v>
                </c:pt>
                <c:pt idx="2">
                  <c:v>45919</c:v>
                </c:pt>
                <c:pt idx="3">
                  <c:v>45926</c:v>
                </c:pt>
                <c:pt idx="4">
                  <c:v>45933</c:v>
                </c:pt>
                <c:pt idx="5">
                  <c:v>45940</c:v>
                </c:pt>
                <c:pt idx="6">
                  <c:v>45947</c:v>
                </c:pt>
                <c:pt idx="7">
                  <c:v>45954</c:v>
                </c:pt>
                <c:pt idx="8">
                  <c:v>45961</c:v>
                </c:pt>
                <c:pt idx="9">
                  <c:v>45968</c:v>
                </c:pt>
                <c:pt idx="10">
                  <c:v>45975</c:v>
                </c:pt>
                <c:pt idx="11">
                  <c:v>45982</c:v>
                </c:pt>
                <c:pt idx="12">
                  <c:v>45989</c:v>
                </c:pt>
                <c:pt idx="13">
                  <c:v>45996</c:v>
                </c:pt>
                <c:pt idx="14">
                  <c:v>46003</c:v>
                </c:pt>
                <c:pt idx="15">
                  <c:v>46010</c:v>
                </c:pt>
                <c:pt idx="16">
                  <c:v>46017</c:v>
                </c:pt>
                <c:pt idx="17">
                  <c:v>46024</c:v>
                </c:pt>
                <c:pt idx="18">
                  <c:v>46031</c:v>
                </c:pt>
                <c:pt idx="19">
                  <c:v>46038</c:v>
                </c:pt>
                <c:pt idx="20">
                  <c:v>46045</c:v>
                </c:pt>
                <c:pt idx="21">
                  <c:v>46052</c:v>
                </c:pt>
                <c:pt idx="22">
                  <c:v>46059</c:v>
                </c:pt>
                <c:pt idx="23">
                  <c:v>46066</c:v>
                </c:pt>
                <c:pt idx="24">
                  <c:v>46073</c:v>
                </c:pt>
                <c:pt idx="25">
                  <c:v>46080</c:v>
                </c:pt>
                <c:pt idx="26">
                  <c:v>46087</c:v>
                </c:pt>
                <c:pt idx="27">
                  <c:v>46094</c:v>
                </c:pt>
                <c:pt idx="28">
                  <c:v>46101</c:v>
                </c:pt>
                <c:pt idx="29">
                  <c:v>46108</c:v>
                </c:pt>
                <c:pt idx="30">
                  <c:v>46115</c:v>
                </c:pt>
                <c:pt idx="31">
                  <c:v>46122</c:v>
                </c:pt>
                <c:pt idx="32">
                  <c:v>46129</c:v>
                </c:pt>
                <c:pt idx="33">
                  <c:v>46136</c:v>
                </c:pt>
                <c:pt idx="34">
                  <c:v>46143</c:v>
                </c:pt>
                <c:pt idx="35">
                  <c:v>46150</c:v>
                </c:pt>
                <c:pt idx="36">
                  <c:v>46157</c:v>
                </c:pt>
                <c:pt idx="37">
                  <c:v>46164</c:v>
                </c:pt>
                <c:pt idx="38">
                  <c:v>46171</c:v>
                </c:pt>
                <c:pt idx="39">
                  <c:v>46178</c:v>
                </c:pt>
                <c:pt idx="40">
                  <c:v>46185</c:v>
                </c:pt>
                <c:pt idx="41">
                  <c:v>46192</c:v>
                </c:pt>
              </c:numCache>
            </c:numRef>
          </c:cat>
          <c:val>
            <c:numRef>
              <c:f>Sheet1!$B$141:$B$182</c:f>
              <c:numCache>
                <c:formatCode>General</c:formatCode>
                <c:ptCount val="42"/>
                <c:pt idx="0">
                  <c:v>13</c:v>
                </c:pt>
                <c:pt idx="1">
                  <c:v>10</c:v>
                </c:pt>
                <c:pt idx="2">
                  <c:v>12</c:v>
                </c:pt>
                <c:pt idx="3">
                  <c:v>8</c:v>
                </c:pt>
                <c:pt idx="4">
                  <c:v>8</c:v>
                </c:pt>
                <c:pt idx="5">
                  <c:v>5</c:v>
                </c:pt>
                <c:pt idx="6">
                  <c:v>2</c:v>
                </c:pt>
                <c:pt idx="7">
                  <c:v>3</c:v>
                </c:pt>
                <c:pt idx="8">
                  <c:v>4</c:v>
                </c:pt>
                <c:pt idx="9">
                  <c:v>11</c:v>
                </c:pt>
                <c:pt idx="10">
                  <c:v>10</c:v>
                </c:pt>
                <c:pt idx="11">
                  <c:v>11</c:v>
                </c:pt>
                <c:pt idx="12">
                  <c:v>10</c:v>
                </c:pt>
                <c:pt idx="13">
                  <c:v>7</c:v>
                </c:pt>
                <c:pt idx="14">
                  <c:v>9</c:v>
                </c:pt>
                <c:pt idx="15">
                  <c:v>7</c:v>
                </c:pt>
                <c:pt idx="16">
                  <c:v>7</c:v>
                </c:pt>
                <c:pt idx="17">
                  <c:v>3</c:v>
                </c:pt>
                <c:pt idx="18">
                  <c:v>4</c:v>
                </c:pt>
                <c:pt idx="19">
                  <c:v>5</c:v>
                </c:pt>
                <c:pt idx="20">
                  <c:v>7</c:v>
                </c:pt>
                <c:pt idx="21">
                  <c:v>7</c:v>
                </c:pt>
                <c:pt idx="22">
                  <c:v>3</c:v>
                </c:pt>
                <c:pt idx="23">
                  <c:v>5</c:v>
                </c:pt>
                <c:pt idx="24">
                  <c:v>4</c:v>
                </c:pt>
                <c:pt idx="25">
                  <c:v>5</c:v>
                </c:pt>
                <c:pt idx="26">
                  <c:v>8</c:v>
                </c:pt>
                <c:pt idx="27">
                  <c:v>5</c:v>
                </c:pt>
                <c:pt idx="28">
                  <c:v>5</c:v>
                </c:pt>
                <c:pt idx="29">
                  <c:v>4</c:v>
                </c:pt>
                <c:pt idx="30">
                  <c:v>1</c:v>
                </c:pt>
                <c:pt idx="31">
                  <c:v>2</c:v>
                </c:pt>
                <c:pt idx="32">
                  <c:v>2</c:v>
                </c:pt>
                <c:pt idx="33">
                  <c:v>3</c:v>
                </c:pt>
                <c:pt idx="34">
                  <c:v>3</c:v>
                </c:pt>
                <c:pt idx="35">
                  <c:v>4</c:v>
                </c:pt>
                <c:pt idx="36">
                  <c:v>5</c:v>
                </c:pt>
                <c:pt idx="37">
                  <c:v>4</c:v>
                </c:pt>
                <c:pt idx="38">
                  <c:v>6</c:v>
                </c:pt>
                <c:pt idx="39">
                  <c:v>8</c:v>
                </c:pt>
                <c:pt idx="40">
                  <c:v>7</c:v>
                </c:pt>
                <c:pt idx="41">
                  <c:v>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AB6F-4CD4-9007-23DEA76E26A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733489983"/>
        <c:axId val="1694194847"/>
      </c:line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Dormant Account Addition (R4W)</c:v>
                </c:pt>
              </c:strCache>
            </c:strRef>
          </c:tx>
          <c:spPr>
            <a:ln w="28575" cap="rnd">
              <a:solidFill>
                <a:srgbClr val="C00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C00000"/>
              </a:solidFill>
              <a:ln w="9525">
                <a:solidFill>
                  <a:srgbClr val="C00000"/>
                </a:solidFill>
              </a:ln>
              <a:effectLst/>
            </c:spPr>
          </c:marker>
          <c:dLbls>
            <c:dLbl>
              <c:idx val="1"/>
              <c:layout>
                <c:manualLayout>
                  <c:x val="-2.9973186165754076E-2"/>
                  <c:y val="4.324757840390731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D38B-4C10-A323-8DD47559FBE1}"/>
                </c:ext>
              </c:extLst>
            </c:dLbl>
            <c:dLbl>
              <c:idx val="2"/>
              <c:layout>
                <c:manualLayout>
                  <c:x val="-3.4171111399052864E-2"/>
                  <c:y val="1.703692482578170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D38B-4C10-A323-8DD47559FBE1}"/>
                </c:ext>
              </c:extLst>
            </c:dLbl>
            <c:dLbl>
              <c:idx val="3"/>
              <c:layout>
                <c:manualLayout>
                  <c:x val="-3.2072148782403352E-2"/>
                  <c:y val="4.84897091195324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D38B-4C10-A323-8DD47559FBE1}"/>
                </c:ext>
              </c:extLst>
            </c:dLbl>
            <c:dLbl>
              <c:idx val="5"/>
              <c:layout>
                <c:manualLayout>
                  <c:x val="-2.5775260932455052E-2"/>
                  <c:y val="-7.732142805547077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DD58-4454-9B0A-954E4B1D6292}"/>
                </c:ext>
              </c:extLst>
            </c:dLbl>
            <c:dLbl>
              <c:idx val="6"/>
              <c:layout>
                <c:manualLayout>
                  <c:x val="-2.997318616575392E-2"/>
                  <c:y val="-5.63529051929702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D58-4454-9B0A-954E4B1D6292}"/>
                </c:ext>
              </c:extLst>
            </c:dLbl>
            <c:dLbl>
              <c:idx val="7"/>
              <c:layout>
                <c:manualLayout>
                  <c:x val="-1.3181485232558446E-2"/>
                  <c:y val="0.13236380056953481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D38B-4C10-A323-8DD47559FBE1}"/>
                </c:ext>
              </c:extLst>
            </c:dLbl>
            <c:dLbl>
              <c:idx val="8"/>
              <c:layout>
                <c:manualLayout>
                  <c:x val="-6.8845973826101442E-3"/>
                  <c:y val="6.945823198203311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DD58-4454-9B0A-954E4B1D6292}"/>
                </c:ext>
              </c:extLst>
            </c:dLbl>
            <c:dLbl>
              <c:idx val="10"/>
              <c:layout>
                <c:manualLayout>
                  <c:x val="-2.5775260932455052E-2"/>
                  <c:y val="-5.63529051929702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6C0-4081-A0A2-9AF592350694}"/>
                </c:ext>
              </c:extLst>
            </c:dLbl>
            <c:dLbl>
              <c:idx val="13"/>
              <c:layout>
                <c:manualLayout>
                  <c:x val="-1.0620750840246137E-2"/>
                  <c:y val="-4.586864376171997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6C0-4081-A0A2-9AF592350694}"/>
                </c:ext>
              </c:extLst>
            </c:dLbl>
            <c:dLbl>
              <c:idx val="28"/>
              <c:layout>
                <c:manualLayout>
                  <c:x val="-1.3181485232558601E-2"/>
                  <c:y val="-5.63529051929702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D38B-4C10-A323-8DD47559FBE1}"/>
                </c:ext>
              </c:extLst>
            </c:dLbl>
            <c:dLbl>
              <c:idx val="29"/>
              <c:layout>
                <c:manualLayout>
                  <c:x val="-1.1381170289002361E-2"/>
                  <c:y val="1.310532678906189E-3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D38B-4C10-A323-8DD47559FBE1}"/>
                </c:ext>
              </c:extLst>
            </c:dLbl>
            <c:dLbl>
              <c:idx val="31"/>
              <c:layout>
                <c:manualLayout>
                  <c:x val="-1.9478373082506748E-2"/>
                  <c:y val="8.518462412890853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865A-4EBE-AEC3-7F1A2F72BC6E}"/>
                </c:ext>
              </c:extLst>
            </c:dLbl>
            <c:dLbl>
              <c:idx val="32"/>
              <c:layout>
                <c:manualLayout>
                  <c:x val="-4.7856347659607102E-3"/>
                  <c:y val="-3.538438233046969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09D-480F-BA96-94855CF48609}"/>
                </c:ext>
              </c:extLst>
            </c:dLbl>
            <c:dLbl>
              <c:idx val="36"/>
              <c:layout>
                <c:manualLayout>
                  <c:x val="-2.5775260932455052E-2"/>
                  <c:y val="-3.538438233046974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D38B-4C10-A323-8DD47559FBE1}"/>
                </c:ext>
              </c:extLst>
            </c:dLbl>
            <c:dLbl>
              <c:idx val="37"/>
              <c:layout>
                <c:manualLayout>
                  <c:x val="-1.6918134508135382E-2"/>
                  <c:y val="-1.441585946796913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D38B-4C10-A323-8DD47559FBE1}"/>
                </c:ext>
              </c:extLst>
            </c:dLbl>
            <c:dLbl>
              <c:idx val="38"/>
              <c:layout>
                <c:manualLayout>
                  <c:x val="7.8081409339358955E-3"/>
                  <c:y val="-4.586864376171997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D38B-4C10-A323-8DD47559FBE1}"/>
                </c:ext>
              </c:extLst>
            </c:dLbl>
            <c:dLbl>
              <c:idx val="39"/>
              <c:layout>
                <c:manualLayout>
                  <c:x val="-1.7379410465857316E-2"/>
                  <c:y val="-3.014225161484455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5368-489A-9CF5-E62339E4275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Sheet1!$A$141:$A$182</c:f>
              <c:numCache>
                <c:formatCode>m/dd</c:formatCode>
                <c:ptCount val="42"/>
                <c:pt idx="0">
                  <c:v>45905</c:v>
                </c:pt>
                <c:pt idx="1">
                  <c:v>45912</c:v>
                </c:pt>
                <c:pt idx="2">
                  <c:v>45919</c:v>
                </c:pt>
                <c:pt idx="3">
                  <c:v>45926</c:v>
                </c:pt>
                <c:pt idx="4">
                  <c:v>45933</c:v>
                </c:pt>
                <c:pt idx="5">
                  <c:v>45940</c:v>
                </c:pt>
                <c:pt idx="6">
                  <c:v>45947</c:v>
                </c:pt>
                <c:pt idx="7">
                  <c:v>45954</c:v>
                </c:pt>
                <c:pt idx="8">
                  <c:v>45961</c:v>
                </c:pt>
                <c:pt idx="9">
                  <c:v>45968</c:v>
                </c:pt>
                <c:pt idx="10">
                  <c:v>45975</c:v>
                </c:pt>
                <c:pt idx="11">
                  <c:v>45982</c:v>
                </c:pt>
                <c:pt idx="12">
                  <c:v>45989</c:v>
                </c:pt>
                <c:pt idx="13">
                  <c:v>45996</c:v>
                </c:pt>
                <c:pt idx="14">
                  <c:v>46003</c:v>
                </c:pt>
                <c:pt idx="15">
                  <c:v>46010</c:v>
                </c:pt>
                <c:pt idx="16">
                  <c:v>46017</c:v>
                </c:pt>
                <c:pt idx="17">
                  <c:v>46024</c:v>
                </c:pt>
                <c:pt idx="18">
                  <c:v>46031</c:v>
                </c:pt>
                <c:pt idx="19">
                  <c:v>46038</c:v>
                </c:pt>
                <c:pt idx="20">
                  <c:v>46045</c:v>
                </c:pt>
                <c:pt idx="21">
                  <c:v>46052</c:v>
                </c:pt>
                <c:pt idx="22">
                  <c:v>46059</c:v>
                </c:pt>
                <c:pt idx="23">
                  <c:v>46066</c:v>
                </c:pt>
                <c:pt idx="24">
                  <c:v>46073</c:v>
                </c:pt>
                <c:pt idx="25">
                  <c:v>46080</c:v>
                </c:pt>
                <c:pt idx="26">
                  <c:v>46087</c:v>
                </c:pt>
                <c:pt idx="27">
                  <c:v>46094</c:v>
                </c:pt>
                <c:pt idx="28">
                  <c:v>46101</c:v>
                </c:pt>
                <c:pt idx="29">
                  <c:v>46108</c:v>
                </c:pt>
                <c:pt idx="30">
                  <c:v>46115</c:v>
                </c:pt>
                <c:pt idx="31">
                  <c:v>46122</c:v>
                </c:pt>
                <c:pt idx="32">
                  <c:v>46129</c:v>
                </c:pt>
                <c:pt idx="33">
                  <c:v>46136</c:v>
                </c:pt>
                <c:pt idx="34">
                  <c:v>46143</c:v>
                </c:pt>
                <c:pt idx="35">
                  <c:v>46150</c:v>
                </c:pt>
                <c:pt idx="36">
                  <c:v>46157</c:v>
                </c:pt>
                <c:pt idx="37">
                  <c:v>46164</c:v>
                </c:pt>
                <c:pt idx="38">
                  <c:v>46171</c:v>
                </c:pt>
                <c:pt idx="39">
                  <c:v>46178</c:v>
                </c:pt>
                <c:pt idx="40">
                  <c:v>46185</c:v>
                </c:pt>
                <c:pt idx="41">
                  <c:v>46192</c:v>
                </c:pt>
              </c:numCache>
            </c:numRef>
          </c:cat>
          <c:val>
            <c:numRef>
              <c:f>Sheet1!$C$141:$C$182</c:f>
              <c:numCache>
                <c:formatCode>General</c:formatCode>
                <c:ptCount val="42"/>
                <c:pt idx="0">
                  <c:v>3</c:v>
                </c:pt>
                <c:pt idx="1">
                  <c:v>4</c:v>
                </c:pt>
                <c:pt idx="2">
                  <c:v>3</c:v>
                </c:pt>
                <c:pt idx="3">
                  <c:v>-3</c:v>
                </c:pt>
                <c:pt idx="4">
                  <c:v>-4</c:v>
                </c:pt>
                <c:pt idx="5">
                  <c:v>-1</c:v>
                </c:pt>
                <c:pt idx="6">
                  <c:v>4</c:v>
                </c:pt>
                <c:pt idx="7">
                  <c:v>7</c:v>
                </c:pt>
                <c:pt idx="8">
                  <c:v>5</c:v>
                </c:pt>
                <c:pt idx="9">
                  <c:v>4</c:v>
                </c:pt>
                <c:pt idx="10">
                  <c:v>4</c:v>
                </c:pt>
                <c:pt idx="11">
                  <c:v>6</c:v>
                </c:pt>
                <c:pt idx="12">
                  <c:v>12</c:v>
                </c:pt>
                <c:pt idx="13">
                  <c:v>13</c:v>
                </c:pt>
                <c:pt idx="14">
                  <c:v>8</c:v>
                </c:pt>
                <c:pt idx="15">
                  <c:v>6</c:v>
                </c:pt>
                <c:pt idx="16">
                  <c:v>5</c:v>
                </c:pt>
                <c:pt idx="17">
                  <c:v>8</c:v>
                </c:pt>
                <c:pt idx="18">
                  <c:v>5</c:v>
                </c:pt>
                <c:pt idx="19">
                  <c:v>8</c:v>
                </c:pt>
                <c:pt idx="20">
                  <c:v>7</c:v>
                </c:pt>
                <c:pt idx="21">
                  <c:v>5</c:v>
                </c:pt>
                <c:pt idx="22">
                  <c:v>9</c:v>
                </c:pt>
                <c:pt idx="23">
                  <c:v>8</c:v>
                </c:pt>
                <c:pt idx="24">
                  <c:v>9</c:v>
                </c:pt>
                <c:pt idx="25">
                  <c:v>12</c:v>
                </c:pt>
                <c:pt idx="26">
                  <c:v>16</c:v>
                </c:pt>
                <c:pt idx="27">
                  <c:v>17</c:v>
                </c:pt>
                <c:pt idx="28">
                  <c:v>15</c:v>
                </c:pt>
                <c:pt idx="29">
                  <c:v>10</c:v>
                </c:pt>
                <c:pt idx="30">
                  <c:v>5</c:v>
                </c:pt>
                <c:pt idx="31">
                  <c:v>3</c:v>
                </c:pt>
                <c:pt idx="32">
                  <c:v>-1</c:v>
                </c:pt>
                <c:pt idx="33">
                  <c:v>-4</c:v>
                </c:pt>
                <c:pt idx="34">
                  <c:v>1</c:v>
                </c:pt>
                <c:pt idx="35">
                  <c:v>2</c:v>
                </c:pt>
                <c:pt idx="36">
                  <c:v>7</c:v>
                </c:pt>
                <c:pt idx="37">
                  <c:v>11</c:v>
                </c:pt>
                <c:pt idx="38">
                  <c:v>8</c:v>
                </c:pt>
                <c:pt idx="39">
                  <c:v>4</c:v>
                </c:pt>
                <c:pt idx="40">
                  <c:v>2</c:v>
                </c:pt>
                <c:pt idx="41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6-AB6F-4CD4-9007-23DEA76E26A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874422879"/>
        <c:axId val="1874421919"/>
      </c:lineChart>
      <c:catAx>
        <c:axId val="733489983"/>
        <c:scaling>
          <c:orientation val="minMax"/>
        </c:scaling>
        <c:delete val="0"/>
        <c:axPos val="b"/>
        <c:numFmt formatCode="m\/dd" sourceLinked="0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4194847"/>
        <c:crosses val="autoZero"/>
        <c:auto val="0"/>
        <c:lblAlgn val="ctr"/>
        <c:lblOffset val="100"/>
        <c:noMultiLvlLbl val="0"/>
      </c:catAx>
      <c:valAx>
        <c:axId val="1694194847"/>
        <c:scaling>
          <c:orientation val="minMax"/>
          <c:max val="20"/>
          <c:min val="-6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33489983"/>
        <c:crosses val="autoZero"/>
        <c:crossBetween val="between"/>
        <c:majorUnit val="5"/>
      </c:valAx>
      <c:valAx>
        <c:axId val="1874421919"/>
        <c:scaling>
          <c:orientation val="minMax"/>
        </c:scaling>
        <c:delete val="1"/>
        <c:axPos val="r"/>
        <c:numFmt formatCode="General" sourceLinked="1"/>
        <c:majorTickMark val="out"/>
        <c:minorTickMark val="none"/>
        <c:tickLblPos val="nextTo"/>
        <c:crossAx val="1874422879"/>
        <c:crosses val="max"/>
        <c:crossBetween val="between"/>
      </c:valAx>
      <c:dateAx>
        <c:axId val="1874422879"/>
        <c:scaling>
          <c:orientation val="minMax"/>
        </c:scaling>
        <c:delete val="1"/>
        <c:axPos val="t"/>
        <c:numFmt formatCode="m/dd" sourceLinked="1"/>
        <c:majorTickMark val="out"/>
        <c:minorTickMark val="none"/>
        <c:tickLblPos val="nextTo"/>
        <c:crossAx val="1874421919"/>
        <c:crosses val="max"/>
        <c:auto val="1"/>
        <c:lblOffset val="100"/>
        <c:baseTimeUnit val="days"/>
      </c:date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11486829092216848"/>
          <c:y val="5.7663437871876548E-2"/>
          <c:w val="0.82063835568260246"/>
          <c:h val="0.117915745338115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Trebuchet MS" panose="020B0603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>
      <a:solidFill>
        <a:schemeClr val="tx1">
          <a:lumMod val="50000"/>
          <a:lumOff val="50000"/>
        </a:schemeClr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withinLinearReversed" id="21">
  <a:schemeClr val="accent1"/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3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23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0.04118</cdr:x>
      <cdr:y>0.69718</cdr:y>
    </cdr:from>
    <cdr:to>
      <cdr:x>0.11212</cdr:x>
      <cdr:y>0.78961</cdr:y>
    </cdr:to>
    <cdr:sp macro="" textlink="">
      <cdr:nvSpPr>
        <cdr:cNvPr id="3" name="TextBox 2">
          <a:extLst xmlns:a="http://schemas.openxmlformats.org/drawingml/2006/main">
            <a:ext uri="{FF2B5EF4-FFF2-40B4-BE49-F238E27FC236}">
              <a16:creationId xmlns:a16="http://schemas.microsoft.com/office/drawing/2014/main" id="{E31F9C13-1DC7-1387-20B8-761AB02CF96E}"/>
            </a:ext>
          </a:extLst>
        </cdr:cNvPr>
        <cdr:cNvSpPr txBox="1"/>
      </cdr:nvSpPr>
      <cdr:spPr>
        <a:xfrm xmlns:a="http://schemas.openxmlformats.org/drawingml/2006/main" rot="20510909">
          <a:off x="223247" y="1625093"/>
          <a:ext cx="384546" cy="215449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Overflow="clip" horzOverflow="overflow" vert="horz" wrap="square" lIns="45719" tIns="45719" rIns="45719" bIns="45719" numCol="1" spcCol="38100" rtlCol="0" anchor="t">
          <a:spAutoFit/>
        </a:bodyPr>
        <a:lstStyle xmlns:a="http://schemas.openxmlformats.org/drawingml/2006/main"/>
        <a:p xmlns:a="http://schemas.openxmlformats.org/drawingml/2006/main">
          <a:pPr marL="0" marR="0" indent="0" algn="l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kumimoji="0" lang="en-IN" sz="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+49%</a:t>
          </a:r>
        </a:p>
      </cdr:txBody>
    </cdr:sp>
  </cdr:relSizeAnchor>
  <cdr:relSizeAnchor xmlns:cdr="http://schemas.openxmlformats.org/drawingml/2006/chartDrawing">
    <cdr:from>
      <cdr:x>0.10218</cdr:x>
      <cdr:y>0.64923</cdr:y>
    </cdr:from>
    <cdr:to>
      <cdr:x>0.18693</cdr:x>
      <cdr:y>0.74166</cdr:y>
    </cdr:to>
    <cdr:sp macro="" textlink="">
      <cdr:nvSpPr>
        <cdr:cNvPr id="4" name="TextBox 1">
          <a:extLst xmlns:a="http://schemas.openxmlformats.org/drawingml/2006/main">
            <a:ext uri="{FF2B5EF4-FFF2-40B4-BE49-F238E27FC236}">
              <a16:creationId xmlns:a16="http://schemas.microsoft.com/office/drawing/2014/main" id="{9D95B701-0FC8-7172-4FD8-108772A26A14}"/>
            </a:ext>
          </a:extLst>
        </cdr:cNvPr>
        <cdr:cNvSpPr txBox="1"/>
      </cdr:nvSpPr>
      <cdr:spPr>
        <a:xfrm xmlns:a="http://schemas.openxmlformats.org/drawingml/2006/main" rot="19957480">
          <a:off x="557383" y="1516554"/>
          <a:ext cx="462304" cy="215911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t">
          <a:spAutoFit/>
        </a:bodyPr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l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lang="en-IN" sz="8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rPr>
            <a:t>+24</a:t>
          </a:r>
          <a:r>
            <a:rPr kumimoji="0" lang="en-IN" sz="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%</a:t>
          </a:r>
        </a:p>
      </cdr:txBody>
    </cdr:sp>
  </cdr:relSizeAnchor>
  <cdr:relSizeAnchor xmlns:cdr="http://schemas.openxmlformats.org/drawingml/2006/chartDrawing">
    <cdr:from>
      <cdr:x>0.15754</cdr:x>
      <cdr:y>0.61067</cdr:y>
    </cdr:from>
    <cdr:to>
      <cdr:x>0.23144</cdr:x>
      <cdr:y>0.70309</cdr:y>
    </cdr:to>
    <cdr:sp macro="" textlink="">
      <cdr:nvSpPr>
        <cdr:cNvPr id="5" name="TextBox 1">
          <a:extLst xmlns:a="http://schemas.openxmlformats.org/drawingml/2006/main">
            <a:ext uri="{FF2B5EF4-FFF2-40B4-BE49-F238E27FC236}">
              <a16:creationId xmlns:a16="http://schemas.microsoft.com/office/drawing/2014/main" id="{2499D3B3-4C70-C804-9C76-F5E1EE2D163B}"/>
            </a:ext>
          </a:extLst>
        </cdr:cNvPr>
        <cdr:cNvSpPr txBox="1"/>
      </cdr:nvSpPr>
      <cdr:spPr>
        <a:xfrm xmlns:a="http://schemas.openxmlformats.org/drawingml/2006/main" rot="19735455">
          <a:off x="859340" y="1426482"/>
          <a:ext cx="403118" cy="215888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t">
          <a:spAutoFit/>
        </a:bodyPr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l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lang="en-IN" sz="8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rPr>
            <a:t>+22</a:t>
          </a:r>
          <a:r>
            <a:rPr kumimoji="0" lang="en-IN" sz="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%</a:t>
          </a:r>
        </a:p>
      </cdr:txBody>
    </cdr:sp>
  </cdr:relSizeAnchor>
  <cdr:relSizeAnchor xmlns:cdr="http://schemas.openxmlformats.org/drawingml/2006/chartDrawing">
    <cdr:from>
      <cdr:x>0.2133</cdr:x>
      <cdr:y>0.56295</cdr:y>
    </cdr:from>
    <cdr:to>
      <cdr:x>0.30615</cdr:x>
      <cdr:y>0.65537</cdr:y>
    </cdr:to>
    <cdr:sp macro="" textlink="">
      <cdr:nvSpPr>
        <cdr:cNvPr id="2" name="TextBox 1">
          <a:extLst xmlns:a="http://schemas.openxmlformats.org/drawingml/2006/main">
            <a:ext uri="{FF2B5EF4-FFF2-40B4-BE49-F238E27FC236}">
              <a16:creationId xmlns:a16="http://schemas.microsoft.com/office/drawing/2014/main" id="{30581877-5048-2455-1D16-3243BDC9A413}"/>
            </a:ext>
          </a:extLst>
        </cdr:cNvPr>
        <cdr:cNvSpPr txBox="1"/>
      </cdr:nvSpPr>
      <cdr:spPr>
        <a:xfrm xmlns:a="http://schemas.openxmlformats.org/drawingml/2006/main" rot="20027376">
          <a:off x="1172021" y="1315021"/>
          <a:ext cx="510186" cy="215888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t">
          <a:spAutoFit/>
        </a:bodyPr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l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lang="en-IN" sz="8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rPr>
            <a:t>+13</a:t>
          </a:r>
          <a:r>
            <a:rPr kumimoji="0" lang="en-IN" sz="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%</a:t>
          </a:r>
        </a:p>
      </cdr:txBody>
    </cdr:sp>
  </cdr:relSizeAnchor>
  <cdr:relSizeAnchor xmlns:cdr="http://schemas.openxmlformats.org/drawingml/2006/chartDrawing">
    <cdr:from>
      <cdr:x>0.2565</cdr:x>
      <cdr:y>0.52636</cdr:y>
    </cdr:from>
    <cdr:to>
      <cdr:x>0.33906</cdr:x>
      <cdr:y>0.61879</cdr:y>
    </cdr:to>
    <cdr:sp macro="" textlink="">
      <cdr:nvSpPr>
        <cdr:cNvPr id="7" name="TextBox 6">
          <a:extLst xmlns:a="http://schemas.openxmlformats.org/drawingml/2006/main">
            <a:ext uri="{FF2B5EF4-FFF2-40B4-BE49-F238E27FC236}">
              <a16:creationId xmlns:a16="http://schemas.microsoft.com/office/drawing/2014/main" id="{CB4A0C17-4B1C-96A1-243E-8AE0AD66CDB5}"/>
            </a:ext>
          </a:extLst>
        </cdr:cNvPr>
        <cdr:cNvSpPr txBox="1"/>
      </cdr:nvSpPr>
      <cdr:spPr>
        <a:xfrm xmlns:a="http://schemas.openxmlformats.org/drawingml/2006/main" rot="20077105">
          <a:off x="1409414" y="1229550"/>
          <a:ext cx="453645" cy="215911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t">
          <a:spAutoFit/>
        </a:bodyPr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l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lang="en-IN" sz="8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rPr>
            <a:t>+5.7</a:t>
          </a:r>
          <a:r>
            <a:rPr kumimoji="0" lang="en-IN" sz="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%</a:t>
          </a:r>
        </a:p>
      </cdr:txBody>
    </cdr:sp>
  </cdr:relSizeAnchor>
  <cdr:relSizeAnchor xmlns:cdr="http://schemas.openxmlformats.org/drawingml/2006/chartDrawing">
    <cdr:from>
      <cdr:x>0.32856</cdr:x>
      <cdr:y>0.54364</cdr:y>
    </cdr:from>
    <cdr:to>
      <cdr:x>0.41257</cdr:x>
      <cdr:y>0.63607</cdr:y>
    </cdr:to>
    <cdr:sp macro="" textlink="">
      <cdr:nvSpPr>
        <cdr:cNvPr id="8" name="TextBox 1">
          <a:extLst xmlns:a="http://schemas.openxmlformats.org/drawingml/2006/main">
            <a:ext uri="{FF2B5EF4-FFF2-40B4-BE49-F238E27FC236}">
              <a16:creationId xmlns:a16="http://schemas.microsoft.com/office/drawing/2014/main" id="{CDB4A147-50F7-069D-E6EC-930618ED72C5}"/>
            </a:ext>
          </a:extLst>
        </cdr:cNvPr>
        <cdr:cNvSpPr txBox="1"/>
      </cdr:nvSpPr>
      <cdr:spPr>
        <a:xfrm xmlns:a="http://schemas.openxmlformats.org/drawingml/2006/main" rot="1823811">
          <a:off x="1805340" y="1269916"/>
          <a:ext cx="461613" cy="215911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t">
          <a:spAutoFit/>
        </a:bodyPr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l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lang="en-IN" sz="8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rPr>
            <a:t> -3.9</a:t>
          </a:r>
          <a:r>
            <a:rPr kumimoji="0" lang="en-IN" sz="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%</a:t>
          </a:r>
        </a:p>
      </cdr:txBody>
    </cdr:sp>
  </cdr:relSizeAnchor>
  <cdr:relSizeAnchor xmlns:cdr="http://schemas.openxmlformats.org/drawingml/2006/chartDrawing">
    <cdr:from>
      <cdr:x>0.39194</cdr:x>
      <cdr:y>0.54998</cdr:y>
    </cdr:from>
    <cdr:to>
      <cdr:x>0.4588</cdr:x>
      <cdr:y>0.64241</cdr:y>
    </cdr:to>
    <cdr:sp macro="" textlink="">
      <cdr:nvSpPr>
        <cdr:cNvPr id="6" name="TextBox 1">
          <a:extLst xmlns:a="http://schemas.openxmlformats.org/drawingml/2006/main">
            <a:ext uri="{FF2B5EF4-FFF2-40B4-BE49-F238E27FC236}">
              <a16:creationId xmlns:a16="http://schemas.microsoft.com/office/drawing/2014/main" id="{3CAAE611-99DD-C072-0105-C85B5518725C}"/>
            </a:ext>
          </a:extLst>
        </cdr:cNvPr>
        <cdr:cNvSpPr txBox="1"/>
      </cdr:nvSpPr>
      <cdr:spPr>
        <a:xfrm xmlns:a="http://schemas.openxmlformats.org/drawingml/2006/main" rot="20198549">
          <a:off x="2153586" y="1284719"/>
          <a:ext cx="367379" cy="215911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t">
          <a:spAutoFit/>
        </a:bodyPr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l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lang="en-IN" sz="8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rPr>
            <a:t>+8</a:t>
          </a:r>
          <a:r>
            <a:rPr kumimoji="0" lang="en-IN" sz="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%</a:t>
          </a:r>
        </a:p>
      </cdr:txBody>
    </cdr:sp>
  </cdr:relSizeAnchor>
  <cdr:relSizeAnchor xmlns:cdr="http://schemas.openxmlformats.org/drawingml/2006/chartDrawing">
    <cdr:from>
      <cdr:x>0.44043</cdr:x>
      <cdr:y>0.56855</cdr:y>
    </cdr:from>
    <cdr:to>
      <cdr:x>0.52571</cdr:x>
      <cdr:y>0.66098</cdr:y>
    </cdr:to>
    <cdr:sp macro="" textlink="">
      <cdr:nvSpPr>
        <cdr:cNvPr id="9" name="TextBox 1">
          <a:extLst xmlns:a="http://schemas.openxmlformats.org/drawingml/2006/main">
            <a:ext uri="{FF2B5EF4-FFF2-40B4-BE49-F238E27FC236}">
              <a16:creationId xmlns:a16="http://schemas.microsoft.com/office/drawing/2014/main" id="{182DD8BD-1058-4774-EC02-AF9D2D70DE0D}"/>
            </a:ext>
          </a:extLst>
        </cdr:cNvPr>
        <cdr:cNvSpPr txBox="1"/>
      </cdr:nvSpPr>
      <cdr:spPr>
        <a:xfrm xmlns:a="http://schemas.openxmlformats.org/drawingml/2006/main" rot="1910458">
          <a:off x="2420032" y="1328100"/>
          <a:ext cx="468592" cy="215911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t">
          <a:spAutoFit/>
        </a:bodyPr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l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lang="en-IN" sz="8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rPr>
            <a:t> -16.9</a:t>
          </a:r>
          <a:r>
            <a:rPr kumimoji="0" lang="en-IN" sz="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%</a:t>
          </a:r>
        </a:p>
      </cdr:txBody>
    </cdr:sp>
  </cdr:relSizeAnchor>
  <cdr:relSizeAnchor xmlns:cdr="http://schemas.openxmlformats.org/drawingml/2006/chartDrawing">
    <cdr:from>
      <cdr:x>0.4959</cdr:x>
      <cdr:y>0.59122</cdr:y>
    </cdr:from>
    <cdr:to>
      <cdr:x>0.58937</cdr:x>
      <cdr:y>0.68363</cdr:y>
    </cdr:to>
    <cdr:sp macro="" textlink="">
      <cdr:nvSpPr>
        <cdr:cNvPr id="10" name="TextBox 1">
          <a:extLst xmlns:a="http://schemas.openxmlformats.org/drawingml/2006/main">
            <a:ext uri="{FF2B5EF4-FFF2-40B4-BE49-F238E27FC236}">
              <a16:creationId xmlns:a16="http://schemas.microsoft.com/office/drawing/2014/main" id="{4BFC62D2-E22C-FF0B-478B-979D3C05D0B2}"/>
            </a:ext>
          </a:extLst>
        </cdr:cNvPr>
        <cdr:cNvSpPr txBox="1"/>
      </cdr:nvSpPr>
      <cdr:spPr>
        <a:xfrm xmlns:a="http://schemas.openxmlformats.org/drawingml/2006/main" rot="20198549">
          <a:off x="2724862" y="1381046"/>
          <a:ext cx="513593" cy="215864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t">
          <a:spAutoFit/>
        </a:bodyPr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l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lang="en-IN" sz="8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rPr>
            <a:t>+15.4</a:t>
          </a:r>
          <a:r>
            <a:rPr kumimoji="0" lang="en-IN" sz="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%</a:t>
          </a:r>
        </a:p>
      </cdr:txBody>
    </cdr:sp>
  </cdr:relSizeAnchor>
  <cdr:relSizeAnchor xmlns:cdr="http://schemas.openxmlformats.org/drawingml/2006/chartDrawing">
    <cdr:from>
      <cdr:x>0.55546</cdr:x>
      <cdr:y>0.56948</cdr:y>
    </cdr:from>
    <cdr:to>
      <cdr:x>0.64278</cdr:x>
      <cdr:y>0.66192</cdr:y>
    </cdr:to>
    <cdr:sp macro="" textlink="">
      <cdr:nvSpPr>
        <cdr:cNvPr id="13" name="TextBox 1">
          <a:extLst xmlns:a="http://schemas.openxmlformats.org/drawingml/2006/main">
            <a:ext uri="{FF2B5EF4-FFF2-40B4-BE49-F238E27FC236}">
              <a16:creationId xmlns:a16="http://schemas.microsoft.com/office/drawing/2014/main" id="{C57CEA5E-EEBC-E022-4BD6-F5AD83CBAE3E}"/>
            </a:ext>
          </a:extLst>
        </cdr:cNvPr>
        <cdr:cNvSpPr txBox="1"/>
      </cdr:nvSpPr>
      <cdr:spPr>
        <a:xfrm xmlns:a="http://schemas.openxmlformats.org/drawingml/2006/main" rot="20198549">
          <a:off x="3052094" y="1330280"/>
          <a:ext cx="479800" cy="215934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t">
          <a:spAutoFit/>
        </a:bodyPr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l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lang="en-IN" sz="8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rPr>
            <a:t>+16.7</a:t>
          </a:r>
          <a:r>
            <a:rPr kumimoji="0" lang="en-IN" sz="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%</a:t>
          </a:r>
        </a:p>
      </cdr:txBody>
    </cdr:sp>
  </cdr:relSizeAnchor>
  <cdr:relSizeAnchor xmlns:cdr="http://schemas.openxmlformats.org/drawingml/2006/chartDrawing">
    <cdr:from>
      <cdr:x>0.11647</cdr:x>
      <cdr:y>0.73231</cdr:y>
    </cdr:from>
    <cdr:to>
      <cdr:x>0.1603</cdr:x>
      <cdr:y>0.79605</cdr:y>
    </cdr:to>
    <cdr:sp macro="" textlink="">
      <cdr:nvSpPr>
        <cdr:cNvPr id="12" name="Arrow: Right 11">
          <a:extLst xmlns:a="http://schemas.openxmlformats.org/drawingml/2006/main">
            <a:ext uri="{FF2B5EF4-FFF2-40B4-BE49-F238E27FC236}">
              <a16:creationId xmlns:a16="http://schemas.microsoft.com/office/drawing/2014/main" id="{DAAEEAC6-673E-6E01-F6B1-A3483C90D7E8}"/>
            </a:ext>
          </a:extLst>
        </cdr:cNvPr>
        <cdr:cNvSpPr/>
      </cdr:nvSpPr>
      <cdr:spPr>
        <a:xfrm xmlns:a="http://schemas.openxmlformats.org/drawingml/2006/main" rot="20223858">
          <a:off x="635340" y="1710625"/>
          <a:ext cx="239089" cy="148893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0.61989</cdr:x>
      <cdr:y>0.50158</cdr:y>
    </cdr:from>
    <cdr:to>
      <cdr:x>0.69967</cdr:x>
      <cdr:y>0.594</cdr:y>
    </cdr:to>
    <cdr:sp macro="" textlink="">
      <cdr:nvSpPr>
        <cdr:cNvPr id="15" name="TextBox 1">
          <a:extLst xmlns:a="http://schemas.openxmlformats.org/drawingml/2006/main">
            <a:ext uri="{FF2B5EF4-FFF2-40B4-BE49-F238E27FC236}">
              <a16:creationId xmlns:a16="http://schemas.microsoft.com/office/drawing/2014/main" id="{A5273450-2785-9D8F-165F-8855E1F617FB}"/>
            </a:ext>
          </a:extLst>
        </cdr:cNvPr>
        <cdr:cNvSpPr txBox="1"/>
      </cdr:nvSpPr>
      <cdr:spPr>
        <a:xfrm xmlns:a="http://schemas.openxmlformats.org/drawingml/2006/main" rot="20198549">
          <a:off x="3406133" y="1171671"/>
          <a:ext cx="438370" cy="215888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t">
          <a:spAutoFit/>
        </a:bodyPr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l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lang="en-IN" sz="8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rPr>
            <a:t>+0.4</a:t>
          </a:r>
          <a:r>
            <a:rPr kumimoji="0" lang="en-IN" sz="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%</a:t>
          </a:r>
        </a:p>
      </cdr:txBody>
    </cdr:sp>
  </cdr:relSizeAnchor>
  <cdr:relSizeAnchor xmlns:cdr="http://schemas.openxmlformats.org/drawingml/2006/chartDrawing">
    <cdr:from>
      <cdr:x>0.67884</cdr:x>
      <cdr:y>0.45049</cdr:y>
    </cdr:from>
    <cdr:to>
      <cdr:x>0.74094</cdr:x>
      <cdr:y>0.54951</cdr:y>
    </cdr:to>
    <cdr:sp macro="" textlink="">
      <cdr:nvSpPr>
        <cdr:cNvPr id="16" name="TextBox 1">
          <a:extLst xmlns:a="http://schemas.openxmlformats.org/drawingml/2006/main">
            <a:ext uri="{FF2B5EF4-FFF2-40B4-BE49-F238E27FC236}">
              <a16:creationId xmlns:a16="http://schemas.microsoft.com/office/drawing/2014/main" id="{6EDB23C5-6B43-C694-BA61-E5E9452ABF07}"/>
            </a:ext>
          </a:extLst>
        </cdr:cNvPr>
        <cdr:cNvSpPr txBox="1"/>
      </cdr:nvSpPr>
      <cdr:spPr>
        <a:xfrm xmlns:a="http://schemas.openxmlformats.org/drawingml/2006/main" rot="20198549">
          <a:off x="3730069" y="1052306"/>
          <a:ext cx="341223" cy="231328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t">
          <a:spAutoFit/>
        </a:bodyPr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l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lang="en-IN" sz="9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rPr>
            <a:t>+1</a:t>
          </a:r>
          <a:r>
            <a:rPr kumimoji="0" lang="en-IN" sz="9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%</a:t>
          </a:r>
        </a:p>
      </cdr:txBody>
    </cdr:sp>
  </cdr:relSizeAnchor>
  <cdr:relSizeAnchor xmlns:cdr="http://schemas.openxmlformats.org/drawingml/2006/chartDrawing">
    <cdr:from>
      <cdr:x>0.72723</cdr:x>
      <cdr:y>0.43287</cdr:y>
    </cdr:from>
    <cdr:to>
      <cdr:x>0.79546</cdr:x>
      <cdr:y>0.5253</cdr:y>
    </cdr:to>
    <cdr:sp macro="" textlink="">
      <cdr:nvSpPr>
        <cdr:cNvPr id="17" name="TextBox 1">
          <a:extLst xmlns:a="http://schemas.openxmlformats.org/drawingml/2006/main">
            <a:ext uri="{FF2B5EF4-FFF2-40B4-BE49-F238E27FC236}">
              <a16:creationId xmlns:a16="http://schemas.microsoft.com/office/drawing/2014/main" id="{95DBE297-FBC4-3435-2803-B9A7B6EAF5A8}"/>
            </a:ext>
          </a:extLst>
        </cdr:cNvPr>
        <cdr:cNvSpPr txBox="1"/>
      </cdr:nvSpPr>
      <cdr:spPr>
        <a:xfrm xmlns:a="http://schemas.openxmlformats.org/drawingml/2006/main" rot="20198549">
          <a:off x="3856857" y="1011167"/>
          <a:ext cx="361855" cy="215911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t">
          <a:spAutoFit/>
        </a:bodyPr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l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lang="en-IN" sz="8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rPr>
            <a:t>+18</a:t>
          </a:r>
          <a:r>
            <a:rPr kumimoji="0" lang="en-IN" sz="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%</a:t>
          </a:r>
        </a:p>
      </cdr:txBody>
    </cdr:sp>
  </cdr:relSizeAnchor>
  <cdr:relSizeAnchor xmlns:cdr="http://schemas.openxmlformats.org/drawingml/2006/chartDrawing">
    <cdr:from>
      <cdr:x>0.05287</cdr:x>
      <cdr:y>0.77827</cdr:y>
    </cdr:from>
    <cdr:to>
      <cdr:x>0.0967</cdr:x>
      <cdr:y>0.84201</cdr:y>
    </cdr:to>
    <cdr:sp macro="" textlink="">
      <cdr:nvSpPr>
        <cdr:cNvPr id="18" name="Arrow: Right 17">
          <a:extLst xmlns:a="http://schemas.openxmlformats.org/drawingml/2006/main">
            <a:ext uri="{FF2B5EF4-FFF2-40B4-BE49-F238E27FC236}">
              <a16:creationId xmlns:a16="http://schemas.microsoft.com/office/drawing/2014/main" id="{9AA15E12-CE6B-C344-4BBD-8F483E090B2A}"/>
            </a:ext>
          </a:extLst>
        </cdr:cNvPr>
        <cdr:cNvSpPr/>
      </cdr:nvSpPr>
      <cdr:spPr>
        <a:xfrm xmlns:a="http://schemas.openxmlformats.org/drawingml/2006/main" rot="20223858">
          <a:off x="286573" y="1814110"/>
          <a:ext cx="237590" cy="148574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0.16899</cdr:x>
      <cdr:y>0.69491</cdr:y>
    </cdr:from>
    <cdr:to>
      <cdr:x>0.21282</cdr:x>
      <cdr:y>0.75864</cdr:y>
    </cdr:to>
    <cdr:sp macro="" textlink="">
      <cdr:nvSpPr>
        <cdr:cNvPr id="19" name="Arrow: Right 18">
          <a:extLst xmlns:a="http://schemas.openxmlformats.org/drawingml/2006/main">
            <a:ext uri="{FF2B5EF4-FFF2-40B4-BE49-F238E27FC236}">
              <a16:creationId xmlns:a16="http://schemas.microsoft.com/office/drawing/2014/main" id="{9AA15E12-CE6B-C344-4BBD-8F483E090B2A}"/>
            </a:ext>
          </a:extLst>
        </cdr:cNvPr>
        <cdr:cNvSpPr/>
      </cdr:nvSpPr>
      <cdr:spPr>
        <a:xfrm xmlns:a="http://schemas.openxmlformats.org/drawingml/2006/main" rot="20223858">
          <a:off x="928573" y="1623263"/>
          <a:ext cx="240834" cy="148869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0.277</cdr:x>
      <cdr:y>0.59602</cdr:y>
    </cdr:from>
    <cdr:to>
      <cdr:x>0.32084</cdr:x>
      <cdr:y>0.65976</cdr:y>
    </cdr:to>
    <cdr:sp macro="" textlink="">
      <cdr:nvSpPr>
        <cdr:cNvPr id="20" name="Arrow: Right 19">
          <a:extLst xmlns:a="http://schemas.openxmlformats.org/drawingml/2006/main">
            <a:ext uri="{FF2B5EF4-FFF2-40B4-BE49-F238E27FC236}">
              <a16:creationId xmlns:a16="http://schemas.microsoft.com/office/drawing/2014/main" id="{9AA15E12-CE6B-C344-4BBD-8F483E090B2A}"/>
            </a:ext>
          </a:extLst>
        </cdr:cNvPr>
        <cdr:cNvSpPr/>
      </cdr:nvSpPr>
      <cdr:spPr>
        <a:xfrm xmlns:a="http://schemas.openxmlformats.org/drawingml/2006/main" rot="20223858">
          <a:off x="1522063" y="1392276"/>
          <a:ext cx="240889" cy="148893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0.22438</cdr:x>
      <cdr:y>0.64547</cdr:y>
    </cdr:from>
    <cdr:to>
      <cdr:x>0.26822</cdr:x>
      <cdr:y>0.70921</cdr:y>
    </cdr:to>
    <cdr:sp macro="" textlink="">
      <cdr:nvSpPr>
        <cdr:cNvPr id="21" name="Arrow: Right 20">
          <a:extLst xmlns:a="http://schemas.openxmlformats.org/drawingml/2006/main">
            <a:ext uri="{FF2B5EF4-FFF2-40B4-BE49-F238E27FC236}">
              <a16:creationId xmlns:a16="http://schemas.microsoft.com/office/drawing/2014/main" id="{9AA15E12-CE6B-C344-4BBD-8F483E090B2A}"/>
            </a:ext>
          </a:extLst>
        </cdr:cNvPr>
        <cdr:cNvSpPr/>
      </cdr:nvSpPr>
      <cdr:spPr>
        <a:xfrm xmlns:a="http://schemas.openxmlformats.org/drawingml/2006/main" rot="20223858">
          <a:off x="1232919" y="1507774"/>
          <a:ext cx="240890" cy="148893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0.34448</cdr:x>
      <cdr:y>0.61412</cdr:y>
    </cdr:from>
    <cdr:to>
      <cdr:x>0.38832</cdr:x>
      <cdr:y>0.67786</cdr:y>
    </cdr:to>
    <cdr:sp macro="" textlink="">
      <cdr:nvSpPr>
        <cdr:cNvPr id="22" name="Arrow: Right 21">
          <a:extLst xmlns:a="http://schemas.openxmlformats.org/drawingml/2006/main">
            <a:ext uri="{FF2B5EF4-FFF2-40B4-BE49-F238E27FC236}">
              <a16:creationId xmlns:a16="http://schemas.microsoft.com/office/drawing/2014/main" id="{9AA15E12-CE6B-C344-4BBD-8F483E090B2A}"/>
            </a:ext>
          </a:extLst>
        </cdr:cNvPr>
        <cdr:cNvSpPr/>
      </cdr:nvSpPr>
      <cdr:spPr>
        <a:xfrm xmlns:a="http://schemas.openxmlformats.org/drawingml/2006/main" rot="1738817">
          <a:off x="1892828" y="1434551"/>
          <a:ext cx="240889" cy="148893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0.39649</cdr:x>
      <cdr:y>0.61754</cdr:y>
    </cdr:from>
    <cdr:to>
      <cdr:x>0.44032</cdr:x>
      <cdr:y>0.68128</cdr:y>
    </cdr:to>
    <cdr:sp macro="" textlink="">
      <cdr:nvSpPr>
        <cdr:cNvPr id="23" name="Arrow: Right 22">
          <a:extLst xmlns:a="http://schemas.openxmlformats.org/drawingml/2006/main">
            <a:ext uri="{FF2B5EF4-FFF2-40B4-BE49-F238E27FC236}">
              <a16:creationId xmlns:a16="http://schemas.microsoft.com/office/drawing/2014/main" id="{9AA15E12-CE6B-C344-4BBD-8F483E090B2A}"/>
            </a:ext>
          </a:extLst>
        </cdr:cNvPr>
        <cdr:cNvSpPr/>
      </cdr:nvSpPr>
      <cdr:spPr>
        <a:xfrm xmlns:a="http://schemas.openxmlformats.org/drawingml/2006/main" rot="20223858">
          <a:off x="2178624" y="1442545"/>
          <a:ext cx="240835" cy="148893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0.45797</cdr:x>
      <cdr:y>0.62425</cdr:y>
    </cdr:from>
    <cdr:to>
      <cdr:x>0.50181</cdr:x>
      <cdr:y>0.67719</cdr:y>
    </cdr:to>
    <cdr:sp macro="" textlink="">
      <cdr:nvSpPr>
        <cdr:cNvPr id="24" name="Arrow: Right 23">
          <a:extLst xmlns:a="http://schemas.openxmlformats.org/drawingml/2006/main">
            <a:ext uri="{FF2B5EF4-FFF2-40B4-BE49-F238E27FC236}">
              <a16:creationId xmlns:a16="http://schemas.microsoft.com/office/drawing/2014/main" id="{6CF5B690-2E63-2601-AAEF-5C5BA789EA40}"/>
            </a:ext>
          </a:extLst>
        </cdr:cNvPr>
        <cdr:cNvSpPr/>
      </cdr:nvSpPr>
      <cdr:spPr>
        <a:xfrm xmlns:a="http://schemas.openxmlformats.org/drawingml/2006/main" rot="1738817">
          <a:off x="2516451" y="1458199"/>
          <a:ext cx="240889" cy="123665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0.51286</cdr:x>
      <cdr:y>0.66698</cdr:y>
    </cdr:from>
    <cdr:to>
      <cdr:x>0.55669</cdr:x>
      <cdr:y>0.73072</cdr:y>
    </cdr:to>
    <cdr:sp macro="" textlink="">
      <cdr:nvSpPr>
        <cdr:cNvPr id="26" name="Arrow: Right 25">
          <a:extLst xmlns:a="http://schemas.openxmlformats.org/drawingml/2006/main">
            <a:ext uri="{FF2B5EF4-FFF2-40B4-BE49-F238E27FC236}">
              <a16:creationId xmlns:a16="http://schemas.microsoft.com/office/drawing/2014/main" id="{DED3EC32-E3E9-558D-D586-7D2D5B7E931F}"/>
            </a:ext>
          </a:extLst>
        </cdr:cNvPr>
        <cdr:cNvSpPr/>
      </cdr:nvSpPr>
      <cdr:spPr>
        <a:xfrm xmlns:a="http://schemas.openxmlformats.org/drawingml/2006/main" rot="20223858">
          <a:off x="2818055" y="1558031"/>
          <a:ext cx="240834" cy="148893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0.57327</cdr:x>
      <cdr:y>0.62669</cdr:y>
    </cdr:from>
    <cdr:to>
      <cdr:x>0.6171</cdr:x>
      <cdr:y>0.69043</cdr:y>
    </cdr:to>
    <cdr:sp macro="" textlink="">
      <cdr:nvSpPr>
        <cdr:cNvPr id="27" name="Arrow: Right 26">
          <a:extLst xmlns:a="http://schemas.openxmlformats.org/drawingml/2006/main">
            <a:ext uri="{FF2B5EF4-FFF2-40B4-BE49-F238E27FC236}">
              <a16:creationId xmlns:a16="http://schemas.microsoft.com/office/drawing/2014/main" id="{DED3EC32-E3E9-558D-D586-7D2D5B7E931F}"/>
            </a:ext>
          </a:extLst>
        </cdr:cNvPr>
        <cdr:cNvSpPr/>
      </cdr:nvSpPr>
      <cdr:spPr>
        <a:xfrm xmlns:a="http://schemas.openxmlformats.org/drawingml/2006/main" rot="20223858">
          <a:off x="3149950" y="1463905"/>
          <a:ext cx="240834" cy="148893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0.62588</cdr:x>
      <cdr:y>0.57766</cdr:y>
    </cdr:from>
    <cdr:to>
      <cdr:x>0.66972</cdr:x>
      <cdr:y>0.6414</cdr:y>
    </cdr:to>
    <cdr:sp macro="" textlink="">
      <cdr:nvSpPr>
        <cdr:cNvPr id="28" name="Arrow: Right 27">
          <a:extLst xmlns:a="http://schemas.openxmlformats.org/drawingml/2006/main">
            <a:ext uri="{FF2B5EF4-FFF2-40B4-BE49-F238E27FC236}">
              <a16:creationId xmlns:a16="http://schemas.microsoft.com/office/drawing/2014/main" id="{DED3EC32-E3E9-558D-D586-7D2D5B7E931F}"/>
            </a:ext>
          </a:extLst>
        </cdr:cNvPr>
        <cdr:cNvSpPr/>
      </cdr:nvSpPr>
      <cdr:spPr>
        <a:xfrm xmlns:a="http://schemas.openxmlformats.org/drawingml/2006/main" rot="20223858">
          <a:off x="3439072" y="1349380"/>
          <a:ext cx="240890" cy="148893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0.67442</cdr:x>
      <cdr:y>0.52844</cdr:y>
    </cdr:from>
    <cdr:to>
      <cdr:x>0.72673</cdr:x>
      <cdr:y>0.5949</cdr:y>
    </cdr:to>
    <cdr:sp macro="" textlink="">
      <cdr:nvSpPr>
        <cdr:cNvPr id="30" name="Arrow: Right 29">
          <a:extLst xmlns:a="http://schemas.openxmlformats.org/drawingml/2006/main">
            <a:ext uri="{FF2B5EF4-FFF2-40B4-BE49-F238E27FC236}">
              <a16:creationId xmlns:a16="http://schemas.microsoft.com/office/drawing/2014/main" id="{3BE0F37B-5294-06FD-96BC-48209EE5B593}"/>
            </a:ext>
          </a:extLst>
        </cdr:cNvPr>
        <cdr:cNvSpPr/>
      </cdr:nvSpPr>
      <cdr:spPr>
        <a:xfrm xmlns:a="http://schemas.openxmlformats.org/drawingml/2006/main" rot="20223858">
          <a:off x="3682833" y="1234407"/>
          <a:ext cx="285649" cy="155247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0.79811</cdr:x>
      <cdr:y>0.42198</cdr:y>
    </cdr:from>
    <cdr:to>
      <cdr:x>0.85698</cdr:x>
      <cdr:y>0.4925</cdr:y>
    </cdr:to>
    <cdr:sp macro="" textlink="">
      <cdr:nvSpPr>
        <cdr:cNvPr id="14" name="Arrow: Right 13">
          <a:extLst xmlns:a="http://schemas.openxmlformats.org/drawingml/2006/main">
            <a:ext uri="{FF2B5EF4-FFF2-40B4-BE49-F238E27FC236}">
              <a16:creationId xmlns:a16="http://schemas.microsoft.com/office/drawing/2014/main" id="{DB11EB2D-D659-6EDA-D688-AAB08CA9AD12}"/>
            </a:ext>
          </a:extLst>
        </cdr:cNvPr>
        <cdr:cNvSpPr/>
      </cdr:nvSpPr>
      <cdr:spPr>
        <a:xfrm xmlns:a="http://schemas.openxmlformats.org/drawingml/2006/main" rot="20223858">
          <a:off x="4385415" y="985718"/>
          <a:ext cx="323476" cy="164731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0.85194</cdr:x>
      <cdr:y>0.36658</cdr:y>
    </cdr:from>
    <cdr:to>
      <cdr:x>0.91135</cdr:x>
      <cdr:y>0.43752</cdr:y>
    </cdr:to>
    <cdr:sp macro="" textlink="">
      <cdr:nvSpPr>
        <cdr:cNvPr id="31" name="Arrow: Right 30">
          <a:extLst xmlns:a="http://schemas.openxmlformats.org/drawingml/2006/main">
            <a:ext uri="{FF2B5EF4-FFF2-40B4-BE49-F238E27FC236}">
              <a16:creationId xmlns:a16="http://schemas.microsoft.com/office/drawing/2014/main" id="{6EFD82DE-324F-D681-42FE-A46FFA6483A2}"/>
            </a:ext>
          </a:extLst>
        </cdr:cNvPr>
        <cdr:cNvSpPr/>
      </cdr:nvSpPr>
      <cdr:spPr>
        <a:xfrm xmlns:a="http://schemas.openxmlformats.org/drawingml/2006/main" rot="19891678" flipV="1">
          <a:off x="4681195" y="856301"/>
          <a:ext cx="326442" cy="165711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0.83056</cdr:x>
      <cdr:y>0.30276</cdr:y>
    </cdr:from>
    <cdr:to>
      <cdr:x>0.90633</cdr:x>
      <cdr:y>0.40553</cdr:y>
    </cdr:to>
    <cdr:sp macro="" textlink="">
      <cdr:nvSpPr>
        <cdr:cNvPr id="32" name="Rectangle 31">
          <a:extLst xmlns:a="http://schemas.openxmlformats.org/drawingml/2006/main">
            <a:ext uri="{FF2B5EF4-FFF2-40B4-BE49-F238E27FC236}">
              <a16:creationId xmlns:a16="http://schemas.microsoft.com/office/drawing/2014/main" id="{291BB118-F20D-B79B-1549-490CEF69F504}"/>
            </a:ext>
          </a:extLst>
        </cdr:cNvPr>
        <cdr:cNvSpPr/>
      </cdr:nvSpPr>
      <cdr:spPr>
        <a:xfrm xmlns:a="http://schemas.openxmlformats.org/drawingml/2006/main" rot="8860913" flipV="1">
          <a:off x="4563730" y="707220"/>
          <a:ext cx="416336" cy="240065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Overflow="overflow" horzOverflow="overflow" vert="horz" wrap="square" lIns="45719" tIns="45719" rIns="45719" bIns="45719" numCol="1" spcCol="38100" rtlCol="0" anchor="ctr">
          <a:noAutofit/>
        </a:bodyPr>
        <a:lstStyle xmlns:a="http://schemas.openxmlformats.org/drawingml/2006/main"/>
        <a:p xmlns:a="http://schemas.openxmlformats.org/drawingml/2006/main">
          <a:r>
            <a:rPr lang="en-US" sz="800" b="1" kern="1200" dirty="0"/>
            <a:t>15.6%</a:t>
          </a:r>
          <a:endParaRPr lang="en-IN" sz="800" b="1" kern="1200" dirty="0"/>
        </a:p>
      </cdr:txBody>
    </cdr:sp>
  </cdr:relSizeAnchor>
  <cdr:relSizeAnchor xmlns:cdr="http://schemas.openxmlformats.org/drawingml/2006/chartDrawing">
    <cdr:from>
      <cdr:x>0.90265</cdr:x>
      <cdr:y>0.44686</cdr:y>
    </cdr:from>
    <cdr:to>
      <cdr:x>0.96206</cdr:x>
      <cdr:y>0.5178</cdr:y>
    </cdr:to>
    <cdr:sp macro="" textlink="">
      <cdr:nvSpPr>
        <cdr:cNvPr id="11" name="Arrow: Right 10">
          <a:extLst xmlns:a="http://schemas.openxmlformats.org/drawingml/2006/main">
            <a:ext uri="{FF2B5EF4-FFF2-40B4-BE49-F238E27FC236}">
              <a16:creationId xmlns:a16="http://schemas.microsoft.com/office/drawing/2014/main" id="{F8155753-5C87-8DAA-0BF5-343B2F1F3158}"/>
            </a:ext>
          </a:extLst>
        </cdr:cNvPr>
        <cdr:cNvSpPr/>
      </cdr:nvSpPr>
      <cdr:spPr>
        <a:xfrm xmlns:a="http://schemas.openxmlformats.org/drawingml/2006/main" rot="2519994" flipV="1">
          <a:off x="4959834" y="1043836"/>
          <a:ext cx="326442" cy="165711"/>
        </a:xfrm>
        <a:prstGeom xmlns:a="http://schemas.openxmlformats.org/drawingml/2006/main" prst="rightArrow">
          <a:avLst/>
        </a:prstGeom>
        <a:solidFill xmlns:a="http://schemas.openxmlformats.org/drawingml/2006/main">
          <a:srgbClr val="ECAB1E"/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="horz" wrap="square" lIns="45719" tIns="45719" rIns="45719" bIns="45719" numCol="1" spcCol="38100" rtlCol="0" anchor="ctr">
          <a:noAutofit/>
        </a:bodyPr>
        <a:lstStyle xmlns:a="http://schemas.openxmlformats.org/drawingml/2006/main">
          <a:defPPr>
            <a:defRPr lang="en-US"/>
          </a:defPPr>
          <a:lvl1pPr marL="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endParaRPr kumimoji="0" lang="en-IN" sz="900" b="1" i="0" u="none" strike="noStrike" cap="none" spc="0" normalizeH="0" baseline="0" dirty="0">
            <a:ln>
              <a:noFill/>
            </a:ln>
            <a:solidFill>
              <a:schemeClr val="tx1"/>
            </a:solidFill>
            <a:effectLst/>
            <a:highlight>
              <a:srgbClr val="ECAB1E"/>
            </a:highlight>
            <a:uFillTx/>
            <a:latin typeface="+mn-lt"/>
            <a:ea typeface="+mn-ea"/>
            <a:cs typeface="+mn-cs"/>
            <a:sym typeface="Calibri"/>
          </a:endParaRPr>
        </a:p>
      </cdr:txBody>
    </cdr:sp>
  </cdr:relSizeAnchor>
  <cdr:relSizeAnchor xmlns:cdr="http://schemas.openxmlformats.org/drawingml/2006/chartDrawing">
    <cdr:from>
      <cdr:x>0.88054</cdr:x>
      <cdr:y>0.35906</cdr:y>
    </cdr:from>
    <cdr:to>
      <cdr:x>0.98951</cdr:x>
      <cdr:y>0.5325</cdr:y>
    </cdr:to>
    <cdr:sp macro="" textlink="">
      <cdr:nvSpPr>
        <cdr:cNvPr id="25" name="Rectangle 24">
          <a:extLst xmlns:a="http://schemas.openxmlformats.org/drawingml/2006/main">
            <a:ext uri="{FF2B5EF4-FFF2-40B4-BE49-F238E27FC236}">
              <a16:creationId xmlns:a16="http://schemas.microsoft.com/office/drawing/2014/main" id="{95A76C40-2416-9C59-E6EC-712299DC67D7}"/>
            </a:ext>
          </a:extLst>
        </cdr:cNvPr>
        <cdr:cNvSpPr/>
      </cdr:nvSpPr>
      <cdr:spPr>
        <a:xfrm xmlns:a="http://schemas.openxmlformats.org/drawingml/2006/main" rot="2637139">
          <a:off x="4808383" y="838752"/>
          <a:ext cx="595052" cy="405145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Overflow="overflow" horzOverflow="overflow" vert="horz" wrap="square" lIns="91440" tIns="91440" rIns="91440" bIns="91440" numCol="1" spcCol="38100" rtlCol="0" anchor="ctr">
          <a:noAutofit/>
        </a:bodyPr>
        <a:lstStyle xmlns:a="http://schemas.openxmlformats.org/drawingml/2006/main"/>
        <a:p xmlns:a="http://schemas.openxmlformats.org/drawingml/2006/main">
          <a:r>
            <a:rPr lang="en-US" sz="900" b="1" kern="1200" dirty="0"/>
            <a:t>-14.1%</a:t>
          </a:r>
          <a:endParaRPr lang="en-IN" sz="900" b="1" kern="1200" dirty="0"/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0.86936</cdr:x>
      <cdr:y>0.01252</cdr:y>
    </cdr:from>
    <cdr:to>
      <cdr:x>0.99242</cdr:x>
      <cdr:y>0.0874</cdr:y>
    </cdr:to>
    <cdr:grpSp>
      <cdr:nvGrpSpPr>
        <cdr:cNvPr id="12" name="Group 11">
          <a:extLst xmlns:a="http://schemas.openxmlformats.org/drawingml/2006/main">
            <a:ext uri="{FF2B5EF4-FFF2-40B4-BE49-F238E27FC236}">
              <a16:creationId xmlns:a16="http://schemas.microsoft.com/office/drawing/2014/main" id="{2D57CAC6-519C-5CA6-FDCB-AE6012DB7FCA}"/>
            </a:ext>
          </a:extLst>
        </cdr:cNvPr>
        <cdr:cNvGrpSpPr/>
      </cdr:nvGrpSpPr>
      <cdr:grpSpPr>
        <a:xfrm xmlns:a="http://schemas.openxmlformats.org/drawingml/2006/main">
          <a:off x="10164529" y="58649"/>
          <a:ext cx="1438814" cy="350773"/>
          <a:chOff x="10164529" y="58649"/>
          <a:chExt cx="1438814" cy="350773"/>
        </a:xfrm>
      </cdr:grpSpPr>
      <cdr:sp macro="" textlink="">
        <cdr:nvSpPr>
          <cdr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156F00-CB80-7511-A702-A645A370F49C}"/>
              </a:ext>
            </a:extLst>
          </cdr:cNvPr>
          <cdr:cNvSpPr txBox="1"/>
        </cdr:nvSpPr>
        <cdr:spPr>
          <a:xfrm xmlns:a="http://schemas.openxmlformats.org/drawingml/2006/main">
            <a:off x="10164529" y="58649"/>
            <a:ext cx="1350773" cy="200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 cap="flat">
            <a:noFill/>
            <a:miter lim="400000"/>
          </a:ln>
          <a:effectLst xmlns:a="http://schemas.openxmlformats.org/drawingml/2006/main"/>
          <a:sp3d xmlns:a="http://schemas.openxmlformats.org/drawingml/2006/main"/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none"/>
        </cdr:style>
        <cdr:txBody>
          <a:bodyPr xmlns:a="http://schemas.openxmlformats.org/drawingml/2006/main" rot="0" spcFirstLastPara="1" vertOverflow="clip" horzOverflow="overflow" vert="horz" wrap="square" lIns="45719" tIns="45719" rIns="45719" bIns="45719" numCol="1" spcCol="38100" rtlCol="0" anchor="t">
            <a:spAutoFit/>
          </a:bodyPr>
          <a:lstStyle xmlns:a="http://schemas.openxmlformats.org/drawingml/2006/main"/>
          <a:p xmlns:a="http://schemas.openxmlformats.org/drawingml/2006/main"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Nation R8W</a:t>
            </a:r>
            <a:r>
              <a:rPr kumimoji="0" lang="en-US" sz="700" b="1" i="0" u="none" strike="noStrike" cap="none" spc="0" normalizeH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 Growth (</a:t>
            </a:r>
            <a:r>
              <a:rPr lang="en-US" sz="7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  <a:r>
              <a:rPr kumimoji="0" lang="en-US" sz="700" b="1" i="0" u="none" strike="noStrike" cap="none" spc="0" normalizeH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%)</a:t>
            </a:r>
            <a:endParaRPr kumimoji="0" lang="en-US" sz="7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cdr:txBody>
      </cdr:sp>
      <cdr:sp macro="" textlink="">
        <cdr:nvSpPr>
          <cdr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CD7E885-DA52-C7F1-0B13-8601334DF4BE}"/>
              </a:ext>
            </a:extLst>
          </cdr:cNvPr>
          <cdr:cNvSpPr txBox="1"/>
        </cdr:nvSpPr>
        <cdr:spPr>
          <a:xfrm xmlns:a="http://schemas.openxmlformats.org/drawingml/2006/main">
            <a:off x="10179729" y="209349"/>
            <a:ext cx="1423614" cy="2000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 cap="flat">
            <a:noFill/>
            <a:miter lim="400000"/>
          </a:ln>
          <a:effectLst xmlns:a="http://schemas.openxmlformats.org/drawingml/2006/main"/>
          <a:sp3d xmlns:a="http://schemas.openxmlformats.org/drawingml/2006/main"/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none"/>
        </cdr:style>
        <cdr:txBody>
          <a:bodyPr xmlns:a="http://schemas.openxmlformats.org/drawingml/2006/main" rot="0" spcFirstLastPara="1" vertOverflow="clip" horzOverflow="overflow" vert="horz" wrap="square" lIns="45719" tIns="45719" rIns="45719" bIns="45719" numCol="1" spcCol="38100" rtlCol="0" anchor="t">
            <a:spAutoFit/>
          </a:bodyPr>
          <a:lstStyle xmlns:a="http://schemas.openxmlformats.org/drawingml/2006/main"/>
          <a:p xmlns:a="http://schemas.openxmlformats.org/drawingml/2006/main"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Nation R4W</a:t>
            </a:r>
            <a:r>
              <a:rPr kumimoji="0" lang="en-US" sz="700" b="1" i="0" u="none" strike="noStrike" cap="none" spc="0" normalizeH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 Growth (</a:t>
            </a:r>
            <a:r>
              <a:rPr lang="en-US" sz="7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kumimoji="0" lang="en-US" sz="700" b="1" i="0" u="none" strike="noStrike" cap="none" spc="0" normalizeH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%)</a:t>
            </a:r>
            <a:endParaRPr kumimoji="0" lang="en-US" sz="7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cdr:txBody>
      </cdr:sp>
    </cdr:grpSp>
  </cdr:relSizeAnchor>
  <cdr:relSizeAnchor xmlns:cdr="http://schemas.openxmlformats.org/drawingml/2006/chartDrawing">
    <cdr:from>
      <cdr:x>0.56866</cdr:x>
      <cdr:y>0.52204</cdr:y>
    </cdr:from>
    <cdr:to>
      <cdr:x>0.63236</cdr:x>
      <cdr:y>1</cdr:y>
    </cdr:to>
    <cdr:sp macro="" textlink="">
      <cdr:nvSpPr>
        <cdr:cNvPr id="11" name="Rectangle 10">
          <a:extLst xmlns:a="http://schemas.openxmlformats.org/drawingml/2006/main">
            <a:ext uri="{FF2B5EF4-FFF2-40B4-BE49-F238E27FC236}">
              <a16:creationId xmlns:a16="http://schemas.microsoft.com/office/drawing/2014/main" id="{4A954DBE-41AA-CE85-A93D-62B70840D7DC}"/>
            </a:ext>
          </a:extLst>
        </cdr:cNvPr>
        <cdr:cNvSpPr/>
      </cdr:nvSpPr>
      <cdr:spPr>
        <a:xfrm xmlns:a="http://schemas.openxmlformats.org/drawingml/2006/main" flipH="1">
          <a:off x="6648754" y="2445477"/>
          <a:ext cx="744777" cy="2238986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9050">
          <a:solidFill>
            <a:srgbClr val="ECAB1E"/>
          </a:solidFill>
          <a:prstDash val="lgDash"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endParaRPr kumimoji="0" lang="en-US" sz="1800" b="0" i="0" u="none" strike="noStrike" kern="1200" cap="none" spc="0" normalizeH="0" baseline="0" noProof="0">
            <a:ln>
              <a:noFill/>
            </a:ln>
            <a:noFill/>
            <a:effectLst/>
            <a:uLnTx/>
            <a:uFillTx/>
            <a:latin typeface="Arial" panose="020B0604020202020204"/>
            <a:ea typeface="+mn-ea"/>
            <a:cs typeface="+mn-cs"/>
          </a:endParaRPr>
        </a:p>
      </cdr:txBody>
    </cdr:sp>
  </cdr:relSizeAnchor>
  <cdr:relSizeAnchor xmlns:cdr="http://schemas.openxmlformats.org/drawingml/2006/chartDrawing">
    <cdr:from>
      <cdr:x>0.38407</cdr:x>
      <cdr:y>0.52204</cdr:y>
    </cdr:from>
    <cdr:to>
      <cdr:x>0.40761</cdr:x>
      <cdr:y>1</cdr:y>
    </cdr:to>
    <cdr:sp macro="" textlink="">
      <cdr:nvSpPr>
        <cdr:cNvPr id="3" name="Rectangle 2">
          <a:extLst xmlns:a="http://schemas.openxmlformats.org/drawingml/2006/main">
            <a:ext uri="{FF2B5EF4-FFF2-40B4-BE49-F238E27FC236}">
              <a16:creationId xmlns:a16="http://schemas.microsoft.com/office/drawing/2014/main" id="{0849DAA3-E895-368C-FCCC-440ACA7FB7DB}"/>
            </a:ext>
          </a:extLst>
        </cdr:cNvPr>
        <cdr:cNvSpPr/>
      </cdr:nvSpPr>
      <cdr:spPr>
        <a:xfrm xmlns:a="http://schemas.openxmlformats.org/drawingml/2006/main" flipH="1">
          <a:off x="4490533" y="2445477"/>
          <a:ext cx="275207" cy="2238986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9050">
          <a:solidFill>
            <a:srgbClr val="ECAB1E"/>
          </a:solidFill>
          <a:prstDash val="lgDash"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endParaRPr kumimoji="0" lang="en-US" sz="1800" b="0" i="0" u="none" strike="noStrike" kern="1200" cap="none" spc="0" normalizeH="0" baseline="0" noProof="0">
            <a:ln>
              <a:noFill/>
            </a:ln>
            <a:noFill/>
            <a:effectLst/>
            <a:uLnTx/>
            <a:uFillTx/>
            <a:latin typeface="Arial" panose="020B0604020202020204"/>
            <a:ea typeface="+mn-ea"/>
            <a:cs typeface="+mn-cs"/>
          </a:endParaRPr>
        </a:p>
      </cdr:txBody>
    </cdr:sp>
  </cdr:relSizeAnchor>
  <cdr:relSizeAnchor xmlns:cdr="http://schemas.openxmlformats.org/drawingml/2006/chartDrawing">
    <cdr:from>
      <cdr:x>0.90798</cdr:x>
      <cdr:y>0.5239</cdr:y>
    </cdr:from>
    <cdr:to>
      <cdr:x>0.9698</cdr:x>
      <cdr:y>1</cdr:y>
    </cdr:to>
    <cdr:sp macro="" textlink="">
      <cdr:nvSpPr>
        <cdr:cNvPr id="4" name="Rectangle 3">
          <a:extLst xmlns:a="http://schemas.openxmlformats.org/drawingml/2006/main">
            <a:ext uri="{FF2B5EF4-FFF2-40B4-BE49-F238E27FC236}">
              <a16:creationId xmlns:a16="http://schemas.microsoft.com/office/drawing/2014/main" id="{0849DAA3-E895-368C-FCCC-440ACA7FB7DB}"/>
            </a:ext>
          </a:extLst>
        </cdr:cNvPr>
        <cdr:cNvSpPr/>
      </cdr:nvSpPr>
      <cdr:spPr>
        <a:xfrm xmlns:a="http://schemas.openxmlformats.org/drawingml/2006/main" flipH="1">
          <a:off x="10616126" y="2454190"/>
          <a:ext cx="722745" cy="2230273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9050">
          <a:solidFill>
            <a:srgbClr val="ECAB1E"/>
          </a:solidFill>
          <a:prstDash val="lgDash"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endParaRPr kumimoji="0" lang="en-US" sz="1800" b="0" i="0" u="none" strike="noStrike" kern="1200" cap="none" spc="0" normalizeH="0" baseline="0" noProof="0">
            <a:ln>
              <a:noFill/>
            </a:ln>
            <a:noFill/>
            <a:effectLst/>
            <a:uLnTx/>
            <a:uFillTx/>
            <a:latin typeface="Arial" panose="020B0604020202020204"/>
            <a:ea typeface="+mn-ea"/>
            <a:cs typeface="+mn-cs"/>
          </a:endParaRPr>
        </a:p>
      </cdr:txBody>
    </cdr:sp>
  </cdr:relSizeAnchor>
  <cdr:relSizeAnchor xmlns:cdr="http://schemas.openxmlformats.org/drawingml/2006/chartDrawing">
    <cdr:from>
      <cdr:x>0.04504</cdr:x>
      <cdr:y>0.51833</cdr:y>
    </cdr:from>
    <cdr:to>
      <cdr:x>0.06668</cdr:x>
      <cdr:y>1</cdr:y>
    </cdr:to>
    <cdr:sp macro="" textlink="">
      <cdr:nvSpPr>
        <cdr:cNvPr id="7" name="Rectangle 6">
          <a:extLst xmlns:a="http://schemas.openxmlformats.org/drawingml/2006/main">
            <a:ext uri="{FF2B5EF4-FFF2-40B4-BE49-F238E27FC236}">
              <a16:creationId xmlns:a16="http://schemas.microsoft.com/office/drawing/2014/main" id="{029314DE-B733-BFC5-3E0D-B9FF77C67007}"/>
            </a:ext>
          </a:extLst>
        </cdr:cNvPr>
        <cdr:cNvSpPr/>
      </cdr:nvSpPr>
      <cdr:spPr>
        <a:xfrm xmlns:a="http://schemas.openxmlformats.org/drawingml/2006/main" flipH="1">
          <a:off x="526606" y="2428098"/>
          <a:ext cx="253062" cy="2256365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9050">
          <a:solidFill>
            <a:srgbClr val="ECAB1E"/>
          </a:solidFill>
          <a:prstDash val="lgDash"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endParaRPr kumimoji="0" lang="en-US" sz="1800" b="0" i="0" u="none" strike="noStrike" kern="1200" cap="none" spc="0" normalizeH="0" baseline="0" noProof="0">
            <a:ln>
              <a:noFill/>
            </a:ln>
            <a:noFill/>
            <a:effectLst/>
            <a:uLnTx/>
            <a:uFillTx/>
            <a:latin typeface="Arial" panose="020B0604020202020204"/>
            <a:ea typeface="+mn-ea"/>
            <a:cs typeface="+mn-cs"/>
          </a:endParaRPr>
        </a:p>
      </cdr:txBody>
    </cdr:sp>
  </cdr:relSizeAnchor>
  <cdr:relSizeAnchor xmlns:cdr="http://schemas.openxmlformats.org/drawingml/2006/chartDrawing">
    <cdr:from>
      <cdr:x>0.79865</cdr:x>
      <cdr:y>0.5239</cdr:y>
    </cdr:from>
    <cdr:to>
      <cdr:x>0.8237</cdr:x>
      <cdr:y>1</cdr:y>
    </cdr:to>
    <cdr:sp macro="" textlink="">
      <cdr:nvSpPr>
        <cdr:cNvPr id="9" name="Rectangle 8">
          <a:extLst xmlns:a="http://schemas.openxmlformats.org/drawingml/2006/main">
            <a:ext uri="{FF2B5EF4-FFF2-40B4-BE49-F238E27FC236}">
              <a16:creationId xmlns:a16="http://schemas.microsoft.com/office/drawing/2014/main" id="{6F36EC57-E272-7A7D-0BDD-27649CA36FEE}"/>
            </a:ext>
          </a:extLst>
        </cdr:cNvPr>
        <cdr:cNvSpPr/>
      </cdr:nvSpPr>
      <cdr:spPr>
        <a:xfrm xmlns:a="http://schemas.openxmlformats.org/drawingml/2006/main" flipH="1">
          <a:off x="9337742" y="2454190"/>
          <a:ext cx="292962" cy="2230273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9050">
          <a:solidFill>
            <a:srgbClr val="ECAB1E"/>
          </a:solidFill>
          <a:prstDash val="lgDash"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endParaRPr kumimoji="0" lang="en-US" sz="1800" b="0" i="0" u="none" strike="noStrike" kern="1200" cap="none" spc="0" normalizeH="0" baseline="0" noProof="0">
            <a:ln>
              <a:noFill/>
            </a:ln>
            <a:noFill/>
            <a:effectLst/>
            <a:uLnTx/>
            <a:uFillTx/>
            <a:latin typeface="Arial" panose="020B0604020202020204"/>
            <a:ea typeface="+mn-ea"/>
            <a:cs typeface="+mn-cs"/>
          </a:endParaRPr>
        </a:p>
      </cdr:txBody>
    </cdr:sp>
  </cdr:relSizeAnchor>
  <cdr:relSizeAnchor xmlns:cdr="http://schemas.openxmlformats.org/drawingml/2006/chartDrawing">
    <cdr:from>
      <cdr:x>0.11832</cdr:x>
      <cdr:y>0.5239</cdr:y>
    </cdr:from>
    <cdr:to>
      <cdr:x>0.13958</cdr:x>
      <cdr:y>1</cdr:y>
    </cdr:to>
    <cdr:sp macro="" textlink="">
      <cdr:nvSpPr>
        <cdr:cNvPr id="10" name="Rectangle 9">
          <a:extLst xmlns:a="http://schemas.openxmlformats.org/drawingml/2006/main">
            <a:ext uri="{FF2B5EF4-FFF2-40B4-BE49-F238E27FC236}">
              <a16:creationId xmlns:a16="http://schemas.microsoft.com/office/drawing/2014/main" id="{6F36EC57-E272-7A7D-0BDD-27649CA36FEE}"/>
            </a:ext>
          </a:extLst>
        </cdr:cNvPr>
        <cdr:cNvSpPr/>
      </cdr:nvSpPr>
      <cdr:spPr>
        <a:xfrm xmlns:a="http://schemas.openxmlformats.org/drawingml/2006/main" flipH="1">
          <a:off x="1383350" y="2454190"/>
          <a:ext cx="248574" cy="2230273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9050">
          <a:solidFill>
            <a:srgbClr val="ECAB1E"/>
          </a:solidFill>
          <a:prstDash val="lgDash"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endParaRPr kumimoji="0" lang="en-US" sz="1800" b="0" i="0" u="none" strike="noStrike" kern="1200" cap="none" spc="0" normalizeH="0" baseline="0" noProof="0">
            <a:ln>
              <a:noFill/>
            </a:ln>
            <a:noFill/>
            <a:effectLst/>
            <a:uLnTx/>
            <a:uFillTx/>
            <a:latin typeface="Arial" panose="020B0604020202020204"/>
            <a:ea typeface="+mn-ea"/>
            <a:cs typeface="+mn-cs"/>
          </a:endParaRPr>
        </a:p>
      </cdr:txBody>
    </cdr:sp>
  </cdr:relSizeAnchor>
  <cdr:relSizeAnchor xmlns:cdr="http://schemas.openxmlformats.org/drawingml/2006/chartDrawing">
    <cdr:from>
      <cdr:x>0.3051</cdr:x>
      <cdr:y>0.52204</cdr:y>
    </cdr:from>
    <cdr:to>
      <cdr:x>0.33244</cdr:x>
      <cdr:y>1</cdr:y>
    </cdr:to>
    <cdr:sp macro="" textlink="">
      <cdr:nvSpPr>
        <cdr:cNvPr id="2" name="Rectangle 1">
          <a:extLst xmlns:a="http://schemas.openxmlformats.org/drawingml/2006/main">
            <a:ext uri="{FF2B5EF4-FFF2-40B4-BE49-F238E27FC236}">
              <a16:creationId xmlns:a16="http://schemas.microsoft.com/office/drawing/2014/main" id="{8B7773B6-9FE1-AB57-D412-7DF1FA96D147}"/>
            </a:ext>
          </a:extLst>
        </cdr:cNvPr>
        <cdr:cNvSpPr/>
      </cdr:nvSpPr>
      <cdr:spPr>
        <a:xfrm xmlns:a="http://schemas.openxmlformats.org/drawingml/2006/main" flipH="1">
          <a:off x="3567256" y="2445477"/>
          <a:ext cx="319596" cy="2238986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9050">
          <a:solidFill>
            <a:srgbClr val="ECAB1E"/>
          </a:solidFill>
          <a:prstDash val="lgDash"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endParaRPr kumimoji="0" lang="en-US" sz="1800" b="0" i="0" u="none" strike="noStrike" kern="1200" cap="none" spc="0" normalizeH="0" baseline="0" noProof="0">
            <a:ln>
              <a:noFill/>
            </a:ln>
            <a:noFill/>
            <a:effectLst/>
            <a:uLnTx/>
            <a:uFillTx/>
            <a:latin typeface="Arial" panose="020B0604020202020204"/>
            <a:ea typeface="+mn-ea"/>
            <a:cs typeface="+mn-cs"/>
          </a:endParaRPr>
        </a:p>
      </cdr:txBody>
    </cdr:sp>
  </cdr:relSizeAnchor>
  <cdr:relSizeAnchor xmlns:cdr="http://schemas.openxmlformats.org/drawingml/2006/chartDrawing">
    <cdr:from>
      <cdr:x>0.72272</cdr:x>
      <cdr:y>0.52204</cdr:y>
    </cdr:from>
    <cdr:to>
      <cdr:x>0.75005</cdr:x>
      <cdr:y>1</cdr:y>
    </cdr:to>
    <cdr:sp macro="" textlink="">
      <cdr:nvSpPr>
        <cdr:cNvPr id="6" name="Rectangle 5">
          <a:extLst xmlns:a="http://schemas.openxmlformats.org/drawingml/2006/main">
            <a:ext uri="{FF2B5EF4-FFF2-40B4-BE49-F238E27FC236}">
              <a16:creationId xmlns:a16="http://schemas.microsoft.com/office/drawing/2014/main" id="{8B7773B6-9FE1-AB57-D412-7DF1FA96D147}"/>
            </a:ext>
          </a:extLst>
        </cdr:cNvPr>
        <cdr:cNvSpPr/>
      </cdr:nvSpPr>
      <cdr:spPr>
        <a:xfrm xmlns:a="http://schemas.openxmlformats.org/drawingml/2006/main" flipH="1">
          <a:off x="8449974" y="2445477"/>
          <a:ext cx="319595" cy="2238986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9050">
          <a:solidFill>
            <a:srgbClr val="ECAB1E"/>
          </a:solidFill>
          <a:prstDash val="lgDash"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endParaRPr kumimoji="0" lang="en-US" sz="1800" b="0" i="0" u="none" strike="noStrike" kern="1200" cap="none" spc="0" normalizeH="0" baseline="0" noProof="0">
            <a:ln>
              <a:noFill/>
            </a:ln>
            <a:noFill/>
            <a:effectLst/>
            <a:uLnTx/>
            <a:uFillTx/>
            <a:latin typeface="Arial" panose="020B0604020202020204"/>
            <a:ea typeface="+mn-ea"/>
            <a:cs typeface="+mn-cs"/>
          </a:endParaRPr>
        </a:p>
      </cdr:txBody>
    </cdr:sp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</cdr:x>
      <cdr:y>4.1774E-7</cdr:y>
    </cdr:from>
    <cdr:to>
      <cdr:x>0.31609</cdr:x>
      <cdr:y>0.11571</cdr:y>
    </cdr:to>
    <cdr:sp macro="" textlink="">
      <cdr:nvSpPr>
        <cdr:cNvPr id="2" name="TextBox 1">
          <a:extLst xmlns:a="http://schemas.openxmlformats.org/drawingml/2006/main">
            <a:ext uri="{FF2B5EF4-FFF2-40B4-BE49-F238E27FC236}">
              <a16:creationId xmlns:a16="http://schemas.microsoft.com/office/drawing/2014/main" id="{9F07685E-B854-FF03-4DE2-C9C93B3E6528}"/>
            </a:ext>
          </a:extLst>
        </cdr:cNvPr>
        <cdr:cNvSpPr txBox="1"/>
      </cdr:nvSpPr>
      <cdr:spPr>
        <a:xfrm xmlns:a="http://schemas.openxmlformats.org/drawingml/2006/main">
          <a:off x="0" y="1"/>
          <a:ext cx="1746830" cy="276997"/>
        </a:xfrm>
        <a:prstGeom xmlns:a="http://schemas.openxmlformats.org/drawingml/2006/main" prst="rect">
          <a:avLst/>
        </a:prstGeom>
        <a:solidFill xmlns:a="http://schemas.openxmlformats.org/drawingml/2006/main">
          <a:schemeClr val="accent2">
            <a:lumMod val="40000"/>
            <a:lumOff val="60000"/>
          </a:schemeClr>
        </a:solidFill>
        <a:ln xmlns:a="http://schemas.openxmlformats.org/drawingml/2006/main" w="12700" cap="flat">
          <a:noFill/>
          <a:miter lim="400000"/>
        </a:ln>
        <a:effectLst xmlns:a="http://schemas.openxmlformats.org/drawingml/2006/main"/>
        <a:sp3d xmlns:a="http://schemas.openxmlformats.org/drawingml/2006/main"/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none"/>
      </cdr:style>
      <cdr:txBody>
        <a:bodyPr xmlns:a="http://schemas.openxmlformats.org/drawingml/2006/main" rot="0" spcFirstLastPara="1" vertOverflow="clip" horzOverflow="overflow" vert="horz" wrap="square" lIns="45719" tIns="45719" rIns="45719" bIns="45719" numCol="1" spcCol="38100" rtlCol="0" anchor="t">
          <a:spAutoFit/>
        </a:bodyPr>
        <a:lstStyle xmlns:a="http://schemas.openxmlformats.org/drawingml/2006/main"/>
        <a:p xmlns:a="http://schemas.openxmlformats.org/drawingml/2006/main">
          <a:pPr marL="0" marR="0" indent="0" algn="ctr" defTabSz="914400" rtl="0" fontAlgn="auto" latinLnBrk="0" hangingPunct="0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</a:pPr>
          <a:r>
            <a:rPr kumimoji="0" lang="en-US" sz="12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rPr>
            <a:t>Total Accounts: </a:t>
          </a:r>
          <a:r>
            <a:rPr lang="en-US" sz="12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rPr>
            <a:t>383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84ACA1-ECED-D844-B3F7-DF17B80354F9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F0BA79-C207-EF4A-BA0F-D4812C40E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949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0BA79-C207-EF4A-BA0F-D4812C40E99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497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0BA79-C207-EF4A-BA0F-D4812C40E99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55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0BA79-C207-EF4A-BA0F-D4812C40E99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84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0BA79-C207-EF4A-BA0F-D4812C40E99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0619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0BA79-C207-EF4A-BA0F-D4812C40E99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3633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IN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0BA79-C207-EF4A-BA0F-D4812C40E99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2636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1.bin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2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2.png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12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12.png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Master (All Deck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6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019128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Master (All Deck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0226241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Blue"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7" name="Group 3"/>
          <p:cNvGrpSpPr/>
          <p:nvPr/>
        </p:nvGrpSpPr>
        <p:grpSpPr>
          <a:xfrm>
            <a:off x="-1669793" y="1235841"/>
            <a:ext cx="1036321" cy="4424423"/>
            <a:chOff x="0" y="0"/>
            <a:chExt cx="1036319" cy="4424421"/>
          </a:xfrm>
        </p:grpSpPr>
        <p:grpSp>
          <p:nvGrpSpPr>
            <p:cNvPr id="161" name="TextBox 2"/>
            <p:cNvGrpSpPr/>
            <p:nvPr/>
          </p:nvGrpSpPr>
          <p:grpSpPr>
            <a:xfrm>
              <a:off x="0" y="1505608"/>
              <a:ext cx="1036320" cy="660401"/>
              <a:chOff x="0" y="0"/>
              <a:chExt cx="1036319" cy="660400"/>
            </a:xfrm>
          </p:grpSpPr>
          <p:sp>
            <p:nvSpPr>
              <p:cNvPr id="159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0" name="3 255 4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3 255 4</a:t>
                </a:r>
              </a:p>
            </p:txBody>
          </p:sp>
        </p:grpSp>
        <p:grpSp>
          <p:nvGrpSpPr>
            <p:cNvPr id="164" name="TextBox 4"/>
            <p:cNvGrpSpPr/>
            <p:nvPr/>
          </p:nvGrpSpPr>
          <p:grpSpPr>
            <a:xfrm>
              <a:off x="0" y="2258411"/>
              <a:ext cx="1036320" cy="660401"/>
              <a:chOff x="0" y="0"/>
              <a:chExt cx="1036319" cy="660400"/>
            </a:xfrm>
          </p:grpSpPr>
          <p:sp>
            <p:nvSpPr>
              <p:cNvPr id="162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3" name="244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244 0 0</a:t>
                </a:r>
              </a:p>
            </p:txBody>
          </p:sp>
        </p:grpSp>
        <p:grpSp>
          <p:nvGrpSpPr>
            <p:cNvPr id="167" name="TextBox 5"/>
            <p:cNvGrpSpPr/>
            <p:nvPr/>
          </p:nvGrpSpPr>
          <p:grpSpPr>
            <a:xfrm>
              <a:off x="0" y="3011216"/>
              <a:ext cx="1036320" cy="660401"/>
              <a:chOff x="0" y="0"/>
              <a:chExt cx="1036319" cy="660400"/>
            </a:xfrm>
          </p:grpSpPr>
          <p:sp>
            <p:nvSpPr>
              <p:cNvPr id="165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6" name="130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130 0 0</a:t>
                </a:r>
              </a:p>
            </p:txBody>
          </p:sp>
        </p:grpSp>
        <p:grpSp>
          <p:nvGrpSpPr>
            <p:cNvPr id="170" name="TextBox 6"/>
            <p:cNvGrpSpPr/>
            <p:nvPr/>
          </p:nvGrpSpPr>
          <p:grpSpPr>
            <a:xfrm>
              <a:off x="0" y="3764021"/>
              <a:ext cx="1036320" cy="660401"/>
              <a:chOff x="0" y="0"/>
              <a:chExt cx="1036319" cy="660400"/>
            </a:xfrm>
          </p:grpSpPr>
          <p:sp>
            <p:nvSpPr>
              <p:cNvPr id="168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9" name="244 177 131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244 177 131</a:t>
                </a:r>
              </a:p>
            </p:txBody>
          </p:sp>
        </p:grpSp>
        <p:grpSp>
          <p:nvGrpSpPr>
            <p:cNvPr id="173" name="TextBox 7"/>
            <p:cNvGrpSpPr/>
            <p:nvPr/>
          </p:nvGrpSpPr>
          <p:grpSpPr>
            <a:xfrm>
              <a:off x="0" y="-1"/>
              <a:ext cx="1036320" cy="660401"/>
              <a:chOff x="0" y="0"/>
              <a:chExt cx="1036319" cy="660400"/>
            </a:xfrm>
          </p:grpSpPr>
          <p:sp>
            <p:nvSpPr>
              <p:cNvPr id="171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72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  <p:grpSp>
          <p:nvGrpSpPr>
            <p:cNvPr id="176" name="TextBox 8"/>
            <p:cNvGrpSpPr/>
            <p:nvPr/>
          </p:nvGrpSpPr>
          <p:grpSpPr>
            <a:xfrm>
              <a:off x="0" y="752804"/>
              <a:ext cx="1036320" cy="660401"/>
              <a:chOff x="0" y="0"/>
              <a:chExt cx="1036319" cy="660400"/>
            </a:xfrm>
          </p:grpSpPr>
          <p:sp>
            <p:nvSpPr>
              <p:cNvPr id="174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rgbClr val="D7E9F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75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</p:grpSp>
      <p:sp>
        <p:nvSpPr>
          <p:cNvPr id="22" name="Slide Number">
            <a:extLst>
              <a:ext uri="{FF2B5EF4-FFF2-40B4-BE49-F238E27FC236}">
                <a16:creationId xmlns:a16="http://schemas.microsoft.com/office/drawing/2014/main" id="{0BB5204C-DDCA-4D91-B541-32146DACB0EE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818220" y="6509142"/>
            <a:ext cx="225381" cy="2154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1991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. Green one third">
    <p:bg>
      <p:bgPr>
        <a:gradFill flip="none" rotWithShape="1">
          <a:gsLst>
            <a:gs pos="0">
              <a:srgbClr val="2F255B"/>
            </a:gs>
            <a:gs pos="100000">
              <a:srgbClr val="2F255B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27465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/>
            <a:endParaRPr lang="en-US" sz="2000" b="1" i="0" baseline="0">
              <a:solidFill>
                <a:srgbClr val="FFFFFF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4" name="Title 4"/>
          <p:cNvSpPr>
            <a:spLocks noGrp="1"/>
          </p:cNvSpPr>
          <p:nvPr>
            <p:ph type="title" hasCustomPrompt="1"/>
          </p:nvPr>
        </p:nvSpPr>
        <p:spPr>
          <a:xfrm>
            <a:off x="441789" y="2681103"/>
            <a:ext cx="3316092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0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6" name="Rectangle 25"/>
          <p:cNvSpPr/>
          <p:nvPr userDrawn="1"/>
        </p:nvSpPr>
        <p:spPr bwMode="ltGray">
          <a:xfrm>
            <a:off x="4080763" y="-1309"/>
            <a:ext cx="8111237" cy="685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2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+mn-lt"/>
              </a:rPr>
              <a:t>Copyright © 2020 by Boston Consulting Group.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591502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 Alternate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49867" y="2888825"/>
            <a:ext cx="10363200" cy="54133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3200" b="1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49867" y="3567564"/>
            <a:ext cx="10363200" cy="1371600"/>
          </a:xfrm>
        </p:spPr>
        <p:txBody>
          <a:bodyPr wrap="square">
            <a:normAutofit/>
          </a:bodyPr>
          <a:lstStyle>
            <a:lvl1pPr marL="0" indent="0" algn="ctr">
              <a:buNone/>
              <a:defRPr sz="22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/>
          </a:p>
        </p:txBody>
      </p:sp>
      <p:sp>
        <p:nvSpPr>
          <p:cNvPr id="7" name="Line 13"/>
          <p:cNvSpPr>
            <a:spLocks noChangeShapeType="1"/>
          </p:cNvSpPr>
          <p:nvPr userDrawn="1"/>
        </p:nvSpPr>
        <p:spPr bwMode="auto">
          <a:xfrm flipH="1">
            <a:off x="2634827" y="3429000"/>
            <a:ext cx="7193280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22144" y="6660251"/>
            <a:ext cx="7331456" cy="13849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Footer for Disclaimer Text</a:t>
            </a:r>
          </a:p>
        </p:txBody>
      </p:sp>
      <p:sp>
        <p:nvSpPr>
          <p:cNvPr id="10" name="Rectangle 9"/>
          <p:cNvSpPr/>
          <p:nvPr userDrawn="1"/>
        </p:nvSpPr>
        <p:spPr>
          <a:xfrm>
            <a:off x="0" y="0"/>
            <a:ext cx="231648" cy="6858000"/>
          </a:xfrm>
          <a:prstGeom prst="rect">
            <a:avLst/>
          </a:prstGeom>
          <a:gradFill>
            <a:gsLst>
              <a:gs pos="53000">
                <a:srgbClr val="1067AB"/>
              </a:gs>
              <a:gs pos="18000">
                <a:srgbClr val="1EA9DB"/>
              </a:gs>
              <a:gs pos="85000">
                <a:srgbClr val="22265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233556793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49867" y="2888825"/>
            <a:ext cx="10363200" cy="54133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3200" b="1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49867" y="3567564"/>
            <a:ext cx="10363200" cy="137160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177800" lvl="0" indent="-177800" algn="ctr"/>
            <a:endParaRPr lang="en-US"/>
          </a:p>
        </p:txBody>
      </p:sp>
      <p:sp>
        <p:nvSpPr>
          <p:cNvPr id="7" name="Line 13"/>
          <p:cNvSpPr>
            <a:spLocks noChangeShapeType="1"/>
          </p:cNvSpPr>
          <p:nvPr userDrawn="1"/>
        </p:nvSpPr>
        <p:spPr bwMode="auto">
          <a:xfrm flipH="1">
            <a:off x="2634827" y="3429000"/>
            <a:ext cx="7193280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22144" y="6660251"/>
            <a:ext cx="7331456" cy="13849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Footer for Disclaimer Text</a:t>
            </a:r>
          </a:p>
        </p:txBody>
      </p:sp>
      <p:sp>
        <p:nvSpPr>
          <p:cNvPr id="10" name="Rectangle 9"/>
          <p:cNvSpPr/>
          <p:nvPr userDrawn="1"/>
        </p:nvSpPr>
        <p:spPr>
          <a:xfrm>
            <a:off x="0" y="0"/>
            <a:ext cx="231648" cy="6858000"/>
          </a:xfrm>
          <a:prstGeom prst="rect">
            <a:avLst/>
          </a:prstGeom>
          <a:gradFill>
            <a:gsLst>
              <a:gs pos="53000">
                <a:srgbClr val="1067AB"/>
              </a:gs>
              <a:gs pos="18000">
                <a:srgbClr val="1EA9DB"/>
              </a:gs>
              <a:gs pos="85000">
                <a:srgbClr val="22265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176000" y="6446520"/>
            <a:ext cx="1016000" cy="411480"/>
          </a:xfrm>
        </p:spPr>
        <p:txBody>
          <a:bodyPr/>
          <a:lstStyle/>
          <a:p>
            <a:fld id="{C0543ED3-111B-4842-9D2D-918F903AB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676296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4200" y="1097350"/>
            <a:ext cx="11216640" cy="4937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Footer for Disclaimer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43ED3-111B-4842-9D2D-918F903AB23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F21A9D-C709-4722-BAF7-7EFE6AE15C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9656" y="664237"/>
            <a:ext cx="10363200" cy="31959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ctr">
              <a:defRPr lang="en-US" sz="1800" dirty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956004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138949"/>
            <a:ext cx="5181600" cy="514610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138949"/>
            <a:ext cx="5181600" cy="514610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Footer for Disclaimer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43ED3-111B-4842-9D2D-918F903AB236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115C654-8AC6-4BF2-999A-D3CBFE9B4A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9656" y="664237"/>
            <a:ext cx="10363200" cy="31959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ctr">
              <a:defRPr lang="en-US" sz="1800" dirty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746856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898413"/>
            <a:ext cx="5157787" cy="688295"/>
          </a:xfrm>
        </p:spPr>
        <p:txBody>
          <a:bodyPr anchor="b">
            <a:normAutofit/>
          </a:bodyPr>
          <a:lstStyle>
            <a:lvl1pPr marL="0" indent="0">
              <a:buNone/>
              <a:defRPr sz="22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1609856"/>
            <a:ext cx="5157787" cy="46057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800" smtClean="0"/>
            </a:lvl1pPr>
            <a:lvl2pPr>
              <a:defRPr lang="en-US" sz="1600" smtClean="0"/>
            </a:lvl2pPr>
            <a:lvl3pPr>
              <a:defRPr lang="en-US" sz="1400" smtClean="0"/>
            </a:lvl3pPr>
            <a:lvl4pPr>
              <a:defRPr lang="en-US" sz="1200" smtClean="0"/>
            </a:lvl4pPr>
            <a:lvl5pPr>
              <a:defRPr lang="en-US" sz="110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2" y="898413"/>
            <a:ext cx="5183188" cy="688295"/>
          </a:xfrm>
        </p:spPr>
        <p:txBody>
          <a:bodyPr anchor="b">
            <a:normAutofit/>
          </a:bodyPr>
          <a:lstStyle>
            <a:lvl1pPr marL="0" indent="0">
              <a:buNone/>
              <a:defRPr sz="22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2" y="1609856"/>
            <a:ext cx="5183188" cy="46057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800" smtClean="0"/>
            </a:lvl1pPr>
            <a:lvl2pPr>
              <a:defRPr lang="en-US" sz="1600" smtClean="0"/>
            </a:lvl2pPr>
            <a:lvl3pPr>
              <a:defRPr lang="en-US" sz="1400" smtClean="0"/>
            </a:lvl3pPr>
            <a:lvl4pPr>
              <a:defRPr lang="en-US" sz="1200" smtClean="0"/>
            </a:lvl4pPr>
            <a:lvl5pPr>
              <a:defRPr lang="en-US" sz="110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Footer for Disclaimer Text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43ED3-111B-4842-9D2D-918F903AB236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9139FD-7FAA-C320-1F74-EF8EFCBDD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5724636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Nab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C6C9C98D-378E-0B5D-E771-1E95F147F947}"/>
              </a:ext>
            </a:extLst>
          </p:cNvPr>
          <p:cNvSpPr/>
          <p:nvPr/>
        </p:nvSpPr>
        <p:spPr>
          <a:xfrm>
            <a:off x="-19877" y="-9938"/>
            <a:ext cx="8726556" cy="6917635"/>
          </a:xfrm>
          <a:custGeom>
            <a:avLst/>
            <a:gdLst>
              <a:gd name="connsiteX0" fmla="*/ 0 w 4244008"/>
              <a:gd name="connsiteY0" fmla="*/ 6858000 h 6858000"/>
              <a:gd name="connsiteX1" fmla="*/ 0 w 4244008"/>
              <a:gd name="connsiteY1" fmla="*/ 0 h 6858000"/>
              <a:gd name="connsiteX2" fmla="*/ 4244008 w 4244008"/>
              <a:gd name="connsiteY2" fmla="*/ 6858000 h 6858000"/>
              <a:gd name="connsiteX3" fmla="*/ 0 w 4244008"/>
              <a:gd name="connsiteY3" fmla="*/ 6858000 h 6858000"/>
              <a:gd name="connsiteX0" fmla="*/ 1 w 4244009"/>
              <a:gd name="connsiteY0" fmla="*/ 6858000 h 6858000"/>
              <a:gd name="connsiteX1" fmla="*/ 0 w 4244009"/>
              <a:gd name="connsiteY1" fmla="*/ 1023730 h 6858000"/>
              <a:gd name="connsiteX2" fmla="*/ 1 w 4244009"/>
              <a:gd name="connsiteY2" fmla="*/ 0 h 6858000"/>
              <a:gd name="connsiteX3" fmla="*/ 4244009 w 4244009"/>
              <a:gd name="connsiteY3" fmla="*/ 6858000 h 6858000"/>
              <a:gd name="connsiteX4" fmla="*/ 1 w 4244009"/>
              <a:gd name="connsiteY4" fmla="*/ 6858000 h 6858000"/>
              <a:gd name="connsiteX0" fmla="*/ 655983 w 4899991"/>
              <a:gd name="connsiteY0" fmla="*/ 6912905 h 6912905"/>
              <a:gd name="connsiteX1" fmla="*/ 0 w 4899991"/>
              <a:gd name="connsiteY1" fmla="*/ 104600 h 6912905"/>
              <a:gd name="connsiteX2" fmla="*/ 655983 w 4899991"/>
              <a:gd name="connsiteY2" fmla="*/ 54905 h 6912905"/>
              <a:gd name="connsiteX3" fmla="*/ 4899991 w 4899991"/>
              <a:gd name="connsiteY3" fmla="*/ 6912905 h 6912905"/>
              <a:gd name="connsiteX4" fmla="*/ 655983 w 4899991"/>
              <a:gd name="connsiteY4" fmla="*/ 6912905 h 6912905"/>
              <a:gd name="connsiteX0" fmla="*/ 19878 w 4899991"/>
              <a:gd name="connsiteY0" fmla="*/ 6922844 h 6922844"/>
              <a:gd name="connsiteX1" fmla="*/ 0 w 4899991"/>
              <a:gd name="connsiteY1" fmla="*/ 104600 h 6922844"/>
              <a:gd name="connsiteX2" fmla="*/ 655983 w 4899991"/>
              <a:gd name="connsiteY2" fmla="*/ 54905 h 6922844"/>
              <a:gd name="connsiteX3" fmla="*/ 4899991 w 4899991"/>
              <a:gd name="connsiteY3" fmla="*/ 6912905 h 6922844"/>
              <a:gd name="connsiteX4" fmla="*/ 19878 w 4899991"/>
              <a:gd name="connsiteY4" fmla="*/ 6922844 h 6922844"/>
              <a:gd name="connsiteX0" fmla="*/ 19878 w 4899991"/>
              <a:gd name="connsiteY0" fmla="*/ 6983106 h 6983106"/>
              <a:gd name="connsiteX1" fmla="*/ 0 w 4899991"/>
              <a:gd name="connsiteY1" fmla="*/ 164862 h 6983106"/>
              <a:gd name="connsiteX2" fmla="*/ 655983 w 4899991"/>
              <a:gd name="connsiteY2" fmla="*/ 115167 h 6983106"/>
              <a:gd name="connsiteX3" fmla="*/ 4899991 w 4899991"/>
              <a:gd name="connsiteY3" fmla="*/ 6973167 h 6983106"/>
              <a:gd name="connsiteX4" fmla="*/ 19878 w 4899991"/>
              <a:gd name="connsiteY4" fmla="*/ 6983106 h 6983106"/>
              <a:gd name="connsiteX0" fmla="*/ 19878 w 4899991"/>
              <a:gd name="connsiteY0" fmla="*/ 6867939 h 6867939"/>
              <a:gd name="connsiteX1" fmla="*/ 0 w 4899991"/>
              <a:gd name="connsiteY1" fmla="*/ 49695 h 6867939"/>
              <a:gd name="connsiteX2" fmla="*/ 655983 w 4899991"/>
              <a:gd name="connsiteY2" fmla="*/ 0 h 6867939"/>
              <a:gd name="connsiteX3" fmla="*/ 4899991 w 4899991"/>
              <a:gd name="connsiteY3" fmla="*/ 6858000 h 6867939"/>
              <a:gd name="connsiteX4" fmla="*/ 19878 w 4899991"/>
              <a:gd name="connsiteY4" fmla="*/ 6867939 h 686793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81616 h 6881616"/>
              <a:gd name="connsiteX1" fmla="*/ 0 w 4909930"/>
              <a:gd name="connsiteY1" fmla="*/ 3737 h 6881616"/>
              <a:gd name="connsiteX2" fmla="*/ 665922 w 4909930"/>
              <a:gd name="connsiteY2" fmla="*/ 13677 h 6881616"/>
              <a:gd name="connsiteX3" fmla="*/ 4909930 w 4909930"/>
              <a:gd name="connsiteY3" fmla="*/ 6871677 h 6881616"/>
              <a:gd name="connsiteX4" fmla="*/ 29817 w 4909930"/>
              <a:gd name="connsiteY4" fmla="*/ 6881616 h 6881616"/>
              <a:gd name="connsiteX0" fmla="*/ 29817 w 4909930"/>
              <a:gd name="connsiteY0" fmla="*/ 6867939 h 6867939"/>
              <a:gd name="connsiteX1" fmla="*/ 0 w 4909930"/>
              <a:gd name="connsiteY1" fmla="*/ 9938 h 6867939"/>
              <a:gd name="connsiteX2" fmla="*/ 665922 w 4909930"/>
              <a:gd name="connsiteY2" fmla="*/ 0 h 6867939"/>
              <a:gd name="connsiteX3" fmla="*/ 4909930 w 4909930"/>
              <a:gd name="connsiteY3" fmla="*/ 6858000 h 6867939"/>
              <a:gd name="connsiteX4" fmla="*/ 29817 w 4909930"/>
              <a:gd name="connsiteY4" fmla="*/ 6867939 h 6867939"/>
              <a:gd name="connsiteX0" fmla="*/ 39756 w 4919869"/>
              <a:gd name="connsiteY0" fmla="*/ 6881616 h 6881616"/>
              <a:gd name="connsiteX1" fmla="*/ 0 w 4919869"/>
              <a:gd name="connsiteY1" fmla="*/ 3737 h 6881616"/>
              <a:gd name="connsiteX2" fmla="*/ 675861 w 4919869"/>
              <a:gd name="connsiteY2" fmla="*/ 13677 h 6881616"/>
              <a:gd name="connsiteX3" fmla="*/ 4919869 w 4919869"/>
              <a:gd name="connsiteY3" fmla="*/ 6871677 h 6881616"/>
              <a:gd name="connsiteX4" fmla="*/ 39756 w 4919869"/>
              <a:gd name="connsiteY4" fmla="*/ 6881616 h 6881616"/>
              <a:gd name="connsiteX0" fmla="*/ 4084982 w 8965095"/>
              <a:gd name="connsiteY0" fmla="*/ 6873159 h 6873159"/>
              <a:gd name="connsiteX1" fmla="*/ 0 w 8965095"/>
              <a:gd name="connsiteY1" fmla="*/ 5220 h 6873159"/>
              <a:gd name="connsiteX2" fmla="*/ 4721087 w 8965095"/>
              <a:gd name="connsiteY2" fmla="*/ 5220 h 6873159"/>
              <a:gd name="connsiteX3" fmla="*/ 8965095 w 8965095"/>
              <a:gd name="connsiteY3" fmla="*/ 6863220 h 6873159"/>
              <a:gd name="connsiteX4" fmla="*/ 4084982 w 8965095"/>
              <a:gd name="connsiteY4" fmla="*/ 6873159 h 6873159"/>
              <a:gd name="connsiteX0" fmla="*/ 19877 w 8965095"/>
              <a:gd name="connsiteY0" fmla="*/ 6853281 h 6863220"/>
              <a:gd name="connsiteX1" fmla="*/ 0 w 8965095"/>
              <a:gd name="connsiteY1" fmla="*/ 5220 h 6863220"/>
              <a:gd name="connsiteX2" fmla="*/ 4721087 w 8965095"/>
              <a:gd name="connsiteY2" fmla="*/ 5220 h 6863220"/>
              <a:gd name="connsiteX3" fmla="*/ 8965095 w 8965095"/>
              <a:gd name="connsiteY3" fmla="*/ 6863220 h 6863220"/>
              <a:gd name="connsiteX4" fmla="*/ 19877 w 8965095"/>
              <a:gd name="connsiteY4" fmla="*/ 6853281 h 6863220"/>
              <a:gd name="connsiteX0" fmla="*/ 0 w 8975035"/>
              <a:gd name="connsiteY0" fmla="*/ 6873159 h 6873159"/>
              <a:gd name="connsiteX1" fmla="*/ 9940 w 8975035"/>
              <a:gd name="connsiteY1" fmla="*/ 5220 h 6873159"/>
              <a:gd name="connsiteX2" fmla="*/ 4731027 w 8975035"/>
              <a:gd name="connsiteY2" fmla="*/ 5220 h 6873159"/>
              <a:gd name="connsiteX3" fmla="*/ 8975035 w 8975035"/>
              <a:gd name="connsiteY3" fmla="*/ 6863220 h 6873159"/>
              <a:gd name="connsiteX4" fmla="*/ 0 w 8975035"/>
              <a:gd name="connsiteY4" fmla="*/ 6873159 h 6873159"/>
              <a:gd name="connsiteX0" fmla="*/ 318051 w 8965095"/>
              <a:gd name="connsiteY0" fmla="*/ 6893037 h 6893037"/>
              <a:gd name="connsiteX1" fmla="*/ 0 w 8965095"/>
              <a:gd name="connsiteY1" fmla="*/ 5220 h 6893037"/>
              <a:gd name="connsiteX2" fmla="*/ 4721087 w 8965095"/>
              <a:gd name="connsiteY2" fmla="*/ 5220 h 6893037"/>
              <a:gd name="connsiteX3" fmla="*/ 8965095 w 8965095"/>
              <a:gd name="connsiteY3" fmla="*/ 6863220 h 6893037"/>
              <a:gd name="connsiteX4" fmla="*/ 318051 w 8965095"/>
              <a:gd name="connsiteY4" fmla="*/ 6893037 h 6893037"/>
              <a:gd name="connsiteX0" fmla="*/ 248477 w 8965095"/>
              <a:gd name="connsiteY0" fmla="*/ 6912916 h 6912916"/>
              <a:gd name="connsiteX1" fmla="*/ 0 w 8965095"/>
              <a:gd name="connsiteY1" fmla="*/ 5220 h 6912916"/>
              <a:gd name="connsiteX2" fmla="*/ 4721087 w 8965095"/>
              <a:gd name="connsiteY2" fmla="*/ 5220 h 6912916"/>
              <a:gd name="connsiteX3" fmla="*/ 8965095 w 8965095"/>
              <a:gd name="connsiteY3" fmla="*/ 6863220 h 6912916"/>
              <a:gd name="connsiteX4" fmla="*/ 248477 w 8965095"/>
              <a:gd name="connsiteY4" fmla="*/ 6912916 h 6912916"/>
              <a:gd name="connsiteX0" fmla="*/ 89451 w 8806069"/>
              <a:gd name="connsiteY0" fmla="*/ 6907696 h 6907696"/>
              <a:gd name="connsiteX1" fmla="*/ 0 w 8806069"/>
              <a:gd name="connsiteY1" fmla="*/ 39756 h 6907696"/>
              <a:gd name="connsiteX2" fmla="*/ 4562061 w 8806069"/>
              <a:gd name="connsiteY2" fmla="*/ 0 h 6907696"/>
              <a:gd name="connsiteX3" fmla="*/ 8806069 w 8806069"/>
              <a:gd name="connsiteY3" fmla="*/ 6858000 h 6907696"/>
              <a:gd name="connsiteX4" fmla="*/ 89451 w 8806069"/>
              <a:gd name="connsiteY4" fmla="*/ 6907696 h 6907696"/>
              <a:gd name="connsiteX0" fmla="*/ 0 w 8716618"/>
              <a:gd name="connsiteY0" fmla="*/ 6907696 h 6907696"/>
              <a:gd name="connsiteX1" fmla="*/ 1 w 8716618"/>
              <a:gd name="connsiteY1" fmla="*/ 9939 h 6907696"/>
              <a:gd name="connsiteX2" fmla="*/ 4472610 w 8716618"/>
              <a:gd name="connsiteY2" fmla="*/ 0 h 6907696"/>
              <a:gd name="connsiteX3" fmla="*/ 8716618 w 8716618"/>
              <a:gd name="connsiteY3" fmla="*/ 6858000 h 6907696"/>
              <a:gd name="connsiteX4" fmla="*/ 0 w 8716618"/>
              <a:gd name="connsiteY4" fmla="*/ 6907696 h 6907696"/>
              <a:gd name="connsiteX0" fmla="*/ 9938 w 8726556"/>
              <a:gd name="connsiteY0" fmla="*/ 6921372 h 6921372"/>
              <a:gd name="connsiteX1" fmla="*/ 0 w 8726556"/>
              <a:gd name="connsiteY1" fmla="*/ 3737 h 6921372"/>
              <a:gd name="connsiteX2" fmla="*/ 4482548 w 8726556"/>
              <a:gd name="connsiteY2" fmla="*/ 13676 h 6921372"/>
              <a:gd name="connsiteX3" fmla="*/ 8726556 w 8726556"/>
              <a:gd name="connsiteY3" fmla="*/ 6871676 h 6921372"/>
              <a:gd name="connsiteX4" fmla="*/ 9938 w 8726556"/>
              <a:gd name="connsiteY4" fmla="*/ 6921372 h 6921372"/>
              <a:gd name="connsiteX0" fmla="*/ 9938 w 8726556"/>
              <a:gd name="connsiteY0" fmla="*/ 6917635 h 6917635"/>
              <a:gd name="connsiteX1" fmla="*/ 0 w 8726556"/>
              <a:gd name="connsiteY1" fmla="*/ 0 h 6917635"/>
              <a:gd name="connsiteX2" fmla="*/ 4482548 w 8726556"/>
              <a:gd name="connsiteY2" fmla="*/ 9939 h 6917635"/>
              <a:gd name="connsiteX3" fmla="*/ 8726556 w 8726556"/>
              <a:gd name="connsiteY3" fmla="*/ 6867939 h 6917635"/>
              <a:gd name="connsiteX4" fmla="*/ 9938 w 8726556"/>
              <a:gd name="connsiteY4" fmla="*/ 6917635 h 69176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26556" h="6917635">
                <a:moveTo>
                  <a:pt x="9938" y="6917635"/>
                </a:moveTo>
                <a:cubicBezTo>
                  <a:pt x="9938" y="4972878"/>
                  <a:pt x="14908" y="3438939"/>
                  <a:pt x="0" y="0"/>
                </a:cubicBezTo>
                <a:lnTo>
                  <a:pt x="4482548" y="9939"/>
                </a:lnTo>
                <a:lnTo>
                  <a:pt x="8726556" y="6867939"/>
                </a:lnTo>
                <a:lnTo>
                  <a:pt x="9938" y="6917635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miter lim="400000"/>
          </a:ln>
          <a:effectLst>
            <a:outerShdw blurRad="171482" dist="89822" algn="l" rotWithShape="0">
              <a:srgbClr val="063958">
                <a:alpha val="91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algn="ctr"/>
            <a:endParaRPr lang="en-US" sz="1200" err="1">
              <a:solidFill>
                <a:srgbClr val="50626A"/>
              </a:solidFill>
              <a:latin typeface="Arial" panose="020B0604020202020204" pitchFamily="34" charset="0"/>
              <a:ea typeface="+mn-ea"/>
              <a:cs typeface="+mn-cs"/>
              <a:sym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84A716-13EB-3776-396E-6D16BE0888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9900" y="889000"/>
            <a:ext cx="3568700" cy="2324966"/>
          </a:xfrm>
          <a:prstGeom prst="rect">
            <a:avLst/>
          </a:prstGeom>
          <a:effectLst/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B9F82C-68FB-4B3D-B24C-42E74B805B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7503" y="4603632"/>
            <a:ext cx="4096512" cy="219456"/>
          </a:xfrm>
        </p:spPr>
        <p:txBody>
          <a:bodyPr lIns="91440" anchor="ctr">
            <a:noAutofit/>
          </a:bodyPr>
          <a:lstStyle>
            <a:lvl1pPr marL="0" indent="0">
              <a:buNone/>
              <a:defRPr sz="1600" b="0" i="0">
                <a:solidFill>
                  <a:schemeClr val="bg2"/>
                </a:solidFill>
                <a:effectLst/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1E6077-226C-F089-3ECE-23E0EFE5B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3" y="3586375"/>
            <a:ext cx="5864087" cy="808138"/>
          </a:xfrm>
        </p:spPr>
        <p:txBody>
          <a:bodyPr lIns="91440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98697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8EABC0-EFC6-D243-946E-F42B969FE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7472" y="1144401"/>
            <a:ext cx="5760625" cy="823912"/>
          </a:xfrm>
        </p:spPr>
        <p:txBody>
          <a:bodyPr anchor="b"/>
          <a:lstStyle>
            <a:lvl1pPr marL="0" indent="0">
              <a:buNone/>
              <a:defRPr sz="20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B5420B-0671-9947-8ACD-9947290B10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472" y="1968312"/>
            <a:ext cx="5760625" cy="4045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BC9F15-7C0B-4444-AE75-34E3127776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13" y="1144401"/>
            <a:ext cx="5517485" cy="823912"/>
          </a:xfrm>
        </p:spPr>
        <p:txBody>
          <a:bodyPr anchor="b"/>
          <a:lstStyle>
            <a:lvl1pPr marL="0" indent="0">
              <a:buNone/>
              <a:defRPr sz="20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AFEF0-01F2-2E44-94D8-FD3D3CE15F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13" y="1968312"/>
            <a:ext cx="5517485" cy="4045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A53AB65E-510E-4C42-BD7A-EC2B31E26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01568618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D8638C-4F5F-7956-F266-42A2C6FB1BF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34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2_Master (All Deck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Group 3"/>
          <p:cNvGrpSpPr/>
          <p:nvPr/>
        </p:nvGrpSpPr>
        <p:grpSpPr>
          <a:xfrm>
            <a:off x="-1669793" y="1235841"/>
            <a:ext cx="1036321" cy="4424423"/>
            <a:chOff x="0" y="0"/>
            <a:chExt cx="1036319" cy="4424421"/>
          </a:xfrm>
        </p:grpSpPr>
        <p:grpSp>
          <p:nvGrpSpPr>
            <p:cNvPr id="78" name="TextBox 2"/>
            <p:cNvGrpSpPr/>
            <p:nvPr/>
          </p:nvGrpSpPr>
          <p:grpSpPr>
            <a:xfrm>
              <a:off x="0" y="1505608"/>
              <a:ext cx="1036320" cy="660401"/>
              <a:chOff x="0" y="0"/>
              <a:chExt cx="1036319" cy="660400"/>
            </a:xfrm>
          </p:grpSpPr>
          <p:sp>
            <p:nvSpPr>
              <p:cNvPr id="76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77" name="3 255 4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3 255 4</a:t>
                </a:r>
              </a:p>
            </p:txBody>
          </p:sp>
        </p:grpSp>
        <p:grpSp>
          <p:nvGrpSpPr>
            <p:cNvPr id="81" name="TextBox 4"/>
            <p:cNvGrpSpPr/>
            <p:nvPr/>
          </p:nvGrpSpPr>
          <p:grpSpPr>
            <a:xfrm>
              <a:off x="0" y="2258411"/>
              <a:ext cx="1036320" cy="660401"/>
              <a:chOff x="0" y="0"/>
              <a:chExt cx="1036319" cy="660400"/>
            </a:xfrm>
          </p:grpSpPr>
          <p:sp>
            <p:nvSpPr>
              <p:cNvPr id="79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80" name="244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244 0 0</a:t>
                </a:r>
              </a:p>
            </p:txBody>
          </p:sp>
        </p:grpSp>
        <p:grpSp>
          <p:nvGrpSpPr>
            <p:cNvPr id="84" name="TextBox 5"/>
            <p:cNvGrpSpPr/>
            <p:nvPr/>
          </p:nvGrpSpPr>
          <p:grpSpPr>
            <a:xfrm>
              <a:off x="0" y="3011216"/>
              <a:ext cx="1036320" cy="660401"/>
              <a:chOff x="0" y="0"/>
              <a:chExt cx="1036319" cy="660400"/>
            </a:xfrm>
          </p:grpSpPr>
          <p:sp>
            <p:nvSpPr>
              <p:cNvPr id="82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83" name="130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130 0 0</a:t>
                </a:r>
              </a:p>
            </p:txBody>
          </p:sp>
        </p:grpSp>
        <p:grpSp>
          <p:nvGrpSpPr>
            <p:cNvPr id="87" name="TextBox 6"/>
            <p:cNvGrpSpPr/>
            <p:nvPr/>
          </p:nvGrpSpPr>
          <p:grpSpPr>
            <a:xfrm>
              <a:off x="0" y="3764021"/>
              <a:ext cx="1036320" cy="660401"/>
              <a:chOff x="0" y="0"/>
              <a:chExt cx="1036319" cy="660400"/>
            </a:xfrm>
          </p:grpSpPr>
          <p:sp>
            <p:nvSpPr>
              <p:cNvPr id="85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86" name="244 177 131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244 177 131</a:t>
                </a:r>
              </a:p>
            </p:txBody>
          </p:sp>
        </p:grpSp>
        <p:grpSp>
          <p:nvGrpSpPr>
            <p:cNvPr id="90" name="TextBox 7"/>
            <p:cNvGrpSpPr/>
            <p:nvPr/>
          </p:nvGrpSpPr>
          <p:grpSpPr>
            <a:xfrm>
              <a:off x="0" y="-1"/>
              <a:ext cx="1036320" cy="660401"/>
              <a:chOff x="0" y="0"/>
              <a:chExt cx="1036319" cy="660400"/>
            </a:xfrm>
          </p:grpSpPr>
          <p:sp>
            <p:nvSpPr>
              <p:cNvPr id="88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89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  <p:grpSp>
          <p:nvGrpSpPr>
            <p:cNvPr id="93" name="TextBox 8"/>
            <p:cNvGrpSpPr/>
            <p:nvPr/>
          </p:nvGrpSpPr>
          <p:grpSpPr>
            <a:xfrm>
              <a:off x="0" y="752804"/>
              <a:ext cx="1036320" cy="660401"/>
              <a:chOff x="0" y="0"/>
              <a:chExt cx="1036319" cy="660400"/>
            </a:xfrm>
          </p:grpSpPr>
          <p:sp>
            <p:nvSpPr>
              <p:cNvPr id="91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rgbClr val="D7E9F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92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</p:grp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826973" y="6502400"/>
            <a:ext cx="207875" cy="2184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96" name="Picture 7" descr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78446" y="6310264"/>
            <a:ext cx="626204" cy="446895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4034446238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" name="Group 3"/>
          <p:cNvGrpSpPr/>
          <p:nvPr/>
        </p:nvGrpSpPr>
        <p:grpSpPr>
          <a:xfrm>
            <a:off x="-1669793" y="1235841"/>
            <a:ext cx="1036321" cy="4424423"/>
            <a:chOff x="0" y="0"/>
            <a:chExt cx="1036319" cy="4424421"/>
          </a:xfrm>
        </p:grpSpPr>
        <p:grpSp>
          <p:nvGrpSpPr>
            <p:cNvPr id="105" name="TextBox 2"/>
            <p:cNvGrpSpPr/>
            <p:nvPr/>
          </p:nvGrpSpPr>
          <p:grpSpPr>
            <a:xfrm>
              <a:off x="0" y="1505608"/>
              <a:ext cx="1036320" cy="660401"/>
              <a:chOff x="0" y="0"/>
              <a:chExt cx="1036319" cy="660400"/>
            </a:xfrm>
          </p:grpSpPr>
          <p:sp>
            <p:nvSpPr>
              <p:cNvPr id="103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04" name="3 255 4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3 255 4</a:t>
                </a:r>
              </a:p>
            </p:txBody>
          </p:sp>
        </p:grpSp>
        <p:grpSp>
          <p:nvGrpSpPr>
            <p:cNvPr id="108" name="TextBox 4"/>
            <p:cNvGrpSpPr/>
            <p:nvPr/>
          </p:nvGrpSpPr>
          <p:grpSpPr>
            <a:xfrm>
              <a:off x="0" y="2258411"/>
              <a:ext cx="1036320" cy="660401"/>
              <a:chOff x="0" y="0"/>
              <a:chExt cx="1036319" cy="660400"/>
            </a:xfrm>
          </p:grpSpPr>
          <p:sp>
            <p:nvSpPr>
              <p:cNvPr id="106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07" name="244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244 0 0</a:t>
                </a:r>
              </a:p>
            </p:txBody>
          </p:sp>
        </p:grpSp>
        <p:grpSp>
          <p:nvGrpSpPr>
            <p:cNvPr id="111" name="TextBox 5"/>
            <p:cNvGrpSpPr/>
            <p:nvPr/>
          </p:nvGrpSpPr>
          <p:grpSpPr>
            <a:xfrm>
              <a:off x="0" y="3011216"/>
              <a:ext cx="1036320" cy="660401"/>
              <a:chOff x="0" y="0"/>
              <a:chExt cx="1036319" cy="660400"/>
            </a:xfrm>
          </p:grpSpPr>
          <p:sp>
            <p:nvSpPr>
              <p:cNvPr id="109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10" name="130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130 0 0</a:t>
                </a:r>
              </a:p>
            </p:txBody>
          </p:sp>
        </p:grpSp>
        <p:grpSp>
          <p:nvGrpSpPr>
            <p:cNvPr id="114" name="TextBox 6"/>
            <p:cNvGrpSpPr/>
            <p:nvPr/>
          </p:nvGrpSpPr>
          <p:grpSpPr>
            <a:xfrm>
              <a:off x="0" y="3764021"/>
              <a:ext cx="1036320" cy="660401"/>
              <a:chOff x="0" y="0"/>
              <a:chExt cx="1036319" cy="660400"/>
            </a:xfrm>
          </p:grpSpPr>
          <p:sp>
            <p:nvSpPr>
              <p:cNvPr id="112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13" name="244 177 131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244 177 131</a:t>
                </a:r>
              </a:p>
            </p:txBody>
          </p:sp>
        </p:grpSp>
        <p:grpSp>
          <p:nvGrpSpPr>
            <p:cNvPr id="117" name="TextBox 7"/>
            <p:cNvGrpSpPr/>
            <p:nvPr/>
          </p:nvGrpSpPr>
          <p:grpSpPr>
            <a:xfrm>
              <a:off x="0" y="-1"/>
              <a:ext cx="1036320" cy="660401"/>
              <a:chOff x="0" y="0"/>
              <a:chExt cx="1036319" cy="660400"/>
            </a:xfrm>
          </p:grpSpPr>
          <p:sp>
            <p:nvSpPr>
              <p:cNvPr id="115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16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  <p:grpSp>
          <p:nvGrpSpPr>
            <p:cNvPr id="120" name="TextBox 8"/>
            <p:cNvGrpSpPr/>
            <p:nvPr/>
          </p:nvGrpSpPr>
          <p:grpSpPr>
            <a:xfrm>
              <a:off x="0" y="752804"/>
              <a:ext cx="1036320" cy="660401"/>
              <a:chOff x="0" y="0"/>
              <a:chExt cx="1036319" cy="660400"/>
            </a:xfrm>
          </p:grpSpPr>
          <p:sp>
            <p:nvSpPr>
              <p:cNvPr id="118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rgbClr val="D7E9F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19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</p:grpSp>
      <p:sp>
        <p:nvSpPr>
          <p:cNvPr id="12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826973" y="6502400"/>
            <a:ext cx="207875" cy="2184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74617140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7" name="Group 3"/>
          <p:cNvGrpSpPr/>
          <p:nvPr/>
        </p:nvGrpSpPr>
        <p:grpSpPr>
          <a:xfrm>
            <a:off x="-1669793" y="1235841"/>
            <a:ext cx="1036321" cy="4424423"/>
            <a:chOff x="0" y="0"/>
            <a:chExt cx="1036319" cy="4424421"/>
          </a:xfrm>
        </p:grpSpPr>
        <p:grpSp>
          <p:nvGrpSpPr>
            <p:cNvPr id="161" name="TextBox 2"/>
            <p:cNvGrpSpPr/>
            <p:nvPr/>
          </p:nvGrpSpPr>
          <p:grpSpPr>
            <a:xfrm>
              <a:off x="0" y="1505608"/>
              <a:ext cx="1036320" cy="660401"/>
              <a:chOff x="0" y="0"/>
              <a:chExt cx="1036319" cy="660400"/>
            </a:xfrm>
          </p:grpSpPr>
          <p:sp>
            <p:nvSpPr>
              <p:cNvPr id="159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0" name="3 255 4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3 255 4</a:t>
                </a:r>
              </a:p>
            </p:txBody>
          </p:sp>
        </p:grpSp>
        <p:grpSp>
          <p:nvGrpSpPr>
            <p:cNvPr id="164" name="TextBox 4"/>
            <p:cNvGrpSpPr/>
            <p:nvPr/>
          </p:nvGrpSpPr>
          <p:grpSpPr>
            <a:xfrm>
              <a:off x="0" y="2258411"/>
              <a:ext cx="1036320" cy="660401"/>
              <a:chOff x="0" y="0"/>
              <a:chExt cx="1036319" cy="660400"/>
            </a:xfrm>
          </p:grpSpPr>
          <p:sp>
            <p:nvSpPr>
              <p:cNvPr id="162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3" name="244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244 0 0</a:t>
                </a:r>
              </a:p>
            </p:txBody>
          </p:sp>
        </p:grpSp>
        <p:grpSp>
          <p:nvGrpSpPr>
            <p:cNvPr id="167" name="TextBox 5"/>
            <p:cNvGrpSpPr/>
            <p:nvPr/>
          </p:nvGrpSpPr>
          <p:grpSpPr>
            <a:xfrm>
              <a:off x="0" y="3011216"/>
              <a:ext cx="1036320" cy="660401"/>
              <a:chOff x="0" y="0"/>
              <a:chExt cx="1036319" cy="660400"/>
            </a:xfrm>
          </p:grpSpPr>
          <p:sp>
            <p:nvSpPr>
              <p:cNvPr id="165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6" name="130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130 0 0</a:t>
                </a:r>
              </a:p>
            </p:txBody>
          </p:sp>
        </p:grpSp>
        <p:grpSp>
          <p:nvGrpSpPr>
            <p:cNvPr id="170" name="TextBox 6"/>
            <p:cNvGrpSpPr/>
            <p:nvPr/>
          </p:nvGrpSpPr>
          <p:grpSpPr>
            <a:xfrm>
              <a:off x="0" y="3764021"/>
              <a:ext cx="1036320" cy="660401"/>
              <a:chOff x="0" y="0"/>
              <a:chExt cx="1036319" cy="660400"/>
            </a:xfrm>
          </p:grpSpPr>
          <p:sp>
            <p:nvSpPr>
              <p:cNvPr id="168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9" name="244 177 131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244 177 131</a:t>
                </a:r>
              </a:p>
            </p:txBody>
          </p:sp>
        </p:grpSp>
        <p:grpSp>
          <p:nvGrpSpPr>
            <p:cNvPr id="173" name="TextBox 7"/>
            <p:cNvGrpSpPr/>
            <p:nvPr/>
          </p:nvGrpSpPr>
          <p:grpSpPr>
            <a:xfrm>
              <a:off x="0" y="-1"/>
              <a:ext cx="1036320" cy="660401"/>
              <a:chOff x="0" y="0"/>
              <a:chExt cx="1036319" cy="660400"/>
            </a:xfrm>
          </p:grpSpPr>
          <p:sp>
            <p:nvSpPr>
              <p:cNvPr id="171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72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  <p:grpSp>
          <p:nvGrpSpPr>
            <p:cNvPr id="176" name="TextBox 8"/>
            <p:cNvGrpSpPr/>
            <p:nvPr/>
          </p:nvGrpSpPr>
          <p:grpSpPr>
            <a:xfrm>
              <a:off x="0" y="752804"/>
              <a:ext cx="1036320" cy="660401"/>
              <a:chOff x="0" y="0"/>
              <a:chExt cx="1036319" cy="660400"/>
            </a:xfrm>
          </p:grpSpPr>
          <p:sp>
            <p:nvSpPr>
              <p:cNvPr id="174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rgbClr val="D7E9F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75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</p:grpSp>
      <p:sp>
        <p:nvSpPr>
          <p:cNvPr id="22" name="Slide Number">
            <a:extLst>
              <a:ext uri="{FF2B5EF4-FFF2-40B4-BE49-F238E27FC236}">
                <a16:creationId xmlns:a16="http://schemas.microsoft.com/office/drawing/2014/main" id="{5B511C1C-D555-4964-A51D-5209CA023AD3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826973" y="6506145"/>
            <a:ext cx="207875" cy="2184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8113872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1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7" name="Group 3"/>
          <p:cNvGrpSpPr/>
          <p:nvPr/>
        </p:nvGrpSpPr>
        <p:grpSpPr>
          <a:xfrm>
            <a:off x="-1669793" y="1235841"/>
            <a:ext cx="1036321" cy="4424423"/>
            <a:chOff x="0" y="0"/>
            <a:chExt cx="1036319" cy="4424421"/>
          </a:xfrm>
        </p:grpSpPr>
        <p:grpSp>
          <p:nvGrpSpPr>
            <p:cNvPr id="161" name="TextBox 2"/>
            <p:cNvGrpSpPr/>
            <p:nvPr/>
          </p:nvGrpSpPr>
          <p:grpSpPr>
            <a:xfrm>
              <a:off x="0" y="1505608"/>
              <a:ext cx="1036320" cy="660401"/>
              <a:chOff x="0" y="0"/>
              <a:chExt cx="1036319" cy="660400"/>
            </a:xfrm>
          </p:grpSpPr>
          <p:sp>
            <p:nvSpPr>
              <p:cNvPr id="159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0" name="3 255 4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3 255 4</a:t>
                </a:r>
              </a:p>
            </p:txBody>
          </p:sp>
        </p:grpSp>
        <p:grpSp>
          <p:nvGrpSpPr>
            <p:cNvPr id="164" name="TextBox 4"/>
            <p:cNvGrpSpPr/>
            <p:nvPr/>
          </p:nvGrpSpPr>
          <p:grpSpPr>
            <a:xfrm>
              <a:off x="0" y="2258411"/>
              <a:ext cx="1036320" cy="660401"/>
              <a:chOff x="0" y="0"/>
              <a:chExt cx="1036319" cy="660400"/>
            </a:xfrm>
          </p:grpSpPr>
          <p:sp>
            <p:nvSpPr>
              <p:cNvPr id="162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3" name="244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244 0 0</a:t>
                </a:r>
              </a:p>
            </p:txBody>
          </p:sp>
        </p:grpSp>
        <p:grpSp>
          <p:nvGrpSpPr>
            <p:cNvPr id="167" name="TextBox 5"/>
            <p:cNvGrpSpPr/>
            <p:nvPr/>
          </p:nvGrpSpPr>
          <p:grpSpPr>
            <a:xfrm>
              <a:off x="0" y="3011216"/>
              <a:ext cx="1036320" cy="660401"/>
              <a:chOff x="0" y="0"/>
              <a:chExt cx="1036319" cy="660400"/>
            </a:xfrm>
          </p:grpSpPr>
          <p:sp>
            <p:nvSpPr>
              <p:cNvPr id="165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6" name="130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130 0 0</a:t>
                </a:r>
              </a:p>
            </p:txBody>
          </p:sp>
        </p:grpSp>
        <p:grpSp>
          <p:nvGrpSpPr>
            <p:cNvPr id="170" name="TextBox 6"/>
            <p:cNvGrpSpPr/>
            <p:nvPr/>
          </p:nvGrpSpPr>
          <p:grpSpPr>
            <a:xfrm>
              <a:off x="0" y="3764021"/>
              <a:ext cx="1036320" cy="660401"/>
              <a:chOff x="0" y="0"/>
              <a:chExt cx="1036319" cy="660400"/>
            </a:xfrm>
          </p:grpSpPr>
          <p:sp>
            <p:nvSpPr>
              <p:cNvPr id="168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9" name="244 177 131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244 177 131</a:t>
                </a:r>
              </a:p>
            </p:txBody>
          </p:sp>
        </p:grpSp>
        <p:grpSp>
          <p:nvGrpSpPr>
            <p:cNvPr id="173" name="TextBox 7"/>
            <p:cNvGrpSpPr/>
            <p:nvPr/>
          </p:nvGrpSpPr>
          <p:grpSpPr>
            <a:xfrm>
              <a:off x="0" y="-1"/>
              <a:ext cx="1036320" cy="660401"/>
              <a:chOff x="0" y="0"/>
              <a:chExt cx="1036319" cy="660400"/>
            </a:xfrm>
          </p:grpSpPr>
          <p:sp>
            <p:nvSpPr>
              <p:cNvPr id="171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72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  <p:grpSp>
          <p:nvGrpSpPr>
            <p:cNvPr id="176" name="TextBox 8"/>
            <p:cNvGrpSpPr/>
            <p:nvPr/>
          </p:nvGrpSpPr>
          <p:grpSpPr>
            <a:xfrm>
              <a:off x="0" y="752804"/>
              <a:ext cx="1036320" cy="660401"/>
              <a:chOff x="0" y="0"/>
              <a:chExt cx="1036319" cy="660400"/>
            </a:xfrm>
          </p:grpSpPr>
          <p:sp>
            <p:nvSpPr>
              <p:cNvPr id="174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rgbClr val="D7E9F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75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</p:grpSp>
      <p:sp>
        <p:nvSpPr>
          <p:cNvPr id="22" name="Slide Number">
            <a:extLst>
              <a:ext uri="{FF2B5EF4-FFF2-40B4-BE49-F238E27FC236}">
                <a16:creationId xmlns:a16="http://schemas.microsoft.com/office/drawing/2014/main" id="{0BB5204C-DDCA-4D91-B541-32146DACB0EE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818220" y="6509142"/>
            <a:ext cx="225381" cy="2154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225840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7" name="Group 3"/>
          <p:cNvGrpSpPr/>
          <p:nvPr/>
        </p:nvGrpSpPr>
        <p:grpSpPr>
          <a:xfrm>
            <a:off x="-1669793" y="1235841"/>
            <a:ext cx="1036321" cy="4424423"/>
            <a:chOff x="0" y="0"/>
            <a:chExt cx="1036319" cy="4424421"/>
          </a:xfrm>
        </p:grpSpPr>
        <p:grpSp>
          <p:nvGrpSpPr>
            <p:cNvPr id="161" name="TextBox 2"/>
            <p:cNvGrpSpPr/>
            <p:nvPr/>
          </p:nvGrpSpPr>
          <p:grpSpPr>
            <a:xfrm>
              <a:off x="0" y="1505608"/>
              <a:ext cx="1036320" cy="660401"/>
              <a:chOff x="0" y="0"/>
              <a:chExt cx="1036319" cy="660400"/>
            </a:xfrm>
          </p:grpSpPr>
          <p:sp>
            <p:nvSpPr>
              <p:cNvPr id="159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0" name="3 255 4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3 255 4</a:t>
                </a:r>
              </a:p>
            </p:txBody>
          </p:sp>
        </p:grpSp>
        <p:grpSp>
          <p:nvGrpSpPr>
            <p:cNvPr id="164" name="TextBox 4"/>
            <p:cNvGrpSpPr/>
            <p:nvPr/>
          </p:nvGrpSpPr>
          <p:grpSpPr>
            <a:xfrm>
              <a:off x="0" y="2258411"/>
              <a:ext cx="1036320" cy="660401"/>
              <a:chOff x="0" y="0"/>
              <a:chExt cx="1036319" cy="660400"/>
            </a:xfrm>
          </p:grpSpPr>
          <p:sp>
            <p:nvSpPr>
              <p:cNvPr id="162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3" name="244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244 0 0</a:t>
                </a:r>
              </a:p>
            </p:txBody>
          </p:sp>
        </p:grpSp>
        <p:grpSp>
          <p:nvGrpSpPr>
            <p:cNvPr id="167" name="TextBox 5"/>
            <p:cNvGrpSpPr/>
            <p:nvPr/>
          </p:nvGrpSpPr>
          <p:grpSpPr>
            <a:xfrm>
              <a:off x="0" y="3011216"/>
              <a:ext cx="1036320" cy="660401"/>
              <a:chOff x="0" y="0"/>
              <a:chExt cx="1036319" cy="660400"/>
            </a:xfrm>
          </p:grpSpPr>
          <p:sp>
            <p:nvSpPr>
              <p:cNvPr id="165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6" name="130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130 0 0</a:t>
                </a:r>
              </a:p>
            </p:txBody>
          </p:sp>
        </p:grpSp>
        <p:grpSp>
          <p:nvGrpSpPr>
            <p:cNvPr id="170" name="TextBox 6"/>
            <p:cNvGrpSpPr/>
            <p:nvPr/>
          </p:nvGrpSpPr>
          <p:grpSpPr>
            <a:xfrm>
              <a:off x="0" y="3764021"/>
              <a:ext cx="1036320" cy="660401"/>
              <a:chOff x="0" y="0"/>
              <a:chExt cx="1036319" cy="660400"/>
            </a:xfrm>
          </p:grpSpPr>
          <p:sp>
            <p:nvSpPr>
              <p:cNvPr id="168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69" name="244 177 131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244 177 131</a:t>
                </a:r>
              </a:p>
            </p:txBody>
          </p:sp>
        </p:grpSp>
        <p:grpSp>
          <p:nvGrpSpPr>
            <p:cNvPr id="173" name="TextBox 7"/>
            <p:cNvGrpSpPr/>
            <p:nvPr/>
          </p:nvGrpSpPr>
          <p:grpSpPr>
            <a:xfrm>
              <a:off x="0" y="-1"/>
              <a:ext cx="1036320" cy="660401"/>
              <a:chOff x="0" y="0"/>
              <a:chExt cx="1036319" cy="660400"/>
            </a:xfrm>
          </p:grpSpPr>
          <p:sp>
            <p:nvSpPr>
              <p:cNvPr id="171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72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  <p:grpSp>
          <p:nvGrpSpPr>
            <p:cNvPr id="176" name="TextBox 8"/>
            <p:cNvGrpSpPr/>
            <p:nvPr/>
          </p:nvGrpSpPr>
          <p:grpSpPr>
            <a:xfrm>
              <a:off x="0" y="752804"/>
              <a:ext cx="1036320" cy="660401"/>
              <a:chOff x="0" y="0"/>
              <a:chExt cx="1036319" cy="660400"/>
            </a:xfrm>
          </p:grpSpPr>
          <p:sp>
            <p:nvSpPr>
              <p:cNvPr id="174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rgbClr val="D7E9F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75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</p:grpSp>
      <p:sp>
        <p:nvSpPr>
          <p:cNvPr id="22" name="Slide Number">
            <a:extLst>
              <a:ext uri="{FF2B5EF4-FFF2-40B4-BE49-F238E27FC236}">
                <a16:creationId xmlns:a16="http://schemas.microsoft.com/office/drawing/2014/main" id="{5B511C1C-D555-4964-A51D-5209CA023AD3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826973" y="6506145"/>
            <a:ext cx="207875" cy="2184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FAA6A4-3513-8342-8A84-5905544795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4434" y="2413373"/>
            <a:ext cx="4154839" cy="203125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9405771-082D-6248-B0AB-FE47A5C8F992}"/>
              </a:ext>
            </a:extLst>
          </p:cNvPr>
          <p:cNvSpPr/>
          <p:nvPr userDrawn="1"/>
        </p:nvSpPr>
        <p:spPr>
          <a:xfrm>
            <a:off x="276225" y="1798163"/>
            <a:ext cx="3937556" cy="3261675"/>
          </a:xfrm>
          <a:prstGeom prst="rect">
            <a:avLst/>
          </a:prstGeom>
          <a:gradFill>
            <a:gsLst>
              <a:gs pos="0">
                <a:srgbClr val="3A839A">
                  <a:alpha val="0"/>
                </a:srgbClr>
              </a:gs>
              <a:gs pos="100000">
                <a:srgbClr val="3A839A"/>
              </a:gs>
            </a:gsLst>
            <a:lin ang="10800000" scaled="1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9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10426-A161-894D-AAE4-EA10106BBC7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67482" y="2524919"/>
            <a:ext cx="6959393" cy="18081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20000"/>
              </a:lnSpc>
              <a:spcBef>
                <a:spcPts val="0"/>
              </a:spcBef>
              <a:buFontTx/>
              <a:buNone/>
              <a:defRPr sz="2800" b="1">
                <a:solidFill>
                  <a:schemeClr val="bg1"/>
                </a:solidFill>
              </a:defRPr>
            </a:lvl1pPr>
            <a:lvl2pPr marL="457119" indent="0">
              <a:lnSpc>
                <a:spcPct val="120000"/>
              </a:lnSpc>
              <a:spcBef>
                <a:spcPts val="0"/>
              </a:spcBef>
              <a:buFontTx/>
              <a:buNone/>
              <a:defRPr/>
            </a:lvl2pPr>
            <a:lvl3pPr marL="914240" indent="0">
              <a:lnSpc>
                <a:spcPct val="120000"/>
              </a:lnSpc>
              <a:spcBef>
                <a:spcPts val="0"/>
              </a:spcBef>
              <a:buFontTx/>
              <a:buNone/>
              <a:defRPr/>
            </a:lvl3pPr>
            <a:lvl4pPr marL="1371360" indent="0">
              <a:lnSpc>
                <a:spcPct val="120000"/>
              </a:lnSpc>
              <a:spcBef>
                <a:spcPts val="0"/>
              </a:spcBef>
              <a:buFontTx/>
              <a:buNone/>
              <a:defRPr/>
            </a:lvl4pPr>
            <a:lvl5pPr marL="1828480" indent="0">
              <a:lnSpc>
                <a:spcPct val="120000"/>
              </a:lnSpc>
              <a:spcBef>
                <a:spcPts val="0"/>
              </a:spcBef>
              <a:buFontTx/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999076184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1_Master (All Deck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3"/>
          <p:cNvGrpSpPr/>
          <p:nvPr/>
        </p:nvGrpSpPr>
        <p:grpSpPr>
          <a:xfrm>
            <a:off x="-1669793" y="1235841"/>
            <a:ext cx="1036321" cy="4424423"/>
            <a:chOff x="0" y="0"/>
            <a:chExt cx="1036319" cy="4424421"/>
          </a:xfrm>
        </p:grpSpPr>
        <p:grpSp>
          <p:nvGrpSpPr>
            <p:cNvPr id="46" name="TextBox 2"/>
            <p:cNvGrpSpPr/>
            <p:nvPr/>
          </p:nvGrpSpPr>
          <p:grpSpPr>
            <a:xfrm>
              <a:off x="0" y="1505608"/>
              <a:ext cx="1036320" cy="660401"/>
              <a:chOff x="0" y="0"/>
              <a:chExt cx="1036319" cy="660400"/>
            </a:xfrm>
          </p:grpSpPr>
          <p:sp>
            <p:nvSpPr>
              <p:cNvPr id="44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45" name="3 255 4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3 255 4</a:t>
                </a:r>
              </a:p>
            </p:txBody>
          </p:sp>
        </p:grpSp>
        <p:grpSp>
          <p:nvGrpSpPr>
            <p:cNvPr id="49" name="TextBox 4"/>
            <p:cNvGrpSpPr/>
            <p:nvPr/>
          </p:nvGrpSpPr>
          <p:grpSpPr>
            <a:xfrm>
              <a:off x="0" y="2258411"/>
              <a:ext cx="1036320" cy="660401"/>
              <a:chOff x="0" y="0"/>
              <a:chExt cx="1036319" cy="660400"/>
            </a:xfrm>
          </p:grpSpPr>
          <p:sp>
            <p:nvSpPr>
              <p:cNvPr id="47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48" name="244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244 0 0</a:t>
                </a:r>
              </a:p>
            </p:txBody>
          </p:sp>
        </p:grpSp>
        <p:grpSp>
          <p:nvGrpSpPr>
            <p:cNvPr id="52" name="TextBox 5"/>
            <p:cNvGrpSpPr/>
            <p:nvPr/>
          </p:nvGrpSpPr>
          <p:grpSpPr>
            <a:xfrm>
              <a:off x="0" y="3011216"/>
              <a:ext cx="1036320" cy="660401"/>
              <a:chOff x="0" y="0"/>
              <a:chExt cx="1036319" cy="660400"/>
            </a:xfrm>
          </p:grpSpPr>
          <p:sp>
            <p:nvSpPr>
              <p:cNvPr id="50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51" name="130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130 0 0</a:t>
                </a:r>
              </a:p>
            </p:txBody>
          </p:sp>
        </p:grpSp>
        <p:grpSp>
          <p:nvGrpSpPr>
            <p:cNvPr id="55" name="TextBox 6"/>
            <p:cNvGrpSpPr/>
            <p:nvPr/>
          </p:nvGrpSpPr>
          <p:grpSpPr>
            <a:xfrm>
              <a:off x="0" y="3764021"/>
              <a:ext cx="1036320" cy="660401"/>
              <a:chOff x="0" y="0"/>
              <a:chExt cx="1036319" cy="660400"/>
            </a:xfrm>
          </p:grpSpPr>
          <p:sp>
            <p:nvSpPr>
              <p:cNvPr id="53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54" name="244 177 131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244 177 131</a:t>
                </a:r>
              </a:p>
            </p:txBody>
          </p:sp>
        </p:grpSp>
        <p:grpSp>
          <p:nvGrpSpPr>
            <p:cNvPr id="58" name="TextBox 7"/>
            <p:cNvGrpSpPr/>
            <p:nvPr/>
          </p:nvGrpSpPr>
          <p:grpSpPr>
            <a:xfrm>
              <a:off x="0" y="-1"/>
              <a:ext cx="1036320" cy="660401"/>
              <a:chOff x="0" y="0"/>
              <a:chExt cx="1036319" cy="660400"/>
            </a:xfrm>
          </p:grpSpPr>
          <p:sp>
            <p:nvSpPr>
              <p:cNvPr id="56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57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  <p:grpSp>
          <p:nvGrpSpPr>
            <p:cNvPr id="61" name="TextBox 8"/>
            <p:cNvGrpSpPr/>
            <p:nvPr/>
          </p:nvGrpSpPr>
          <p:grpSpPr>
            <a:xfrm>
              <a:off x="0" y="752804"/>
              <a:ext cx="1036320" cy="660401"/>
              <a:chOff x="0" y="0"/>
              <a:chExt cx="1036319" cy="660400"/>
            </a:xfrm>
          </p:grpSpPr>
          <p:sp>
            <p:nvSpPr>
              <p:cNvPr id="59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rgbClr val="D7E9F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60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</p:grpSp>
      <p:sp>
        <p:nvSpPr>
          <p:cNvPr id="63" name="Title Text"/>
          <p:cNvSpPr txBox="1">
            <a:spLocks noGrp="1"/>
          </p:cNvSpPr>
          <p:nvPr>
            <p:ph type="title"/>
          </p:nvPr>
        </p:nvSpPr>
        <p:spPr>
          <a:xfrm>
            <a:off x="286326" y="69562"/>
            <a:ext cx="11536220" cy="94042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65" name="Picture 7" descr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78446" y="6310264"/>
            <a:ext cx="626204" cy="446895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TextBox 1"/>
          <p:cNvSpPr txBox="1"/>
          <p:nvPr/>
        </p:nvSpPr>
        <p:spPr>
          <a:xfrm>
            <a:off x="61359" y="6587301"/>
            <a:ext cx="796050" cy="2308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900">
                <a:solidFill>
                  <a:srgbClr val="50626A"/>
                </a:solidFill>
                <a:latin typeface="Montserrat Regular"/>
                <a:ea typeface="Montserrat Regular"/>
                <a:cs typeface="Montserrat Regular"/>
                <a:sym typeface="Montserrat Regular"/>
              </a:defRPr>
            </a:lvl1pPr>
          </a:lstStyle>
          <a:p>
            <a:r>
              <a:t>Confidential</a:t>
            </a:r>
          </a:p>
        </p:txBody>
      </p:sp>
      <p:grpSp>
        <p:nvGrpSpPr>
          <p:cNvPr id="69" name="Group"/>
          <p:cNvGrpSpPr/>
          <p:nvPr/>
        </p:nvGrpSpPr>
        <p:grpSpPr>
          <a:xfrm>
            <a:off x="-34975" y="877701"/>
            <a:ext cx="11733734" cy="138634"/>
            <a:chOff x="0" y="0"/>
            <a:chExt cx="11733733" cy="138633"/>
          </a:xfrm>
        </p:grpSpPr>
        <p:sp>
          <p:nvSpPr>
            <p:cNvPr id="67" name="Rectangle"/>
            <p:cNvSpPr/>
            <p:nvPr/>
          </p:nvSpPr>
          <p:spPr>
            <a:xfrm>
              <a:off x="0" y="48555"/>
              <a:ext cx="11678047" cy="41524"/>
            </a:xfrm>
            <a:prstGeom prst="rect">
              <a:avLst/>
            </a:prstGeom>
            <a:gradFill flip="none" rotWithShape="1">
              <a:gsLst>
                <a:gs pos="0">
                  <a:srgbClr val="3A839A"/>
                </a:gs>
                <a:gs pos="100000">
                  <a:srgbClr val="E2AE43"/>
                </a:gs>
              </a:gsLst>
              <a:lin ang="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68" name="Circle"/>
            <p:cNvSpPr/>
            <p:nvPr/>
          </p:nvSpPr>
          <p:spPr>
            <a:xfrm>
              <a:off x="11595100" y="0"/>
              <a:ext cx="138634" cy="138634"/>
            </a:xfrm>
            <a:prstGeom prst="ellipse">
              <a:avLst/>
            </a:prstGeom>
            <a:solidFill>
              <a:srgbClr val="E2AE4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62522603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Nab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C6C9C98D-378E-0B5D-E771-1E95F147F947}"/>
              </a:ext>
            </a:extLst>
          </p:cNvPr>
          <p:cNvSpPr/>
          <p:nvPr/>
        </p:nvSpPr>
        <p:spPr>
          <a:xfrm>
            <a:off x="-19877" y="-9938"/>
            <a:ext cx="8726556" cy="6917635"/>
          </a:xfrm>
          <a:custGeom>
            <a:avLst/>
            <a:gdLst>
              <a:gd name="connsiteX0" fmla="*/ 0 w 4244008"/>
              <a:gd name="connsiteY0" fmla="*/ 6858000 h 6858000"/>
              <a:gd name="connsiteX1" fmla="*/ 0 w 4244008"/>
              <a:gd name="connsiteY1" fmla="*/ 0 h 6858000"/>
              <a:gd name="connsiteX2" fmla="*/ 4244008 w 4244008"/>
              <a:gd name="connsiteY2" fmla="*/ 6858000 h 6858000"/>
              <a:gd name="connsiteX3" fmla="*/ 0 w 4244008"/>
              <a:gd name="connsiteY3" fmla="*/ 6858000 h 6858000"/>
              <a:gd name="connsiteX0" fmla="*/ 1 w 4244009"/>
              <a:gd name="connsiteY0" fmla="*/ 6858000 h 6858000"/>
              <a:gd name="connsiteX1" fmla="*/ 0 w 4244009"/>
              <a:gd name="connsiteY1" fmla="*/ 1023730 h 6858000"/>
              <a:gd name="connsiteX2" fmla="*/ 1 w 4244009"/>
              <a:gd name="connsiteY2" fmla="*/ 0 h 6858000"/>
              <a:gd name="connsiteX3" fmla="*/ 4244009 w 4244009"/>
              <a:gd name="connsiteY3" fmla="*/ 6858000 h 6858000"/>
              <a:gd name="connsiteX4" fmla="*/ 1 w 4244009"/>
              <a:gd name="connsiteY4" fmla="*/ 6858000 h 6858000"/>
              <a:gd name="connsiteX0" fmla="*/ 655983 w 4899991"/>
              <a:gd name="connsiteY0" fmla="*/ 6912905 h 6912905"/>
              <a:gd name="connsiteX1" fmla="*/ 0 w 4899991"/>
              <a:gd name="connsiteY1" fmla="*/ 104600 h 6912905"/>
              <a:gd name="connsiteX2" fmla="*/ 655983 w 4899991"/>
              <a:gd name="connsiteY2" fmla="*/ 54905 h 6912905"/>
              <a:gd name="connsiteX3" fmla="*/ 4899991 w 4899991"/>
              <a:gd name="connsiteY3" fmla="*/ 6912905 h 6912905"/>
              <a:gd name="connsiteX4" fmla="*/ 655983 w 4899991"/>
              <a:gd name="connsiteY4" fmla="*/ 6912905 h 6912905"/>
              <a:gd name="connsiteX0" fmla="*/ 19878 w 4899991"/>
              <a:gd name="connsiteY0" fmla="*/ 6922844 h 6922844"/>
              <a:gd name="connsiteX1" fmla="*/ 0 w 4899991"/>
              <a:gd name="connsiteY1" fmla="*/ 104600 h 6922844"/>
              <a:gd name="connsiteX2" fmla="*/ 655983 w 4899991"/>
              <a:gd name="connsiteY2" fmla="*/ 54905 h 6922844"/>
              <a:gd name="connsiteX3" fmla="*/ 4899991 w 4899991"/>
              <a:gd name="connsiteY3" fmla="*/ 6912905 h 6922844"/>
              <a:gd name="connsiteX4" fmla="*/ 19878 w 4899991"/>
              <a:gd name="connsiteY4" fmla="*/ 6922844 h 6922844"/>
              <a:gd name="connsiteX0" fmla="*/ 19878 w 4899991"/>
              <a:gd name="connsiteY0" fmla="*/ 6983106 h 6983106"/>
              <a:gd name="connsiteX1" fmla="*/ 0 w 4899991"/>
              <a:gd name="connsiteY1" fmla="*/ 164862 h 6983106"/>
              <a:gd name="connsiteX2" fmla="*/ 655983 w 4899991"/>
              <a:gd name="connsiteY2" fmla="*/ 115167 h 6983106"/>
              <a:gd name="connsiteX3" fmla="*/ 4899991 w 4899991"/>
              <a:gd name="connsiteY3" fmla="*/ 6973167 h 6983106"/>
              <a:gd name="connsiteX4" fmla="*/ 19878 w 4899991"/>
              <a:gd name="connsiteY4" fmla="*/ 6983106 h 6983106"/>
              <a:gd name="connsiteX0" fmla="*/ 19878 w 4899991"/>
              <a:gd name="connsiteY0" fmla="*/ 6867939 h 6867939"/>
              <a:gd name="connsiteX1" fmla="*/ 0 w 4899991"/>
              <a:gd name="connsiteY1" fmla="*/ 49695 h 6867939"/>
              <a:gd name="connsiteX2" fmla="*/ 655983 w 4899991"/>
              <a:gd name="connsiteY2" fmla="*/ 0 h 6867939"/>
              <a:gd name="connsiteX3" fmla="*/ 4899991 w 4899991"/>
              <a:gd name="connsiteY3" fmla="*/ 6858000 h 6867939"/>
              <a:gd name="connsiteX4" fmla="*/ 19878 w 4899991"/>
              <a:gd name="connsiteY4" fmla="*/ 6867939 h 686793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81616 h 6881616"/>
              <a:gd name="connsiteX1" fmla="*/ 0 w 4909930"/>
              <a:gd name="connsiteY1" fmla="*/ 3737 h 6881616"/>
              <a:gd name="connsiteX2" fmla="*/ 665922 w 4909930"/>
              <a:gd name="connsiteY2" fmla="*/ 13677 h 6881616"/>
              <a:gd name="connsiteX3" fmla="*/ 4909930 w 4909930"/>
              <a:gd name="connsiteY3" fmla="*/ 6871677 h 6881616"/>
              <a:gd name="connsiteX4" fmla="*/ 29817 w 4909930"/>
              <a:gd name="connsiteY4" fmla="*/ 6881616 h 6881616"/>
              <a:gd name="connsiteX0" fmla="*/ 29817 w 4909930"/>
              <a:gd name="connsiteY0" fmla="*/ 6867939 h 6867939"/>
              <a:gd name="connsiteX1" fmla="*/ 0 w 4909930"/>
              <a:gd name="connsiteY1" fmla="*/ 9938 h 6867939"/>
              <a:gd name="connsiteX2" fmla="*/ 665922 w 4909930"/>
              <a:gd name="connsiteY2" fmla="*/ 0 h 6867939"/>
              <a:gd name="connsiteX3" fmla="*/ 4909930 w 4909930"/>
              <a:gd name="connsiteY3" fmla="*/ 6858000 h 6867939"/>
              <a:gd name="connsiteX4" fmla="*/ 29817 w 4909930"/>
              <a:gd name="connsiteY4" fmla="*/ 6867939 h 6867939"/>
              <a:gd name="connsiteX0" fmla="*/ 39756 w 4919869"/>
              <a:gd name="connsiteY0" fmla="*/ 6881616 h 6881616"/>
              <a:gd name="connsiteX1" fmla="*/ 0 w 4919869"/>
              <a:gd name="connsiteY1" fmla="*/ 3737 h 6881616"/>
              <a:gd name="connsiteX2" fmla="*/ 675861 w 4919869"/>
              <a:gd name="connsiteY2" fmla="*/ 13677 h 6881616"/>
              <a:gd name="connsiteX3" fmla="*/ 4919869 w 4919869"/>
              <a:gd name="connsiteY3" fmla="*/ 6871677 h 6881616"/>
              <a:gd name="connsiteX4" fmla="*/ 39756 w 4919869"/>
              <a:gd name="connsiteY4" fmla="*/ 6881616 h 6881616"/>
              <a:gd name="connsiteX0" fmla="*/ 4084982 w 8965095"/>
              <a:gd name="connsiteY0" fmla="*/ 6873159 h 6873159"/>
              <a:gd name="connsiteX1" fmla="*/ 0 w 8965095"/>
              <a:gd name="connsiteY1" fmla="*/ 5220 h 6873159"/>
              <a:gd name="connsiteX2" fmla="*/ 4721087 w 8965095"/>
              <a:gd name="connsiteY2" fmla="*/ 5220 h 6873159"/>
              <a:gd name="connsiteX3" fmla="*/ 8965095 w 8965095"/>
              <a:gd name="connsiteY3" fmla="*/ 6863220 h 6873159"/>
              <a:gd name="connsiteX4" fmla="*/ 4084982 w 8965095"/>
              <a:gd name="connsiteY4" fmla="*/ 6873159 h 6873159"/>
              <a:gd name="connsiteX0" fmla="*/ 19877 w 8965095"/>
              <a:gd name="connsiteY0" fmla="*/ 6853281 h 6863220"/>
              <a:gd name="connsiteX1" fmla="*/ 0 w 8965095"/>
              <a:gd name="connsiteY1" fmla="*/ 5220 h 6863220"/>
              <a:gd name="connsiteX2" fmla="*/ 4721087 w 8965095"/>
              <a:gd name="connsiteY2" fmla="*/ 5220 h 6863220"/>
              <a:gd name="connsiteX3" fmla="*/ 8965095 w 8965095"/>
              <a:gd name="connsiteY3" fmla="*/ 6863220 h 6863220"/>
              <a:gd name="connsiteX4" fmla="*/ 19877 w 8965095"/>
              <a:gd name="connsiteY4" fmla="*/ 6853281 h 6863220"/>
              <a:gd name="connsiteX0" fmla="*/ 0 w 8975035"/>
              <a:gd name="connsiteY0" fmla="*/ 6873159 h 6873159"/>
              <a:gd name="connsiteX1" fmla="*/ 9940 w 8975035"/>
              <a:gd name="connsiteY1" fmla="*/ 5220 h 6873159"/>
              <a:gd name="connsiteX2" fmla="*/ 4731027 w 8975035"/>
              <a:gd name="connsiteY2" fmla="*/ 5220 h 6873159"/>
              <a:gd name="connsiteX3" fmla="*/ 8975035 w 8975035"/>
              <a:gd name="connsiteY3" fmla="*/ 6863220 h 6873159"/>
              <a:gd name="connsiteX4" fmla="*/ 0 w 8975035"/>
              <a:gd name="connsiteY4" fmla="*/ 6873159 h 6873159"/>
              <a:gd name="connsiteX0" fmla="*/ 318051 w 8965095"/>
              <a:gd name="connsiteY0" fmla="*/ 6893037 h 6893037"/>
              <a:gd name="connsiteX1" fmla="*/ 0 w 8965095"/>
              <a:gd name="connsiteY1" fmla="*/ 5220 h 6893037"/>
              <a:gd name="connsiteX2" fmla="*/ 4721087 w 8965095"/>
              <a:gd name="connsiteY2" fmla="*/ 5220 h 6893037"/>
              <a:gd name="connsiteX3" fmla="*/ 8965095 w 8965095"/>
              <a:gd name="connsiteY3" fmla="*/ 6863220 h 6893037"/>
              <a:gd name="connsiteX4" fmla="*/ 318051 w 8965095"/>
              <a:gd name="connsiteY4" fmla="*/ 6893037 h 6893037"/>
              <a:gd name="connsiteX0" fmla="*/ 248477 w 8965095"/>
              <a:gd name="connsiteY0" fmla="*/ 6912916 h 6912916"/>
              <a:gd name="connsiteX1" fmla="*/ 0 w 8965095"/>
              <a:gd name="connsiteY1" fmla="*/ 5220 h 6912916"/>
              <a:gd name="connsiteX2" fmla="*/ 4721087 w 8965095"/>
              <a:gd name="connsiteY2" fmla="*/ 5220 h 6912916"/>
              <a:gd name="connsiteX3" fmla="*/ 8965095 w 8965095"/>
              <a:gd name="connsiteY3" fmla="*/ 6863220 h 6912916"/>
              <a:gd name="connsiteX4" fmla="*/ 248477 w 8965095"/>
              <a:gd name="connsiteY4" fmla="*/ 6912916 h 6912916"/>
              <a:gd name="connsiteX0" fmla="*/ 89451 w 8806069"/>
              <a:gd name="connsiteY0" fmla="*/ 6907696 h 6907696"/>
              <a:gd name="connsiteX1" fmla="*/ 0 w 8806069"/>
              <a:gd name="connsiteY1" fmla="*/ 39756 h 6907696"/>
              <a:gd name="connsiteX2" fmla="*/ 4562061 w 8806069"/>
              <a:gd name="connsiteY2" fmla="*/ 0 h 6907696"/>
              <a:gd name="connsiteX3" fmla="*/ 8806069 w 8806069"/>
              <a:gd name="connsiteY3" fmla="*/ 6858000 h 6907696"/>
              <a:gd name="connsiteX4" fmla="*/ 89451 w 8806069"/>
              <a:gd name="connsiteY4" fmla="*/ 6907696 h 6907696"/>
              <a:gd name="connsiteX0" fmla="*/ 0 w 8716618"/>
              <a:gd name="connsiteY0" fmla="*/ 6907696 h 6907696"/>
              <a:gd name="connsiteX1" fmla="*/ 1 w 8716618"/>
              <a:gd name="connsiteY1" fmla="*/ 9939 h 6907696"/>
              <a:gd name="connsiteX2" fmla="*/ 4472610 w 8716618"/>
              <a:gd name="connsiteY2" fmla="*/ 0 h 6907696"/>
              <a:gd name="connsiteX3" fmla="*/ 8716618 w 8716618"/>
              <a:gd name="connsiteY3" fmla="*/ 6858000 h 6907696"/>
              <a:gd name="connsiteX4" fmla="*/ 0 w 8716618"/>
              <a:gd name="connsiteY4" fmla="*/ 6907696 h 6907696"/>
              <a:gd name="connsiteX0" fmla="*/ 9938 w 8726556"/>
              <a:gd name="connsiteY0" fmla="*/ 6921372 h 6921372"/>
              <a:gd name="connsiteX1" fmla="*/ 0 w 8726556"/>
              <a:gd name="connsiteY1" fmla="*/ 3737 h 6921372"/>
              <a:gd name="connsiteX2" fmla="*/ 4482548 w 8726556"/>
              <a:gd name="connsiteY2" fmla="*/ 13676 h 6921372"/>
              <a:gd name="connsiteX3" fmla="*/ 8726556 w 8726556"/>
              <a:gd name="connsiteY3" fmla="*/ 6871676 h 6921372"/>
              <a:gd name="connsiteX4" fmla="*/ 9938 w 8726556"/>
              <a:gd name="connsiteY4" fmla="*/ 6921372 h 6921372"/>
              <a:gd name="connsiteX0" fmla="*/ 9938 w 8726556"/>
              <a:gd name="connsiteY0" fmla="*/ 6917635 h 6917635"/>
              <a:gd name="connsiteX1" fmla="*/ 0 w 8726556"/>
              <a:gd name="connsiteY1" fmla="*/ 0 h 6917635"/>
              <a:gd name="connsiteX2" fmla="*/ 4482548 w 8726556"/>
              <a:gd name="connsiteY2" fmla="*/ 9939 h 6917635"/>
              <a:gd name="connsiteX3" fmla="*/ 8726556 w 8726556"/>
              <a:gd name="connsiteY3" fmla="*/ 6867939 h 6917635"/>
              <a:gd name="connsiteX4" fmla="*/ 9938 w 8726556"/>
              <a:gd name="connsiteY4" fmla="*/ 6917635 h 69176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26556" h="6917635">
                <a:moveTo>
                  <a:pt x="9938" y="6917635"/>
                </a:moveTo>
                <a:cubicBezTo>
                  <a:pt x="9938" y="4972878"/>
                  <a:pt x="14908" y="3438939"/>
                  <a:pt x="0" y="0"/>
                </a:cubicBezTo>
                <a:lnTo>
                  <a:pt x="4482548" y="9939"/>
                </a:lnTo>
                <a:lnTo>
                  <a:pt x="8726556" y="6867939"/>
                </a:lnTo>
                <a:lnTo>
                  <a:pt x="9938" y="6917635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miter lim="400000"/>
          </a:ln>
          <a:effectLst>
            <a:outerShdw blurRad="171482" dist="89822" algn="l" rotWithShape="0">
              <a:srgbClr val="063958">
                <a:alpha val="91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algn="ctr"/>
            <a:endParaRPr lang="en-US" sz="1200" err="1">
              <a:solidFill>
                <a:srgbClr val="50626A"/>
              </a:solidFill>
              <a:latin typeface="Arial" panose="020B0604020202020204" pitchFamily="34" charset="0"/>
              <a:ea typeface="+mn-ea"/>
              <a:cs typeface="+mn-cs"/>
              <a:sym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84A716-13EB-3776-396E-6D16BE0888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9900" y="889000"/>
            <a:ext cx="3568700" cy="2324966"/>
          </a:xfrm>
          <a:prstGeom prst="rect">
            <a:avLst/>
          </a:prstGeom>
          <a:effectLst/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B9F82C-68FB-4B3D-B24C-42E74B805B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7503" y="4603632"/>
            <a:ext cx="4096512" cy="219456"/>
          </a:xfrm>
        </p:spPr>
        <p:txBody>
          <a:bodyPr lIns="91440" anchor="ctr">
            <a:noAutofit/>
          </a:bodyPr>
          <a:lstStyle>
            <a:lvl1pPr marL="0" indent="0">
              <a:buNone/>
              <a:defRPr sz="1600" b="0" i="0">
                <a:solidFill>
                  <a:schemeClr val="bg2"/>
                </a:solidFill>
                <a:effectLst/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1E6077-226C-F089-3ECE-23E0EFE5B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3" y="3586375"/>
            <a:ext cx="5864087" cy="808138"/>
          </a:xfrm>
        </p:spPr>
        <p:txBody>
          <a:bodyPr lIns="91440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3611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bs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1665B39-5A65-20DC-416D-D7106520AEB9}"/>
              </a:ext>
            </a:extLst>
          </p:cNvPr>
          <p:cNvSpPr/>
          <p:nvPr/>
        </p:nvSpPr>
        <p:spPr>
          <a:xfrm>
            <a:off x="0" y="1669775"/>
            <a:ext cx="12192000" cy="3766930"/>
          </a:xfrm>
          <a:prstGeom prst="rect">
            <a:avLst/>
          </a:prstGeom>
          <a:solidFill>
            <a:schemeClr val="bg1">
              <a:alpha val="87619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6" name="Right Triangle 1">
            <a:extLst>
              <a:ext uri="{FF2B5EF4-FFF2-40B4-BE49-F238E27FC236}">
                <a16:creationId xmlns:a16="http://schemas.microsoft.com/office/drawing/2014/main" id="{6181DB09-2547-7198-4AA8-746B7585D9AD}"/>
              </a:ext>
            </a:extLst>
          </p:cNvPr>
          <p:cNvSpPr/>
          <p:nvPr/>
        </p:nvSpPr>
        <p:spPr>
          <a:xfrm>
            <a:off x="-16909" y="-9111"/>
            <a:ext cx="5615608" cy="6906870"/>
          </a:xfrm>
          <a:custGeom>
            <a:avLst/>
            <a:gdLst>
              <a:gd name="connsiteX0" fmla="*/ 0 w 4244008"/>
              <a:gd name="connsiteY0" fmla="*/ 6858000 h 6858000"/>
              <a:gd name="connsiteX1" fmla="*/ 0 w 4244008"/>
              <a:gd name="connsiteY1" fmla="*/ 0 h 6858000"/>
              <a:gd name="connsiteX2" fmla="*/ 4244008 w 4244008"/>
              <a:gd name="connsiteY2" fmla="*/ 6858000 h 6858000"/>
              <a:gd name="connsiteX3" fmla="*/ 0 w 4244008"/>
              <a:gd name="connsiteY3" fmla="*/ 6858000 h 6858000"/>
              <a:gd name="connsiteX0" fmla="*/ 1 w 4244009"/>
              <a:gd name="connsiteY0" fmla="*/ 6858000 h 6858000"/>
              <a:gd name="connsiteX1" fmla="*/ 0 w 4244009"/>
              <a:gd name="connsiteY1" fmla="*/ 1023730 h 6858000"/>
              <a:gd name="connsiteX2" fmla="*/ 1 w 4244009"/>
              <a:gd name="connsiteY2" fmla="*/ 0 h 6858000"/>
              <a:gd name="connsiteX3" fmla="*/ 4244009 w 4244009"/>
              <a:gd name="connsiteY3" fmla="*/ 6858000 h 6858000"/>
              <a:gd name="connsiteX4" fmla="*/ 1 w 4244009"/>
              <a:gd name="connsiteY4" fmla="*/ 6858000 h 6858000"/>
              <a:gd name="connsiteX0" fmla="*/ 655983 w 4899991"/>
              <a:gd name="connsiteY0" fmla="*/ 6912905 h 6912905"/>
              <a:gd name="connsiteX1" fmla="*/ 0 w 4899991"/>
              <a:gd name="connsiteY1" fmla="*/ 104600 h 6912905"/>
              <a:gd name="connsiteX2" fmla="*/ 655983 w 4899991"/>
              <a:gd name="connsiteY2" fmla="*/ 54905 h 6912905"/>
              <a:gd name="connsiteX3" fmla="*/ 4899991 w 4899991"/>
              <a:gd name="connsiteY3" fmla="*/ 6912905 h 6912905"/>
              <a:gd name="connsiteX4" fmla="*/ 655983 w 4899991"/>
              <a:gd name="connsiteY4" fmla="*/ 6912905 h 6912905"/>
              <a:gd name="connsiteX0" fmla="*/ 19878 w 4899991"/>
              <a:gd name="connsiteY0" fmla="*/ 6922844 h 6922844"/>
              <a:gd name="connsiteX1" fmla="*/ 0 w 4899991"/>
              <a:gd name="connsiteY1" fmla="*/ 104600 h 6922844"/>
              <a:gd name="connsiteX2" fmla="*/ 655983 w 4899991"/>
              <a:gd name="connsiteY2" fmla="*/ 54905 h 6922844"/>
              <a:gd name="connsiteX3" fmla="*/ 4899991 w 4899991"/>
              <a:gd name="connsiteY3" fmla="*/ 6912905 h 6922844"/>
              <a:gd name="connsiteX4" fmla="*/ 19878 w 4899991"/>
              <a:gd name="connsiteY4" fmla="*/ 6922844 h 6922844"/>
              <a:gd name="connsiteX0" fmla="*/ 19878 w 4899991"/>
              <a:gd name="connsiteY0" fmla="*/ 6983106 h 6983106"/>
              <a:gd name="connsiteX1" fmla="*/ 0 w 4899991"/>
              <a:gd name="connsiteY1" fmla="*/ 164862 h 6983106"/>
              <a:gd name="connsiteX2" fmla="*/ 655983 w 4899991"/>
              <a:gd name="connsiteY2" fmla="*/ 115167 h 6983106"/>
              <a:gd name="connsiteX3" fmla="*/ 4899991 w 4899991"/>
              <a:gd name="connsiteY3" fmla="*/ 6973167 h 6983106"/>
              <a:gd name="connsiteX4" fmla="*/ 19878 w 4899991"/>
              <a:gd name="connsiteY4" fmla="*/ 6983106 h 6983106"/>
              <a:gd name="connsiteX0" fmla="*/ 19878 w 4899991"/>
              <a:gd name="connsiteY0" fmla="*/ 6867939 h 6867939"/>
              <a:gd name="connsiteX1" fmla="*/ 0 w 4899991"/>
              <a:gd name="connsiteY1" fmla="*/ 49695 h 6867939"/>
              <a:gd name="connsiteX2" fmla="*/ 655983 w 4899991"/>
              <a:gd name="connsiteY2" fmla="*/ 0 h 6867939"/>
              <a:gd name="connsiteX3" fmla="*/ 4899991 w 4899991"/>
              <a:gd name="connsiteY3" fmla="*/ 6858000 h 6867939"/>
              <a:gd name="connsiteX4" fmla="*/ 19878 w 4899991"/>
              <a:gd name="connsiteY4" fmla="*/ 6867939 h 686793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81616 h 6881616"/>
              <a:gd name="connsiteX1" fmla="*/ 0 w 4909930"/>
              <a:gd name="connsiteY1" fmla="*/ 3737 h 6881616"/>
              <a:gd name="connsiteX2" fmla="*/ 665922 w 4909930"/>
              <a:gd name="connsiteY2" fmla="*/ 13677 h 6881616"/>
              <a:gd name="connsiteX3" fmla="*/ 4909930 w 4909930"/>
              <a:gd name="connsiteY3" fmla="*/ 6871677 h 6881616"/>
              <a:gd name="connsiteX4" fmla="*/ 29817 w 4909930"/>
              <a:gd name="connsiteY4" fmla="*/ 6881616 h 6881616"/>
              <a:gd name="connsiteX0" fmla="*/ 29817 w 4909930"/>
              <a:gd name="connsiteY0" fmla="*/ 6867939 h 6867939"/>
              <a:gd name="connsiteX1" fmla="*/ 0 w 4909930"/>
              <a:gd name="connsiteY1" fmla="*/ 9938 h 6867939"/>
              <a:gd name="connsiteX2" fmla="*/ 665922 w 4909930"/>
              <a:gd name="connsiteY2" fmla="*/ 0 h 6867939"/>
              <a:gd name="connsiteX3" fmla="*/ 4909930 w 4909930"/>
              <a:gd name="connsiteY3" fmla="*/ 6858000 h 6867939"/>
              <a:gd name="connsiteX4" fmla="*/ 29817 w 4909930"/>
              <a:gd name="connsiteY4" fmla="*/ 6867939 h 6867939"/>
              <a:gd name="connsiteX0" fmla="*/ 39756 w 4919869"/>
              <a:gd name="connsiteY0" fmla="*/ 6881616 h 6881616"/>
              <a:gd name="connsiteX1" fmla="*/ 0 w 4919869"/>
              <a:gd name="connsiteY1" fmla="*/ 3737 h 6881616"/>
              <a:gd name="connsiteX2" fmla="*/ 675861 w 4919869"/>
              <a:gd name="connsiteY2" fmla="*/ 13677 h 6881616"/>
              <a:gd name="connsiteX3" fmla="*/ 4919869 w 4919869"/>
              <a:gd name="connsiteY3" fmla="*/ 6871677 h 6881616"/>
              <a:gd name="connsiteX4" fmla="*/ 39756 w 4919869"/>
              <a:gd name="connsiteY4" fmla="*/ 6881616 h 6881616"/>
              <a:gd name="connsiteX0" fmla="*/ 4084982 w 8965095"/>
              <a:gd name="connsiteY0" fmla="*/ 6873159 h 6873159"/>
              <a:gd name="connsiteX1" fmla="*/ 0 w 8965095"/>
              <a:gd name="connsiteY1" fmla="*/ 5220 h 6873159"/>
              <a:gd name="connsiteX2" fmla="*/ 4721087 w 8965095"/>
              <a:gd name="connsiteY2" fmla="*/ 5220 h 6873159"/>
              <a:gd name="connsiteX3" fmla="*/ 8965095 w 8965095"/>
              <a:gd name="connsiteY3" fmla="*/ 6863220 h 6873159"/>
              <a:gd name="connsiteX4" fmla="*/ 4084982 w 8965095"/>
              <a:gd name="connsiteY4" fmla="*/ 6873159 h 6873159"/>
              <a:gd name="connsiteX0" fmla="*/ 19877 w 8965095"/>
              <a:gd name="connsiteY0" fmla="*/ 6853281 h 6863220"/>
              <a:gd name="connsiteX1" fmla="*/ 0 w 8965095"/>
              <a:gd name="connsiteY1" fmla="*/ 5220 h 6863220"/>
              <a:gd name="connsiteX2" fmla="*/ 4721087 w 8965095"/>
              <a:gd name="connsiteY2" fmla="*/ 5220 h 6863220"/>
              <a:gd name="connsiteX3" fmla="*/ 8965095 w 8965095"/>
              <a:gd name="connsiteY3" fmla="*/ 6863220 h 6863220"/>
              <a:gd name="connsiteX4" fmla="*/ 19877 w 8965095"/>
              <a:gd name="connsiteY4" fmla="*/ 6853281 h 6863220"/>
              <a:gd name="connsiteX0" fmla="*/ 0 w 8975035"/>
              <a:gd name="connsiteY0" fmla="*/ 6873159 h 6873159"/>
              <a:gd name="connsiteX1" fmla="*/ 9940 w 8975035"/>
              <a:gd name="connsiteY1" fmla="*/ 5220 h 6873159"/>
              <a:gd name="connsiteX2" fmla="*/ 4731027 w 8975035"/>
              <a:gd name="connsiteY2" fmla="*/ 5220 h 6873159"/>
              <a:gd name="connsiteX3" fmla="*/ 8975035 w 8975035"/>
              <a:gd name="connsiteY3" fmla="*/ 6863220 h 6873159"/>
              <a:gd name="connsiteX4" fmla="*/ 0 w 8975035"/>
              <a:gd name="connsiteY4" fmla="*/ 6873159 h 6873159"/>
              <a:gd name="connsiteX0" fmla="*/ 318051 w 8965095"/>
              <a:gd name="connsiteY0" fmla="*/ 6893037 h 6893037"/>
              <a:gd name="connsiteX1" fmla="*/ 0 w 8965095"/>
              <a:gd name="connsiteY1" fmla="*/ 5220 h 6893037"/>
              <a:gd name="connsiteX2" fmla="*/ 4721087 w 8965095"/>
              <a:gd name="connsiteY2" fmla="*/ 5220 h 6893037"/>
              <a:gd name="connsiteX3" fmla="*/ 8965095 w 8965095"/>
              <a:gd name="connsiteY3" fmla="*/ 6863220 h 6893037"/>
              <a:gd name="connsiteX4" fmla="*/ 318051 w 8965095"/>
              <a:gd name="connsiteY4" fmla="*/ 6893037 h 6893037"/>
              <a:gd name="connsiteX0" fmla="*/ 248477 w 8965095"/>
              <a:gd name="connsiteY0" fmla="*/ 6912916 h 6912916"/>
              <a:gd name="connsiteX1" fmla="*/ 0 w 8965095"/>
              <a:gd name="connsiteY1" fmla="*/ 5220 h 6912916"/>
              <a:gd name="connsiteX2" fmla="*/ 4721087 w 8965095"/>
              <a:gd name="connsiteY2" fmla="*/ 5220 h 6912916"/>
              <a:gd name="connsiteX3" fmla="*/ 8965095 w 8965095"/>
              <a:gd name="connsiteY3" fmla="*/ 6863220 h 6912916"/>
              <a:gd name="connsiteX4" fmla="*/ 248477 w 8965095"/>
              <a:gd name="connsiteY4" fmla="*/ 6912916 h 6912916"/>
              <a:gd name="connsiteX0" fmla="*/ 89451 w 8806069"/>
              <a:gd name="connsiteY0" fmla="*/ 6907696 h 6907696"/>
              <a:gd name="connsiteX1" fmla="*/ 0 w 8806069"/>
              <a:gd name="connsiteY1" fmla="*/ 39756 h 6907696"/>
              <a:gd name="connsiteX2" fmla="*/ 4562061 w 8806069"/>
              <a:gd name="connsiteY2" fmla="*/ 0 h 6907696"/>
              <a:gd name="connsiteX3" fmla="*/ 8806069 w 8806069"/>
              <a:gd name="connsiteY3" fmla="*/ 6858000 h 6907696"/>
              <a:gd name="connsiteX4" fmla="*/ 89451 w 8806069"/>
              <a:gd name="connsiteY4" fmla="*/ 6907696 h 6907696"/>
              <a:gd name="connsiteX0" fmla="*/ 0 w 8716618"/>
              <a:gd name="connsiteY0" fmla="*/ 6907696 h 6907696"/>
              <a:gd name="connsiteX1" fmla="*/ 1 w 8716618"/>
              <a:gd name="connsiteY1" fmla="*/ 9939 h 6907696"/>
              <a:gd name="connsiteX2" fmla="*/ 4472610 w 8716618"/>
              <a:gd name="connsiteY2" fmla="*/ 0 h 6907696"/>
              <a:gd name="connsiteX3" fmla="*/ 8716618 w 8716618"/>
              <a:gd name="connsiteY3" fmla="*/ 6858000 h 6907696"/>
              <a:gd name="connsiteX4" fmla="*/ 0 w 8716618"/>
              <a:gd name="connsiteY4" fmla="*/ 6907696 h 6907696"/>
              <a:gd name="connsiteX0" fmla="*/ 9938 w 8726556"/>
              <a:gd name="connsiteY0" fmla="*/ 6921372 h 6921372"/>
              <a:gd name="connsiteX1" fmla="*/ 0 w 8726556"/>
              <a:gd name="connsiteY1" fmla="*/ 3737 h 6921372"/>
              <a:gd name="connsiteX2" fmla="*/ 4482548 w 8726556"/>
              <a:gd name="connsiteY2" fmla="*/ 13676 h 6921372"/>
              <a:gd name="connsiteX3" fmla="*/ 8726556 w 8726556"/>
              <a:gd name="connsiteY3" fmla="*/ 6871676 h 6921372"/>
              <a:gd name="connsiteX4" fmla="*/ 9938 w 8726556"/>
              <a:gd name="connsiteY4" fmla="*/ 6921372 h 6921372"/>
              <a:gd name="connsiteX0" fmla="*/ 9938 w 8726556"/>
              <a:gd name="connsiteY0" fmla="*/ 6917635 h 6917635"/>
              <a:gd name="connsiteX1" fmla="*/ 0 w 8726556"/>
              <a:gd name="connsiteY1" fmla="*/ 0 h 6917635"/>
              <a:gd name="connsiteX2" fmla="*/ 4482548 w 8726556"/>
              <a:gd name="connsiteY2" fmla="*/ 9939 h 6917635"/>
              <a:gd name="connsiteX3" fmla="*/ 8726556 w 8726556"/>
              <a:gd name="connsiteY3" fmla="*/ 6867939 h 6917635"/>
              <a:gd name="connsiteX4" fmla="*/ 9938 w 8726556"/>
              <a:gd name="connsiteY4" fmla="*/ 6917635 h 6917635"/>
              <a:gd name="connsiteX0" fmla="*/ 0 w 8716618"/>
              <a:gd name="connsiteY0" fmla="*/ 6907696 h 6907696"/>
              <a:gd name="connsiteX1" fmla="*/ 1470992 w 8716618"/>
              <a:gd name="connsiteY1" fmla="*/ 168965 h 6907696"/>
              <a:gd name="connsiteX2" fmla="*/ 4472610 w 8716618"/>
              <a:gd name="connsiteY2" fmla="*/ 0 h 6907696"/>
              <a:gd name="connsiteX3" fmla="*/ 8716618 w 8716618"/>
              <a:gd name="connsiteY3" fmla="*/ 6858000 h 6907696"/>
              <a:gd name="connsiteX4" fmla="*/ 0 w 8716618"/>
              <a:gd name="connsiteY4" fmla="*/ 6907696 h 6907696"/>
              <a:gd name="connsiteX0" fmla="*/ 0 w 8716618"/>
              <a:gd name="connsiteY0" fmla="*/ 6907696 h 6907696"/>
              <a:gd name="connsiteX1" fmla="*/ 3110949 w 8716618"/>
              <a:gd name="connsiteY1" fmla="*/ 9939 h 6907696"/>
              <a:gd name="connsiteX2" fmla="*/ 4472610 w 8716618"/>
              <a:gd name="connsiteY2" fmla="*/ 0 h 6907696"/>
              <a:gd name="connsiteX3" fmla="*/ 8716618 w 8716618"/>
              <a:gd name="connsiteY3" fmla="*/ 6858000 h 6907696"/>
              <a:gd name="connsiteX4" fmla="*/ 0 w 8716618"/>
              <a:gd name="connsiteY4" fmla="*/ 6907696 h 6907696"/>
              <a:gd name="connsiteX0" fmla="*/ 0 w 5724940"/>
              <a:gd name="connsiteY0" fmla="*/ 6907696 h 6907696"/>
              <a:gd name="connsiteX1" fmla="*/ 119271 w 5724940"/>
              <a:gd name="connsiteY1" fmla="*/ 9939 h 6907696"/>
              <a:gd name="connsiteX2" fmla="*/ 1480932 w 5724940"/>
              <a:gd name="connsiteY2" fmla="*/ 0 h 6907696"/>
              <a:gd name="connsiteX3" fmla="*/ 5724940 w 5724940"/>
              <a:gd name="connsiteY3" fmla="*/ 6858000 h 6907696"/>
              <a:gd name="connsiteX4" fmla="*/ 0 w 5724940"/>
              <a:gd name="connsiteY4" fmla="*/ 6907696 h 6907696"/>
              <a:gd name="connsiteX0" fmla="*/ 29816 w 5605669"/>
              <a:gd name="connsiteY0" fmla="*/ 6907696 h 6907696"/>
              <a:gd name="connsiteX1" fmla="*/ 0 w 5605669"/>
              <a:gd name="connsiteY1" fmla="*/ 9939 h 6907696"/>
              <a:gd name="connsiteX2" fmla="*/ 1361661 w 5605669"/>
              <a:gd name="connsiteY2" fmla="*/ 0 h 6907696"/>
              <a:gd name="connsiteX3" fmla="*/ 5605669 w 5605669"/>
              <a:gd name="connsiteY3" fmla="*/ 6858000 h 6907696"/>
              <a:gd name="connsiteX4" fmla="*/ 29816 w 5605669"/>
              <a:gd name="connsiteY4" fmla="*/ 6907696 h 6907696"/>
              <a:gd name="connsiteX0" fmla="*/ 69573 w 5605669"/>
              <a:gd name="connsiteY0" fmla="*/ 6937513 h 6937513"/>
              <a:gd name="connsiteX1" fmla="*/ 0 w 5605669"/>
              <a:gd name="connsiteY1" fmla="*/ 9939 h 6937513"/>
              <a:gd name="connsiteX2" fmla="*/ 1361661 w 5605669"/>
              <a:gd name="connsiteY2" fmla="*/ 0 h 6937513"/>
              <a:gd name="connsiteX3" fmla="*/ 5605669 w 5605669"/>
              <a:gd name="connsiteY3" fmla="*/ 6858000 h 6937513"/>
              <a:gd name="connsiteX4" fmla="*/ 69573 w 5605669"/>
              <a:gd name="connsiteY4" fmla="*/ 6937513 h 6937513"/>
              <a:gd name="connsiteX0" fmla="*/ 0 w 5605670"/>
              <a:gd name="connsiteY0" fmla="*/ 6897757 h 6897757"/>
              <a:gd name="connsiteX1" fmla="*/ 1 w 5605670"/>
              <a:gd name="connsiteY1" fmla="*/ 9939 h 6897757"/>
              <a:gd name="connsiteX2" fmla="*/ 1361662 w 5605670"/>
              <a:gd name="connsiteY2" fmla="*/ 0 h 6897757"/>
              <a:gd name="connsiteX3" fmla="*/ 5605670 w 5605670"/>
              <a:gd name="connsiteY3" fmla="*/ 6858000 h 6897757"/>
              <a:gd name="connsiteX4" fmla="*/ 0 w 5605670"/>
              <a:gd name="connsiteY4" fmla="*/ 6897757 h 6897757"/>
              <a:gd name="connsiteX0" fmla="*/ 9938 w 5615608"/>
              <a:gd name="connsiteY0" fmla="*/ 6897757 h 6897757"/>
              <a:gd name="connsiteX1" fmla="*/ 0 w 5615608"/>
              <a:gd name="connsiteY1" fmla="*/ 9939 h 6897757"/>
              <a:gd name="connsiteX2" fmla="*/ 1371600 w 5615608"/>
              <a:gd name="connsiteY2" fmla="*/ 0 h 6897757"/>
              <a:gd name="connsiteX3" fmla="*/ 5615608 w 5615608"/>
              <a:gd name="connsiteY3" fmla="*/ 6858000 h 6897757"/>
              <a:gd name="connsiteX4" fmla="*/ 9938 w 5615608"/>
              <a:gd name="connsiteY4" fmla="*/ 6897757 h 6897757"/>
              <a:gd name="connsiteX0" fmla="*/ 9938 w 5615608"/>
              <a:gd name="connsiteY0" fmla="*/ 6906868 h 6906868"/>
              <a:gd name="connsiteX1" fmla="*/ 0 w 5615608"/>
              <a:gd name="connsiteY1" fmla="*/ 0 h 6906868"/>
              <a:gd name="connsiteX2" fmla="*/ 1371600 w 5615608"/>
              <a:gd name="connsiteY2" fmla="*/ 9111 h 6906868"/>
              <a:gd name="connsiteX3" fmla="*/ 5615608 w 5615608"/>
              <a:gd name="connsiteY3" fmla="*/ 6867111 h 6906868"/>
              <a:gd name="connsiteX4" fmla="*/ 9938 w 5615608"/>
              <a:gd name="connsiteY4" fmla="*/ 6906868 h 6906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5608" h="6906868">
                <a:moveTo>
                  <a:pt x="9938" y="6906868"/>
                </a:moveTo>
                <a:cubicBezTo>
                  <a:pt x="9938" y="4962111"/>
                  <a:pt x="14908" y="3438939"/>
                  <a:pt x="0" y="0"/>
                </a:cubicBezTo>
                <a:lnTo>
                  <a:pt x="1371600" y="9111"/>
                </a:lnTo>
                <a:lnTo>
                  <a:pt x="5615608" y="6867111"/>
                </a:lnTo>
                <a:lnTo>
                  <a:pt x="9938" y="6906868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miter lim="400000"/>
          </a:ln>
          <a:effectLst>
            <a:outerShdw blurRad="267942" dist="38100" algn="l" rotWithShape="0">
              <a:srgbClr val="063958">
                <a:alpha val="56121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 err="1">
              <a:ln>
                <a:noFill/>
              </a:ln>
              <a:solidFill>
                <a:srgbClr val="50626A"/>
              </a:solidFill>
              <a:effectLst/>
              <a:uFillTx/>
              <a:latin typeface="Arial" panose="020B0604020202020204" pitchFamily="34" charset="0"/>
              <a:ea typeface="+mn-ea"/>
              <a:cs typeface="+mn-cs"/>
              <a:sym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11EF92-FB4D-FDCE-E79B-83AF9AF151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394" y="2690592"/>
            <a:ext cx="1737725" cy="113210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2A4150-9DA6-42D1-284D-733A65D0B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0" y="3172968"/>
            <a:ext cx="7911229" cy="808138"/>
          </a:xfr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17867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5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B625F-C15A-4238-ABAC-07D8ECC9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Body Level One…">
            <a:extLst>
              <a:ext uri="{FF2B5EF4-FFF2-40B4-BE49-F238E27FC236}">
                <a16:creationId xmlns:a16="http://schemas.microsoft.com/office/drawing/2014/main" id="{40EBB8DB-A9D6-4FF1-A2F3-96E6783B818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47472" y="1280160"/>
            <a:ext cx="11460020" cy="5081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45719" rIns="45719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93616-0248-8133-F288-F4E37CFA4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293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Content w/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B625F-C15A-4238-ABAC-07D8ECC9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Body Level One…">
            <a:extLst>
              <a:ext uri="{FF2B5EF4-FFF2-40B4-BE49-F238E27FC236}">
                <a16:creationId xmlns:a16="http://schemas.microsoft.com/office/drawing/2014/main" id="{40EBB8DB-A9D6-4FF1-A2F3-96E6783B818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47472" y="1280160"/>
            <a:ext cx="11522128" cy="4351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4CB08785-6C13-4F42-AEB0-A7E31B949AD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2233" y="6036177"/>
            <a:ext cx="10070406" cy="365125"/>
          </a:xfrm>
        </p:spPr>
        <p:txBody>
          <a:bodyPr lIns="91440" anchor="b">
            <a:noAutofit/>
          </a:bodyPr>
          <a:lstStyle>
            <a:lvl1pPr marL="0" indent="0">
              <a:buNone/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Footnotes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1A535-BA79-05B3-5AF6-6BE830EA668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43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D8638C-4F5F-7956-F266-42A2C6FB1BF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419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72BB5-D502-6E48-945B-90EC04928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472" y="1501701"/>
            <a:ext cx="11523313" cy="44938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8F3A85B-992C-624C-B477-86FCC84FC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134F6EB-B204-C4FE-15E8-2278090DFFC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785FB59-B4A9-3743-A4B9-055A7330256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767008"/>
            <a:ext cx="11610975" cy="650875"/>
          </a:xfrm>
        </p:spPr>
        <p:txBody>
          <a:bodyPr anchor="ctr"/>
          <a:lstStyle>
            <a:lvl1pPr marL="0" indent="0">
              <a:buNone/>
              <a:defRPr sz="1800" i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346682010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Only Dark">
    <p:bg>
      <p:bgPr>
        <a:gradFill>
          <a:gsLst>
            <a:gs pos="1000">
              <a:schemeClr val="accent6"/>
            </a:gs>
            <a:gs pos="100000">
              <a:srgbClr val="000738"/>
            </a:gs>
            <a:gs pos="42000">
              <a:srgbClr val="063958"/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D8638C-4F5F-7956-F266-42A2C6FB1BF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1F8C85C-BFAA-DC82-25E9-742DA6EB15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06884" y="6082764"/>
            <a:ext cx="1082711" cy="721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788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ft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5727E7-0CEB-3F42-D5D8-424A5AAAB81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718" r="28718"/>
          <a:stretch/>
        </p:blipFill>
        <p:spPr>
          <a:xfrm>
            <a:off x="-3810" y="0"/>
            <a:ext cx="5176311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45E0678-FA16-AB81-99E1-753A53DF58AD}"/>
              </a:ext>
            </a:extLst>
          </p:cNvPr>
          <p:cNvSpPr/>
          <p:nvPr/>
        </p:nvSpPr>
        <p:spPr>
          <a:xfrm>
            <a:off x="0" y="-1"/>
            <a:ext cx="5176311" cy="5880539"/>
          </a:xfrm>
          <a:prstGeom prst="rect">
            <a:avLst/>
          </a:prstGeom>
          <a:gradFill flip="none" rotWithShape="1">
            <a:gsLst>
              <a:gs pos="0">
                <a:schemeClr val="accent6">
                  <a:alpha val="0"/>
                </a:schemeClr>
              </a:gs>
              <a:gs pos="95000">
                <a:schemeClr val="bg2"/>
              </a:gs>
            </a:gsLst>
            <a:lin ang="16200000" scaled="1"/>
            <a:tileRect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 err="1">
              <a:ln>
                <a:noFill/>
              </a:ln>
              <a:solidFill>
                <a:srgbClr val="50626A"/>
              </a:solidFill>
              <a:effectLst/>
              <a:uFillTx/>
              <a:latin typeface="Arial" panose="020B0604020202020204" pitchFamily="34" charset="0"/>
              <a:ea typeface="+mn-ea"/>
              <a:cs typeface="+mn-cs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5B625F-C15A-4238-ABAC-07D8ECC91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233" y="317212"/>
            <a:ext cx="4518131" cy="189258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Body Level One…">
            <a:extLst>
              <a:ext uri="{FF2B5EF4-FFF2-40B4-BE49-F238E27FC236}">
                <a16:creationId xmlns:a16="http://schemas.microsoft.com/office/drawing/2014/main" id="{40EBB8DB-A9D6-4FF1-A2F3-96E6783B818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581933" y="560356"/>
            <a:ext cx="6398195" cy="5516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49BBA-C546-F173-EE3F-1CF65B3DB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525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ight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5727E7-0CEB-3F42-D5D8-424A5AAAB8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89" r="30747"/>
          <a:stretch/>
        </p:blipFill>
        <p:spPr>
          <a:xfrm flipH="1" flipV="1">
            <a:off x="7015689" y="0"/>
            <a:ext cx="5176311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06027A1-0D62-16F7-30CE-41BFE8B26C7C}"/>
              </a:ext>
            </a:extLst>
          </p:cNvPr>
          <p:cNvSpPr/>
          <p:nvPr/>
        </p:nvSpPr>
        <p:spPr>
          <a:xfrm>
            <a:off x="7015689" y="-1"/>
            <a:ext cx="5176311" cy="6777874"/>
          </a:xfrm>
          <a:prstGeom prst="rect">
            <a:avLst/>
          </a:prstGeom>
          <a:gradFill flip="none" rotWithShape="1">
            <a:gsLst>
              <a:gs pos="0">
                <a:schemeClr val="accent6">
                  <a:alpha val="0"/>
                </a:schemeClr>
              </a:gs>
              <a:gs pos="95000">
                <a:schemeClr val="bg2"/>
              </a:gs>
            </a:gsLst>
            <a:lin ang="16200000" scaled="1"/>
            <a:tileRect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 err="1">
              <a:ln>
                <a:noFill/>
              </a:ln>
              <a:solidFill>
                <a:srgbClr val="50626A"/>
              </a:solidFill>
              <a:effectLst/>
              <a:uFillTx/>
              <a:latin typeface="Arial" panose="020B0604020202020204" pitchFamily="34" charset="0"/>
              <a:ea typeface="+mn-ea"/>
              <a:cs typeface="+mn-cs"/>
              <a:sym typeface="Calibri"/>
            </a:endParaRPr>
          </a:p>
        </p:txBody>
      </p:sp>
      <p:sp>
        <p:nvSpPr>
          <p:cNvPr id="4" name="Body Level One…">
            <a:extLst>
              <a:ext uri="{FF2B5EF4-FFF2-40B4-BE49-F238E27FC236}">
                <a16:creationId xmlns:a16="http://schemas.microsoft.com/office/drawing/2014/main" id="{40EBB8DB-A9D6-4FF1-A2F3-96E6783B818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47472" y="1242203"/>
            <a:ext cx="6398195" cy="49680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45719" rIns="45719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FB071E8-809B-6890-C6B9-812E8369D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1BB59-32EF-F98A-2990-317BB5943E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24F124-A258-66DC-3AAE-6DDE6D9BAB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886330" y="6126042"/>
            <a:ext cx="934494" cy="620833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931321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9EB6F-995A-1D46-8E1D-4B91455847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7472" y="1496214"/>
            <a:ext cx="57828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AC1496-95B3-AF48-932D-76097CA090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13" y="1496214"/>
            <a:ext cx="551748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C2B82B9-A421-0342-A9AE-E71D36964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0DEEA6C-E455-DCE5-10A0-07DC163C620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39620"/>
      </p:ext>
    </p:extLst>
  </p:cSld>
  <p:clrMapOvr>
    <a:masterClrMapping/>
  </p:clrMapOvr>
  <p:hf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5C964D5-B550-6846-8985-5B599212ACCD}"/>
              </a:ext>
            </a:extLst>
          </p:cNvPr>
          <p:cNvSpPr/>
          <p:nvPr/>
        </p:nvSpPr>
        <p:spPr>
          <a:xfrm>
            <a:off x="300251" y="1078173"/>
            <a:ext cx="1651379" cy="2320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D59C5D9-EEF9-FBBB-D92F-C03D76437C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145521"/>
      </p:ext>
    </p:extLst>
  </p:cSld>
  <p:clrMapOvr>
    <a:masterClrMapping/>
  </p:clrMapOvr>
  <p:hf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Master (All Deck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itle Text"/>
          <p:cNvSpPr txBox="1">
            <a:spLocks noGrp="1"/>
          </p:cNvSpPr>
          <p:nvPr>
            <p:ph type="title"/>
          </p:nvPr>
        </p:nvSpPr>
        <p:spPr>
          <a:xfrm>
            <a:off x="286326" y="69562"/>
            <a:ext cx="11536220" cy="94042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pic>
        <p:nvPicPr>
          <p:cNvPr id="65" name="Picture 7" descr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78446" y="6310264"/>
            <a:ext cx="626204" cy="446895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TextBox 1"/>
          <p:cNvSpPr txBox="1"/>
          <p:nvPr/>
        </p:nvSpPr>
        <p:spPr>
          <a:xfrm>
            <a:off x="61359" y="6587301"/>
            <a:ext cx="796050" cy="2308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none" lIns="45719" rIns="45719">
            <a:spAutoFit/>
          </a:bodyPr>
          <a:lstStyle>
            <a:lvl1pPr>
              <a:defRPr sz="900">
                <a:solidFill>
                  <a:srgbClr val="50626A"/>
                </a:solidFill>
                <a:latin typeface="Montserrat Regular"/>
                <a:ea typeface="Montserrat Regular"/>
                <a:cs typeface="Montserrat Regular"/>
                <a:sym typeface="Montserrat Regular"/>
              </a:defRPr>
            </a:lvl1pPr>
          </a:lstStyle>
          <a:p>
            <a:r>
              <a:t>Confidential</a:t>
            </a:r>
          </a:p>
        </p:txBody>
      </p:sp>
      <p:grpSp>
        <p:nvGrpSpPr>
          <p:cNvPr id="69" name="Group"/>
          <p:cNvGrpSpPr/>
          <p:nvPr/>
        </p:nvGrpSpPr>
        <p:grpSpPr>
          <a:xfrm>
            <a:off x="-34975" y="877701"/>
            <a:ext cx="11733734" cy="138634"/>
            <a:chOff x="0" y="0"/>
            <a:chExt cx="11733733" cy="138633"/>
          </a:xfrm>
        </p:grpSpPr>
        <p:sp>
          <p:nvSpPr>
            <p:cNvPr id="67" name="Rectangle"/>
            <p:cNvSpPr/>
            <p:nvPr/>
          </p:nvSpPr>
          <p:spPr>
            <a:xfrm>
              <a:off x="0" y="48555"/>
              <a:ext cx="11678047" cy="41524"/>
            </a:xfrm>
            <a:prstGeom prst="rect">
              <a:avLst/>
            </a:prstGeom>
            <a:gradFill flip="none" rotWithShape="1">
              <a:gsLst>
                <a:gs pos="0">
                  <a:srgbClr val="3A839A"/>
                </a:gs>
                <a:gs pos="100000">
                  <a:srgbClr val="E2AE43"/>
                </a:gs>
              </a:gsLst>
              <a:lin ang="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68" name="Circle"/>
            <p:cNvSpPr/>
            <p:nvPr/>
          </p:nvSpPr>
          <p:spPr>
            <a:xfrm>
              <a:off x="11595100" y="0"/>
              <a:ext cx="138634" cy="138634"/>
            </a:xfrm>
            <a:prstGeom prst="ellipse">
              <a:avLst/>
            </a:prstGeom>
            <a:solidFill>
              <a:srgbClr val="E2AE4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997890345"/>
      </p:ext>
    </p:extLst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Nab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C6C9C98D-378E-0B5D-E771-1E95F147F947}"/>
              </a:ext>
            </a:extLst>
          </p:cNvPr>
          <p:cNvSpPr/>
          <p:nvPr/>
        </p:nvSpPr>
        <p:spPr>
          <a:xfrm>
            <a:off x="-19877" y="-9938"/>
            <a:ext cx="8726556" cy="6917635"/>
          </a:xfrm>
          <a:custGeom>
            <a:avLst/>
            <a:gdLst>
              <a:gd name="connsiteX0" fmla="*/ 0 w 4244008"/>
              <a:gd name="connsiteY0" fmla="*/ 6858000 h 6858000"/>
              <a:gd name="connsiteX1" fmla="*/ 0 w 4244008"/>
              <a:gd name="connsiteY1" fmla="*/ 0 h 6858000"/>
              <a:gd name="connsiteX2" fmla="*/ 4244008 w 4244008"/>
              <a:gd name="connsiteY2" fmla="*/ 6858000 h 6858000"/>
              <a:gd name="connsiteX3" fmla="*/ 0 w 4244008"/>
              <a:gd name="connsiteY3" fmla="*/ 6858000 h 6858000"/>
              <a:gd name="connsiteX0" fmla="*/ 1 w 4244009"/>
              <a:gd name="connsiteY0" fmla="*/ 6858000 h 6858000"/>
              <a:gd name="connsiteX1" fmla="*/ 0 w 4244009"/>
              <a:gd name="connsiteY1" fmla="*/ 1023730 h 6858000"/>
              <a:gd name="connsiteX2" fmla="*/ 1 w 4244009"/>
              <a:gd name="connsiteY2" fmla="*/ 0 h 6858000"/>
              <a:gd name="connsiteX3" fmla="*/ 4244009 w 4244009"/>
              <a:gd name="connsiteY3" fmla="*/ 6858000 h 6858000"/>
              <a:gd name="connsiteX4" fmla="*/ 1 w 4244009"/>
              <a:gd name="connsiteY4" fmla="*/ 6858000 h 6858000"/>
              <a:gd name="connsiteX0" fmla="*/ 655983 w 4899991"/>
              <a:gd name="connsiteY0" fmla="*/ 6912905 h 6912905"/>
              <a:gd name="connsiteX1" fmla="*/ 0 w 4899991"/>
              <a:gd name="connsiteY1" fmla="*/ 104600 h 6912905"/>
              <a:gd name="connsiteX2" fmla="*/ 655983 w 4899991"/>
              <a:gd name="connsiteY2" fmla="*/ 54905 h 6912905"/>
              <a:gd name="connsiteX3" fmla="*/ 4899991 w 4899991"/>
              <a:gd name="connsiteY3" fmla="*/ 6912905 h 6912905"/>
              <a:gd name="connsiteX4" fmla="*/ 655983 w 4899991"/>
              <a:gd name="connsiteY4" fmla="*/ 6912905 h 6912905"/>
              <a:gd name="connsiteX0" fmla="*/ 19878 w 4899991"/>
              <a:gd name="connsiteY0" fmla="*/ 6922844 h 6922844"/>
              <a:gd name="connsiteX1" fmla="*/ 0 w 4899991"/>
              <a:gd name="connsiteY1" fmla="*/ 104600 h 6922844"/>
              <a:gd name="connsiteX2" fmla="*/ 655983 w 4899991"/>
              <a:gd name="connsiteY2" fmla="*/ 54905 h 6922844"/>
              <a:gd name="connsiteX3" fmla="*/ 4899991 w 4899991"/>
              <a:gd name="connsiteY3" fmla="*/ 6912905 h 6922844"/>
              <a:gd name="connsiteX4" fmla="*/ 19878 w 4899991"/>
              <a:gd name="connsiteY4" fmla="*/ 6922844 h 6922844"/>
              <a:gd name="connsiteX0" fmla="*/ 19878 w 4899991"/>
              <a:gd name="connsiteY0" fmla="*/ 6983106 h 6983106"/>
              <a:gd name="connsiteX1" fmla="*/ 0 w 4899991"/>
              <a:gd name="connsiteY1" fmla="*/ 164862 h 6983106"/>
              <a:gd name="connsiteX2" fmla="*/ 655983 w 4899991"/>
              <a:gd name="connsiteY2" fmla="*/ 115167 h 6983106"/>
              <a:gd name="connsiteX3" fmla="*/ 4899991 w 4899991"/>
              <a:gd name="connsiteY3" fmla="*/ 6973167 h 6983106"/>
              <a:gd name="connsiteX4" fmla="*/ 19878 w 4899991"/>
              <a:gd name="connsiteY4" fmla="*/ 6983106 h 6983106"/>
              <a:gd name="connsiteX0" fmla="*/ 19878 w 4899991"/>
              <a:gd name="connsiteY0" fmla="*/ 6867939 h 6867939"/>
              <a:gd name="connsiteX1" fmla="*/ 0 w 4899991"/>
              <a:gd name="connsiteY1" fmla="*/ 49695 h 6867939"/>
              <a:gd name="connsiteX2" fmla="*/ 655983 w 4899991"/>
              <a:gd name="connsiteY2" fmla="*/ 0 h 6867939"/>
              <a:gd name="connsiteX3" fmla="*/ 4899991 w 4899991"/>
              <a:gd name="connsiteY3" fmla="*/ 6858000 h 6867939"/>
              <a:gd name="connsiteX4" fmla="*/ 19878 w 4899991"/>
              <a:gd name="connsiteY4" fmla="*/ 6867939 h 686793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81616 h 6881616"/>
              <a:gd name="connsiteX1" fmla="*/ 0 w 4909930"/>
              <a:gd name="connsiteY1" fmla="*/ 3737 h 6881616"/>
              <a:gd name="connsiteX2" fmla="*/ 665922 w 4909930"/>
              <a:gd name="connsiteY2" fmla="*/ 13677 h 6881616"/>
              <a:gd name="connsiteX3" fmla="*/ 4909930 w 4909930"/>
              <a:gd name="connsiteY3" fmla="*/ 6871677 h 6881616"/>
              <a:gd name="connsiteX4" fmla="*/ 29817 w 4909930"/>
              <a:gd name="connsiteY4" fmla="*/ 6881616 h 6881616"/>
              <a:gd name="connsiteX0" fmla="*/ 29817 w 4909930"/>
              <a:gd name="connsiteY0" fmla="*/ 6867939 h 6867939"/>
              <a:gd name="connsiteX1" fmla="*/ 0 w 4909930"/>
              <a:gd name="connsiteY1" fmla="*/ 9938 h 6867939"/>
              <a:gd name="connsiteX2" fmla="*/ 665922 w 4909930"/>
              <a:gd name="connsiteY2" fmla="*/ 0 h 6867939"/>
              <a:gd name="connsiteX3" fmla="*/ 4909930 w 4909930"/>
              <a:gd name="connsiteY3" fmla="*/ 6858000 h 6867939"/>
              <a:gd name="connsiteX4" fmla="*/ 29817 w 4909930"/>
              <a:gd name="connsiteY4" fmla="*/ 6867939 h 6867939"/>
              <a:gd name="connsiteX0" fmla="*/ 39756 w 4919869"/>
              <a:gd name="connsiteY0" fmla="*/ 6881616 h 6881616"/>
              <a:gd name="connsiteX1" fmla="*/ 0 w 4919869"/>
              <a:gd name="connsiteY1" fmla="*/ 3737 h 6881616"/>
              <a:gd name="connsiteX2" fmla="*/ 675861 w 4919869"/>
              <a:gd name="connsiteY2" fmla="*/ 13677 h 6881616"/>
              <a:gd name="connsiteX3" fmla="*/ 4919869 w 4919869"/>
              <a:gd name="connsiteY3" fmla="*/ 6871677 h 6881616"/>
              <a:gd name="connsiteX4" fmla="*/ 39756 w 4919869"/>
              <a:gd name="connsiteY4" fmla="*/ 6881616 h 6881616"/>
              <a:gd name="connsiteX0" fmla="*/ 4084982 w 8965095"/>
              <a:gd name="connsiteY0" fmla="*/ 6873159 h 6873159"/>
              <a:gd name="connsiteX1" fmla="*/ 0 w 8965095"/>
              <a:gd name="connsiteY1" fmla="*/ 5220 h 6873159"/>
              <a:gd name="connsiteX2" fmla="*/ 4721087 w 8965095"/>
              <a:gd name="connsiteY2" fmla="*/ 5220 h 6873159"/>
              <a:gd name="connsiteX3" fmla="*/ 8965095 w 8965095"/>
              <a:gd name="connsiteY3" fmla="*/ 6863220 h 6873159"/>
              <a:gd name="connsiteX4" fmla="*/ 4084982 w 8965095"/>
              <a:gd name="connsiteY4" fmla="*/ 6873159 h 6873159"/>
              <a:gd name="connsiteX0" fmla="*/ 19877 w 8965095"/>
              <a:gd name="connsiteY0" fmla="*/ 6853281 h 6863220"/>
              <a:gd name="connsiteX1" fmla="*/ 0 w 8965095"/>
              <a:gd name="connsiteY1" fmla="*/ 5220 h 6863220"/>
              <a:gd name="connsiteX2" fmla="*/ 4721087 w 8965095"/>
              <a:gd name="connsiteY2" fmla="*/ 5220 h 6863220"/>
              <a:gd name="connsiteX3" fmla="*/ 8965095 w 8965095"/>
              <a:gd name="connsiteY3" fmla="*/ 6863220 h 6863220"/>
              <a:gd name="connsiteX4" fmla="*/ 19877 w 8965095"/>
              <a:gd name="connsiteY4" fmla="*/ 6853281 h 6863220"/>
              <a:gd name="connsiteX0" fmla="*/ 0 w 8975035"/>
              <a:gd name="connsiteY0" fmla="*/ 6873159 h 6873159"/>
              <a:gd name="connsiteX1" fmla="*/ 9940 w 8975035"/>
              <a:gd name="connsiteY1" fmla="*/ 5220 h 6873159"/>
              <a:gd name="connsiteX2" fmla="*/ 4731027 w 8975035"/>
              <a:gd name="connsiteY2" fmla="*/ 5220 h 6873159"/>
              <a:gd name="connsiteX3" fmla="*/ 8975035 w 8975035"/>
              <a:gd name="connsiteY3" fmla="*/ 6863220 h 6873159"/>
              <a:gd name="connsiteX4" fmla="*/ 0 w 8975035"/>
              <a:gd name="connsiteY4" fmla="*/ 6873159 h 6873159"/>
              <a:gd name="connsiteX0" fmla="*/ 318051 w 8965095"/>
              <a:gd name="connsiteY0" fmla="*/ 6893037 h 6893037"/>
              <a:gd name="connsiteX1" fmla="*/ 0 w 8965095"/>
              <a:gd name="connsiteY1" fmla="*/ 5220 h 6893037"/>
              <a:gd name="connsiteX2" fmla="*/ 4721087 w 8965095"/>
              <a:gd name="connsiteY2" fmla="*/ 5220 h 6893037"/>
              <a:gd name="connsiteX3" fmla="*/ 8965095 w 8965095"/>
              <a:gd name="connsiteY3" fmla="*/ 6863220 h 6893037"/>
              <a:gd name="connsiteX4" fmla="*/ 318051 w 8965095"/>
              <a:gd name="connsiteY4" fmla="*/ 6893037 h 6893037"/>
              <a:gd name="connsiteX0" fmla="*/ 248477 w 8965095"/>
              <a:gd name="connsiteY0" fmla="*/ 6912916 h 6912916"/>
              <a:gd name="connsiteX1" fmla="*/ 0 w 8965095"/>
              <a:gd name="connsiteY1" fmla="*/ 5220 h 6912916"/>
              <a:gd name="connsiteX2" fmla="*/ 4721087 w 8965095"/>
              <a:gd name="connsiteY2" fmla="*/ 5220 h 6912916"/>
              <a:gd name="connsiteX3" fmla="*/ 8965095 w 8965095"/>
              <a:gd name="connsiteY3" fmla="*/ 6863220 h 6912916"/>
              <a:gd name="connsiteX4" fmla="*/ 248477 w 8965095"/>
              <a:gd name="connsiteY4" fmla="*/ 6912916 h 6912916"/>
              <a:gd name="connsiteX0" fmla="*/ 89451 w 8806069"/>
              <a:gd name="connsiteY0" fmla="*/ 6907696 h 6907696"/>
              <a:gd name="connsiteX1" fmla="*/ 0 w 8806069"/>
              <a:gd name="connsiteY1" fmla="*/ 39756 h 6907696"/>
              <a:gd name="connsiteX2" fmla="*/ 4562061 w 8806069"/>
              <a:gd name="connsiteY2" fmla="*/ 0 h 6907696"/>
              <a:gd name="connsiteX3" fmla="*/ 8806069 w 8806069"/>
              <a:gd name="connsiteY3" fmla="*/ 6858000 h 6907696"/>
              <a:gd name="connsiteX4" fmla="*/ 89451 w 8806069"/>
              <a:gd name="connsiteY4" fmla="*/ 6907696 h 6907696"/>
              <a:gd name="connsiteX0" fmla="*/ 0 w 8716618"/>
              <a:gd name="connsiteY0" fmla="*/ 6907696 h 6907696"/>
              <a:gd name="connsiteX1" fmla="*/ 1 w 8716618"/>
              <a:gd name="connsiteY1" fmla="*/ 9939 h 6907696"/>
              <a:gd name="connsiteX2" fmla="*/ 4472610 w 8716618"/>
              <a:gd name="connsiteY2" fmla="*/ 0 h 6907696"/>
              <a:gd name="connsiteX3" fmla="*/ 8716618 w 8716618"/>
              <a:gd name="connsiteY3" fmla="*/ 6858000 h 6907696"/>
              <a:gd name="connsiteX4" fmla="*/ 0 w 8716618"/>
              <a:gd name="connsiteY4" fmla="*/ 6907696 h 6907696"/>
              <a:gd name="connsiteX0" fmla="*/ 9938 w 8726556"/>
              <a:gd name="connsiteY0" fmla="*/ 6921372 h 6921372"/>
              <a:gd name="connsiteX1" fmla="*/ 0 w 8726556"/>
              <a:gd name="connsiteY1" fmla="*/ 3737 h 6921372"/>
              <a:gd name="connsiteX2" fmla="*/ 4482548 w 8726556"/>
              <a:gd name="connsiteY2" fmla="*/ 13676 h 6921372"/>
              <a:gd name="connsiteX3" fmla="*/ 8726556 w 8726556"/>
              <a:gd name="connsiteY3" fmla="*/ 6871676 h 6921372"/>
              <a:gd name="connsiteX4" fmla="*/ 9938 w 8726556"/>
              <a:gd name="connsiteY4" fmla="*/ 6921372 h 6921372"/>
              <a:gd name="connsiteX0" fmla="*/ 9938 w 8726556"/>
              <a:gd name="connsiteY0" fmla="*/ 6917635 h 6917635"/>
              <a:gd name="connsiteX1" fmla="*/ 0 w 8726556"/>
              <a:gd name="connsiteY1" fmla="*/ 0 h 6917635"/>
              <a:gd name="connsiteX2" fmla="*/ 4482548 w 8726556"/>
              <a:gd name="connsiteY2" fmla="*/ 9939 h 6917635"/>
              <a:gd name="connsiteX3" fmla="*/ 8726556 w 8726556"/>
              <a:gd name="connsiteY3" fmla="*/ 6867939 h 6917635"/>
              <a:gd name="connsiteX4" fmla="*/ 9938 w 8726556"/>
              <a:gd name="connsiteY4" fmla="*/ 6917635 h 69176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26556" h="6917635">
                <a:moveTo>
                  <a:pt x="9938" y="6917635"/>
                </a:moveTo>
                <a:cubicBezTo>
                  <a:pt x="9938" y="4972878"/>
                  <a:pt x="14908" y="3438939"/>
                  <a:pt x="0" y="0"/>
                </a:cubicBezTo>
                <a:lnTo>
                  <a:pt x="4482548" y="9939"/>
                </a:lnTo>
                <a:lnTo>
                  <a:pt x="8726556" y="6867939"/>
                </a:lnTo>
                <a:lnTo>
                  <a:pt x="9938" y="6917635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miter lim="400000"/>
          </a:ln>
          <a:effectLst>
            <a:outerShdw blurRad="171482" dist="89822" algn="l" rotWithShape="0">
              <a:srgbClr val="063958">
                <a:alpha val="91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algn="ctr"/>
            <a:endParaRPr lang="en-US" sz="1200">
              <a:solidFill>
                <a:srgbClr val="50626A"/>
              </a:solidFill>
              <a:latin typeface="Arial" panose="020B0604020202020204" pitchFamily="34" charset="0"/>
              <a:ea typeface="+mn-ea"/>
              <a:cs typeface="+mn-cs"/>
              <a:sym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84A716-13EB-3776-396E-6D16BE0888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63686" y="1840635"/>
            <a:ext cx="2082579" cy="1356776"/>
          </a:xfrm>
          <a:prstGeom prst="rect">
            <a:avLst/>
          </a:prstGeom>
          <a:effectLst/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B9F82C-68FB-4B3D-B24C-42E74B805B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7503" y="4603632"/>
            <a:ext cx="4096512" cy="219456"/>
          </a:xfrm>
        </p:spPr>
        <p:txBody>
          <a:bodyPr lIns="91440" anchor="ctr">
            <a:noAutofit/>
          </a:bodyPr>
          <a:lstStyle>
            <a:lvl1pPr marL="0" indent="0">
              <a:buNone/>
              <a:defRPr sz="1600" b="0" i="0">
                <a:solidFill>
                  <a:schemeClr val="bg2"/>
                </a:solidFill>
                <a:effectLst/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1E6077-226C-F089-3ECE-23E0EFE5B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3" y="3586375"/>
            <a:ext cx="5864087" cy="808138"/>
          </a:xfrm>
        </p:spPr>
        <p:txBody>
          <a:bodyPr lIns="91440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6AF0D92-870F-4CA1-330E-948383C583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23141" r="22363"/>
          <a:stretch/>
        </p:blipFill>
        <p:spPr>
          <a:xfrm>
            <a:off x="731639" y="1701582"/>
            <a:ext cx="1844584" cy="1675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700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abs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1665B39-5A65-20DC-416D-D7106520AEB9}"/>
              </a:ext>
            </a:extLst>
          </p:cNvPr>
          <p:cNvSpPr/>
          <p:nvPr/>
        </p:nvSpPr>
        <p:spPr>
          <a:xfrm>
            <a:off x="0" y="1669775"/>
            <a:ext cx="12192000" cy="3766930"/>
          </a:xfrm>
          <a:prstGeom prst="rect">
            <a:avLst/>
          </a:prstGeom>
          <a:solidFill>
            <a:schemeClr val="bg1">
              <a:alpha val="87619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6" name="Right Triangle 1">
            <a:extLst>
              <a:ext uri="{FF2B5EF4-FFF2-40B4-BE49-F238E27FC236}">
                <a16:creationId xmlns:a16="http://schemas.microsoft.com/office/drawing/2014/main" id="{6181DB09-2547-7198-4AA8-746B7585D9AD}"/>
              </a:ext>
            </a:extLst>
          </p:cNvPr>
          <p:cNvSpPr/>
          <p:nvPr/>
        </p:nvSpPr>
        <p:spPr>
          <a:xfrm>
            <a:off x="-16909" y="-9111"/>
            <a:ext cx="5615608" cy="6906870"/>
          </a:xfrm>
          <a:custGeom>
            <a:avLst/>
            <a:gdLst>
              <a:gd name="connsiteX0" fmla="*/ 0 w 4244008"/>
              <a:gd name="connsiteY0" fmla="*/ 6858000 h 6858000"/>
              <a:gd name="connsiteX1" fmla="*/ 0 w 4244008"/>
              <a:gd name="connsiteY1" fmla="*/ 0 h 6858000"/>
              <a:gd name="connsiteX2" fmla="*/ 4244008 w 4244008"/>
              <a:gd name="connsiteY2" fmla="*/ 6858000 h 6858000"/>
              <a:gd name="connsiteX3" fmla="*/ 0 w 4244008"/>
              <a:gd name="connsiteY3" fmla="*/ 6858000 h 6858000"/>
              <a:gd name="connsiteX0" fmla="*/ 1 w 4244009"/>
              <a:gd name="connsiteY0" fmla="*/ 6858000 h 6858000"/>
              <a:gd name="connsiteX1" fmla="*/ 0 w 4244009"/>
              <a:gd name="connsiteY1" fmla="*/ 1023730 h 6858000"/>
              <a:gd name="connsiteX2" fmla="*/ 1 w 4244009"/>
              <a:gd name="connsiteY2" fmla="*/ 0 h 6858000"/>
              <a:gd name="connsiteX3" fmla="*/ 4244009 w 4244009"/>
              <a:gd name="connsiteY3" fmla="*/ 6858000 h 6858000"/>
              <a:gd name="connsiteX4" fmla="*/ 1 w 4244009"/>
              <a:gd name="connsiteY4" fmla="*/ 6858000 h 6858000"/>
              <a:gd name="connsiteX0" fmla="*/ 655983 w 4899991"/>
              <a:gd name="connsiteY0" fmla="*/ 6912905 h 6912905"/>
              <a:gd name="connsiteX1" fmla="*/ 0 w 4899991"/>
              <a:gd name="connsiteY1" fmla="*/ 104600 h 6912905"/>
              <a:gd name="connsiteX2" fmla="*/ 655983 w 4899991"/>
              <a:gd name="connsiteY2" fmla="*/ 54905 h 6912905"/>
              <a:gd name="connsiteX3" fmla="*/ 4899991 w 4899991"/>
              <a:gd name="connsiteY3" fmla="*/ 6912905 h 6912905"/>
              <a:gd name="connsiteX4" fmla="*/ 655983 w 4899991"/>
              <a:gd name="connsiteY4" fmla="*/ 6912905 h 6912905"/>
              <a:gd name="connsiteX0" fmla="*/ 19878 w 4899991"/>
              <a:gd name="connsiteY0" fmla="*/ 6922844 h 6922844"/>
              <a:gd name="connsiteX1" fmla="*/ 0 w 4899991"/>
              <a:gd name="connsiteY1" fmla="*/ 104600 h 6922844"/>
              <a:gd name="connsiteX2" fmla="*/ 655983 w 4899991"/>
              <a:gd name="connsiteY2" fmla="*/ 54905 h 6922844"/>
              <a:gd name="connsiteX3" fmla="*/ 4899991 w 4899991"/>
              <a:gd name="connsiteY3" fmla="*/ 6912905 h 6922844"/>
              <a:gd name="connsiteX4" fmla="*/ 19878 w 4899991"/>
              <a:gd name="connsiteY4" fmla="*/ 6922844 h 6922844"/>
              <a:gd name="connsiteX0" fmla="*/ 19878 w 4899991"/>
              <a:gd name="connsiteY0" fmla="*/ 6983106 h 6983106"/>
              <a:gd name="connsiteX1" fmla="*/ 0 w 4899991"/>
              <a:gd name="connsiteY1" fmla="*/ 164862 h 6983106"/>
              <a:gd name="connsiteX2" fmla="*/ 655983 w 4899991"/>
              <a:gd name="connsiteY2" fmla="*/ 115167 h 6983106"/>
              <a:gd name="connsiteX3" fmla="*/ 4899991 w 4899991"/>
              <a:gd name="connsiteY3" fmla="*/ 6973167 h 6983106"/>
              <a:gd name="connsiteX4" fmla="*/ 19878 w 4899991"/>
              <a:gd name="connsiteY4" fmla="*/ 6983106 h 6983106"/>
              <a:gd name="connsiteX0" fmla="*/ 19878 w 4899991"/>
              <a:gd name="connsiteY0" fmla="*/ 6867939 h 6867939"/>
              <a:gd name="connsiteX1" fmla="*/ 0 w 4899991"/>
              <a:gd name="connsiteY1" fmla="*/ 49695 h 6867939"/>
              <a:gd name="connsiteX2" fmla="*/ 655983 w 4899991"/>
              <a:gd name="connsiteY2" fmla="*/ 0 h 6867939"/>
              <a:gd name="connsiteX3" fmla="*/ 4899991 w 4899991"/>
              <a:gd name="connsiteY3" fmla="*/ 6858000 h 6867939"/>
              <a:gd name="connsiteX4" fmla="*/ 19878 w 4899991"/>
              <a:gd name="connsiteY4" fmla="*/ 6867939 h 686793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81616 h 6881616"/>
              <a:gd name="connsiteX1" fmla="*/ 0 w 4909930"/>
              <a:gd name="connsiteY1" fmla="*/ 3737 h 6881616"/>
              <a:gd name="connsiteX2" fmla="*/ 665922 w 4909930"/>
              <a:gd name="connsiteY2" fmla="*/ 13677 h 6881616"/>
              <a:gd name="connsiteX3" fmla="*/ 4909930 w 4909930"/>
              <a:gd name="connsiteY3" fmla="*/ 6871677 h 6881616"/>
              <a:gd name="connsiteX4" fmla="*/ 29817 w 4909930"/>
              <a:gd name="connsiteY4" fmla="*/ 6881616 h 6881616"/>
              <a:gd name="connsiteX0" fmla="*/ 29817 w 4909930"/>
              <a:gd name="connsiteY0" fmla="*/ 6867939 h 6867939"/>
              <a:gd name="connsiteX1" fmla="*/ 0 w 4909930"/>
              <a:gd name="connsiteY1" fmla="*/ 9938 h 6867939"/>
              <a:gd name="connsiteX2" fmla="*/ 665922 w 4909930"/>
              <a:gd name="connsiteY2" fmla="*/ 0 h 6867939"/>
              <a:gd name="connsiteX3" fmla="*/ 4909930 w 4909930"/>
              <a:gd name="connsiteY3" fmla="*/ 6858000 h 6867939"/>
              <a:gd name="connsiteX4" fmla="*/ 29817 w 4909930"/>
              <a:gd name="connsiteY4" fmla="*/ 6867939 h 6867939"/>
              <a:gd name="connsiteX0" fmla="*/ 39756 w 4919869"/>
              <a:gd name="connsiteY0" fmla="*/ 6881616 h 6881616"/>
              <a:gd name="connsiteX1" fmla="*/ 0 w 4919869"/>
              <a:gd name="connsiteY1" fmla="*/ 3737 h 6881616"/>
              <a:gd name="connsiteX2" fmla="*/ 675861 w 4919869"/>
              <a:gd name="connsiteY2" fmla="*/ 13677 h 6881616"/>
              <a:gd name="connsiteX3" fmla="*/ 4919869 w 4919869"/>
              <a:gd name="connsiteY3" fmla="*/ 6871677 h 6881616"/>
              <a:gd name="connsiteX4" fmla="*/ 39756 w 4919869"/>
              <a:gd name="connsiteY4" fmla="*/ 6881616 h 6881616"/>
              <a:gd name="connsiteX0" fmla="*/ 4084982 w 8965095"/>
              <a:gd name="connsiteY0" fmla="*/ 6873159 h 6873159"/>
              <a:gd name="connsiteX1" fmla="*/ 0 w 8965095"/>
              <a:gd name="connsiteY1" fmla="*/ 5220 h 6873159"/>
              <a:gd name="connsiteX2" fmla="*/ 4721087 w 8965095"/>
              <a:gd name="connsiteY2" fmla="*/ 5220 h 6873159"/>
              <a:gd name="connsiteX3" fmla="*/ 8965095 w 8965095"/>
              <a:gd name="connsiteY3" fmla="*/ 6863220 h 6873159"/>
              <a:gd name="connsiteX4" fmla="*/ 4084982 w 8965095"/>
              <a:gd name="connsiteY4" fmla="*/ 6873159 h 6873159"/>
              <a:gd name="connsiteX0" fmla="*/ 19877 w 8965095"/>
              <a:gd name="connsiteY0" fmla="*/ 6853281 h 6863220"/>
              <a:gd name="connsiteX1" fmla="*/ 0 w 8965095"/>
              <a:gd name="connsiteY1" fmla="*/ 5220 h 6863220"/>
              <a:gd name="connsiteX2" fmla="*/ 4721087 w 8965095"/>
              <a:gd name="connsiteY2" fmla="*/ 5220 h 6863220"/>
              <a:gd name="connsiteX3" fmla="*/ 8965095 w 8965095"/>
              <a:gd name="connsiteY3" fmla="*/ 6863220 h 6863220"/>
              <a:gd name="connsiteX4" fmla="*/ 19877 w 8965095"/>
              <a:gd name="connsiteY4" fmla="*/ 6853281 h 6863220"/>
              <a:gd name="connsiteX0" fmla="*/ 0 w 8975035"/>
              <a:gd name="connsiteY0" fmla="*/ 6873159 h 6873159"/>
              <a:gd name="connsiteX1" fmla="*/ 9940 w 8975035"/>
              <a:gd name="connsiteY1" fmla="*/ 5220 h 6873159"/>
              <a:gd name="connsiteX2" fmla="*/ 4731027 w 8975035"/>
              <a:gd name="connsiteY2" fmla="*/ 5220 h 6873159"/>
              <a:gd name="connsiteX3" fmla="*/ 8975035 w 8975035"/>
              <a:gd name="connsiteY3" fmla="*/ 6863220 h 6873159"/>
              <a:gd name="connsiteX4" fmla="*/ 0 w 8975035"/>
              <a:gd name="connsiteY4" fmla="*/ 6873159 h 6873159"/>
              <a:gd name="connsiteX0" fmla="*/ 318051 w 8965095"/>
              <a:gd name="connsiteY0" fmla="*/ 6893037 h 6893037"/>
              <a:gd name="connsiteX1" fmla="*/ 0 w 8965095"/>
              <a:gd name="connsiteY1" fmla="*/ 5220 h 6893037"/>
              <a:gd name="connsiteX2" fmla="*/ 4721087 w 8965095"/>
              <a:gd name="connsiteY2" fmla="*/ 5220 h 6893037"/>
              <a:gd name="connsiteX3" fmla="*/ 8965095 w 8965095"/>
              <a:gd name="connsiteY3" fmla="*/ 6863220 h 6893037"/>
              <a:gd name="connsiteX4" fmla="*/ 318051 w 8965095"/>
              <a:gd name="connsiteY4" fmla="*/ 6893037 h 6893037"/>
              <a:gd name="connsiteX0" fmla="*/ 248477 w 8965095"/>
              <a:gd name="connsiteY0" fmla="*/ 6912916 h 6912916"/>
              <a:gd name="connsiteX1" fmla="*/ 0 w 8965095"/>
              <a:gd name="connsiteY1" fmla="*/ 5220 h 6912916"/>
              <a:gd name="connsiteX2" fmla="*/ 4721087 w 8965095"/>
              <a:gd name="connsiteY2" fmla="*/ 5220 h 6912916"/>
              <a:gd name="connsiteX3" fmla="*/ 8965095 w 8965095"/>
              <a:gd name="connsiteY3" fmla="*/ 6863220 h 6912916"/>
              <a:gd name="connsiteX4" fmla="*/ 248477 w 8965095"/>
              <a:gd name="connsiteY4" fmla="*/ 6912916 h 6912916"/>
              <a:gd name="connsiteX0" fmla="*/ 89451 w 8806069"/>
              <a:gd name="connsiteY0" fmla="*/ 6907696 h 6907696"/>
              <a:gd name="connsiteX1" fmla="*/ 0 w 8806069"/>
              <a:gd name="connsiteY1" fmla="*/ 39756 h 6907696"/>
              <a:gd name="connsiteX2" fmla="*/ 4562061 w 8806069"/>
              <a:gd name="connsiteY2" fmla="*/ 0 h 6907696"/>
              <a:gd name="connsiteX3" fmla="*/ 8806069 w 8806069"/>
              <a:gd name="connsiteY3" fmla="*/ 6858000 h 6907696"/>
              <a:gd name="connsiteX4" fmla="*/ 89451 w 8806069"/>
              <a:gd name="connsiteY4" fmla="*/ 6907696 h 6907696"/>
              <a:gd name="connsiteX0" fmla="*/ 0 w 8716618"/>
              <a:gd name="connsiteY0" fmla="*/ 6907696 h 6907696"/>
              <a:gd name="connsiteX1" fmla="*/ 1 w 8716618"/>
              <a:gd name="connsiteY1" fmla="*/ 9939 h 6907696"/>
              <a:gd name="connsiteX2" fmla="*/ 4472610 w 8716618"/>
              <a:gd name="connsiteY2" fmla="*/ 0 h 6907696"/>
              <a:gd name="connsiteX3" fmla="*/ 8716618 w 8716618"/>
              <a:gd name="connsiteY3" fmla="*/ 6858000 h 6907696"/>
              <a:gd name="connsiteX4" fmla="*/ 0 w 8716618"/>
              <a:gd name="connsiteY4" fmla="*/ 6907696 h 6907696"/>
              <a:gd name="connsiteX0" fmla="*/ 9938 w 8726556"/>
              <a:gd name="connsiteY0" fmla="*/ 6921372 h 6921372"/>
              <a:gd name="connsiteX1" fmla="*/ 0 w 8726556"/>
              <a:gd name="connsiteY1" fmla="*/ 3737 h 6921372"/>
              <a:gd name="connsiteX2" fmla="*/ 4482548 w 8726556"/>
              <a:gd name="connsiteY2" fmla="*/ 13676 h 6921372"/>
              <a:gd name="connsiteX3" fmla="*/ 8726556 w 8726556"/>
              <a:gd name="connsiteY3" fmla="*/ 6871676 h 6921372"/>
              <a:gd name="connsiteX4" fmla="*/ 9938 w 8726556"/>
              <a:gd name="connsiteY4" fmla="*/ 6921372 h 6921372"/>
              <a:gd name="connsiteX0" fmla="*/ 9938 w 8726556"/>
              <a:gd name="connsiteY0" fmla="*/ 6917635 h 6917635"/>
              <a:gd name="connsiteX1" fmla="*/ 0 w 8726556"/>
              <a:gd name="connsiteY1" fmla="*/ 0 h 6917635"/>
              <a:gd name="connsiteX2" fmla="*/ 4482548 w 8726556"/>
              <a:gd name="connsiteY2" fmla="*/ 9939 h 6917635"/>
              <a:gd name="connsiteX3" fmla="*/ 8726556 w 8726556"/>
              <a:gd name="connsiteY3" fmla="*/ 6867939 h 6917635"/>
              <a:gd name="connsiteX4" fmla="*/ 9938 w 8726556"/>
              <a:gd name="connsiteY4" fmla="*/ 6917635 h 6917635"/>
              <a:gd name="connsiteX0" fmla="*/ 0 w 8716618"/>
              <a:gd name="connsiteY0" fmla="*/ 6907696 h 6907696"/>
              <a:gd name="connsiteX1" fmla="*/ 1470992 w 8716618"/>
              <a:gd name="connsiteY1" fmla="*/ 168965 h 6907696"/>
              <a:gd name="connsiteX2" fmla="*/ 4472610 w 8716618"/>
              <a:gd name="connsiteY2" fmla="*/ 0 h 6907696"/>
              <a:gd name="connsiteX3" fmla="*/ 8716618 w 8716618"/>
              <a:gd name="connsiteY3" fmla="*/ 6858000 h 6907696"/>
              <a:gd name="connsiteX4" fmla="*/ 0 w 8716618"/>
              <a:gd name="connsiteY4" fmla="*/ 6907696 h 6907696"/>
              <a:gd name="connsiteX0" fmla="*/ 0 w 8716618"/>
              <a:gd name="connsiteY0" fmla="*/ 6907696 h 6907696"/>
              <a:gd name="connsiteX1" fmla="*/ 3110949 w 8716618"/>
              <a:gd name="connsiteY1" fmla="*/ 9939 h 6907696"/>
              <a:gd name="connsiteX2" fmla="*/ 4472610 w 8716618"/>
              <a:gd name="connsiteY2" fmla="*/ 0 h 6907696"/>
              <a:gd name="connsiteX3" fmla="*/ 8716618 w 8716618"/>
              <a:gd name="connsiteY3" fmla="*/ 6858000 h 6907696"/>
              <a:gd name="connsiteX4" fmla="*/ 0 w 8716618"/>
              <a:gd name="connsiteY4" fmla="*/ 6907696 h 6907696"/>
              <a:gd name="connsiteX0" fmla="*/ 0 w 5724940"/>
              <a:gd name="connsiteY0" fmla="*/ 6907696 h 6907696"/>
              <a:gd name="connsiteX1" fmla="*/ 119271 w 5724940"/>
              <a:gd name="connsiteY1" fmla="*/ 9939 h 6907696"/>
              <a:gd name="connsiteX2" fmla="*/ 1480932 w 5724940"/>
              <a:gd name="connsiteY2" fmla="*/ 0 h 6907696"/>
              <a:gd name="connsiteX3" fmla="*/ 5724940 w 5724940"/>
              <a:gd name="connsiteY3" fmla="*/ 6858000 h 6907696"/>
              <a:gd name="connsiteX4" fmla="*/ 0 w 5724940"/>
              <a:gd name="connsiteY4" fmla="*/ 6907696 h 6907696"/>
              <a:gd name="connsiteX0" fmla="*/ 29816 w 5605669"/>
              <a:gd name="connsiteY0" fmla="*/ 6907696 h 6907696"/>
              <a:gd name="connsiteX1" fmla="*/ 0 w 5605669"/>
              <a:gd name="connsiteY1" fmla="*/ 9939 h 6907696"/>
              <a:gd name="connsiteX2" fmla="*/ 1361661 w 5605669"/>
              <a:gd name="connsiteY2" fmla="*/ 0 h 6907696"/>
              <a:gd name="connsiteX3" fmla="*/ 5605669 w 5605669"/>
              <a:gd name="connsiteY3" fmla="*/ 6858000 h 6907696"/>
              <a:gd name="connsiteX4" fmla="*/ 29816 w 5605669"/>
              <a:gd name="connsiteY4" fmla="*/ 6907696 h 6907696"/>
              <a:gd name="connsiteX0" fmla="*/ 69573 w 5605669"/>
              <a:gd name="connsiteY0" fmla="*/ 6937513 h 6937513"/>
              <a:gd name="connsiteX1" fmla="*/ 0 w 5605669"/>
              <a:gd name="connsiteY1" fmla="*/ 9939 h 6937513"/>
              <a:gd name="connsiteX2" fmla="*/ 1361661 w 5605669"/>
              <a:gd name="connsiteY2" fmla="*/ 0 h 6937513"/>
              <a:gd name="connsiteX3" fmla="*/ 5605669 w 5605669"/>
              <a:gd name="connsiteY3" fmla="*/ 6858000 h 6937513"/>
              <a:gd name="connsiteX4" fmla="*/ 69573 w 5605669"/>
              <a:gd name="connsiteY4" fmla="*/ 6937513 h 6937513"/>
              <a:gd name="connsiteX0" fmla="*/ 0 w 5605670"/>
              <a:gd name="connsiteY0" fmla="*/ 6897757 h 6897757"/>
              <a:gd name="connsiteX1" fmla="*/ 1 w 5605670"/>
              <a:gd name="connsiteY1" fmla="*/ 9939 h 6897757"/>
              <a:gd name="connsiteX2" fmla="*/ 1361662 w 5605670"/>
              <a:gd name="connsiteY2" fmla="*/ 0 h 6897757"/>
              <a:gd name="connsiteX3" fmla="*/ 5605670 w 5605670"/>
              <a:gd name="connsiteY3" fmla="*/ 6858000 h 6897757"/>
              <a:gd name="connsiteX4" fmla="*/ 0 w 5605670"/>
              <a:gd name="connsiteY4" fmla="*/ 6897757 h 6897757"/>
              <a:gd name="connsiteX0" fmla="*/ 9938 w 5615608"/>
              <a:gd name="connsiteY0" fmla="*/ 6897757 h 6897757"/>
              <a:gd name="connsiteX1" fmla="*/ 0 w 5615608"/>
              <a:gd name="connsiteY1" fmla="*/ 9939 h 6897757"/>
              <a:gd name="connsiteX2" fmla="*/ 1371600 w 5615608"/>
              <a:gd name="connsiteY2" fmla="*/ 0 h 6897757"/>
              <a:gd name="connsiteX3" fmla="*/ 5615608 w 5615608"/>
              <a:gd name="connsiteY3" fmla="*/ 6858000 h 6897757"/>
              <a:gd name="connsiteX4" fmla="*/ 9938 w 5615608"/>
              <a:gd name="connsiteY4" fmla="*/ 6897757 h 6897757"/>
              <a:gd name="connsiteX0" fmla="*/ 9938 w 5615608"/>
              <a:gd name="connsiteY0" fmla="*/ 6906868 h 6906868"/>
              <a:gd name="connsiteX1" fmla="*/ 0 w 5615608"/>
              <a:gd name="connsiteY1" fmla="*/ 0 h 6906868"/>
              <a:gd name="connsiteX2" fmla="*/ 1371600 w 5615608"/>
              <a:gd name="connsiteY2" fmla="*/ 9111 h 6906868"/>
              <a:gd name="connsiteX3" fmla="*/ 5615608 w 5615608"/>
              <a:gd name="connsiteY3" fmla="*/ 6867111 h 6906868"/>
              <a:gd name="connsiteX4" fmla="*/ 9938 w 5615608"/>
              <a:gd name="connsiteY4" fmla="*/ 6906868 h 6906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5608" h="6906868">
                <a:moveTo>
                  <a:pt x="9938" y="6906868"/>
                </a:moveTo>
                <a:cubicBezTo>
                  <a:pt x="9938" y="4962111"/>
                  <a:pt x="14908" y="3438939"/>
                  <a:pt x="0" y="0"/>
                </a:cubicBezTo>
                <a:lnTo>
                  <a:pt x="1371600" y="9111"/>
                </a:lnTo>
                <a:lnTo>
                  <a:pt x="5615608" y="6867111"/>
                </a:lnTo>
                <a:lnTo>
                  <a:pt x="9938" y="6906868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miter lim="400000"/>
          </a:ln>
          <a:effectLst>
            <a:outerShdw blurRad="267942" dist="38100" algn="l" rotWithShape="0">
              <a:srgbClr val="063958">
                <a:alpha val="56121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50626A"/>
              </a:solidFill>
              <a:effectLst/>
              <a:uFillTx/>
              <a:latin typeface="Arial" panose="020B0604020202020204" pitchFamily="34" charset="0"/>
              <a:ea typeface="+mn-ea"/>
              <a:cs typeface="+mn-cs"/>
              <a:sym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11EF92-FB4D-FDCE-E79B-83AF9AF151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2064" y="3172968"/>
            <a:ext cx="1566288" cy="102041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2A4150-9DA6-42D1-284D-733A65D0B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0" y="3172968"/>
            <a:ext cx="7911229" cy="808138"/>
          </a:xfr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4C5D6158-75ED-89D4-C789-A40024BCB7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23141" r="22363"/>
          <a:stretch/>
        </p:blipFill>
        <p:spPr>
          <a:xfrm>
            <a:off x="55776" y="2926084"/>
            <a:ext cx="1566288" cy="142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352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56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B625F-C15A-4238-ABAC-07D8ECC9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700611-B61B-4ABD-BE4D-17E6DAC9A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143D1D-9801-49CA-88C0-178C03B6937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Body Level One…">
            <a:extLst>
              <a:ext uri="{FF2B5EF4-FFF2-40B4-BE49-F238E27FC236}">
                <a16:creationId xmlns:a16="http://schemas.microsoft.com/office/drawing/2014/main" id="{40EBB8DB-A9D6-4FF1-A2F3-96E6783B818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47472" y="1280160"/>
            <a:ext cx="11460020" cy="5081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93616-0248-8133-F288-F4E37CFA4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815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w/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B625F-C15A-4238-ABAC-07D8ECC9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Body Level One…">
            <a:extLst>
              <a:ext uri="{FF2B5EF4-FFF2-40B4-BE49-F238E27FC236}">
                <a16:creationId xmlns:a16="http://schemas.microsoft.com/office/drawing/2014/main" id="{40EBB8DB-A9D6-4FF1-A2F3-96E6783B818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47472" y="1280160"/>
            <a:ext cx="11522128" cy="4351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45719" rIns="45719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4CB08785-6C13-4F42-AEB0-A7E31B949AD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2233" y="6036177"/>
            <a:ext cx="10070406" cy="365125"/>
          </a:xfrm>
        </p:spPr>
        <p:txBody>
          <a:bodyPr lIns="91440" anchor="b">
            <a:noAutofit/>
          </a:bodyPr>
          <a:lstStyle>
            <a:lvl1pPr marL="0" indent="0">
              <a:buNone/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Footnotes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1A535-BA79-05B3-5AF6-6BE830EA668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BC38D2-B36B-D29F-9AA7-994F07556DE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B143D1D-9801-49CA-88C0-178C03B69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478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Only Dark">
    <p:bg>
      <p:bgPr>
        <a:gradFill>
          <a:gsLst>
            <a:gs pos="1000">
              <a:schemeClr val="accent6"/>
            </a:gs>
            <a:gs pos="100000">
              <a:srgbClr val="000738"/>
            </a:gs>
            <a:gs pos="42000">
              <a:srgbClr val="063958"/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C47A46-FF53-3EF5-3718-12552EC56F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96055" y="6412748"/>
            <a:ext cx="426564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B143D1D-9801-49CA-88C0-178C03B6937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D8638C-4F5F-7956-F266-42A2C6FB1BF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1F8C85C-BFAA-DC82-25E9-742DA6EB15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06884" y="6082764"/>
            <a:ext cx="1082711" cy="721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821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ft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5727E7-0CEB-3F42-D5D8-424A5AAAB8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718" r="28718"/>
          <a:stretch/>
        </p:blipFill>
        <p:spPr>
          <a:xfrm>
            <a:off x="-3810" y="0"/>
            <a:ext cx="5176311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45E0678-FA16-AB81-99E1-753A53DF58AD}"/>
              </a:ext>
            </a:extLst>
          </p:cNvPr>
          <p:cNvSpPr/>
          <p:nvPr userDrawn="1"/>
        </p:nvSpPr>
        <p:spPr>
          <a:xfrm>
            <a:off x="0" y="-1"/>
            <a:ext cx="5176311" cy="5880539"/>
          </a:xfrm>
          <a:prstGeom prst="rect">
            <a:avLst/>
          </a:prstGeom>
          <a:gradFill flip="none" rotWithShape="1">
            <a:gsLst>
              <a:gs pos="0">
                <a:schemeClr val="accent6">
                  <a:alpha val="0"/>
                </a:schemeClr>
              </a:gs>
              <a:gs pos="95000">
                <a:schemeClr val="bg2"/>
              </a:gs>
            </a:gsLst>
            <a:lin ang="16200000" scaled="1"/>
            <a:tileRect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50626A"/>
              </a:solidFill>
              <a:effectLst/>
              <a:uFillTx/>
              <a:latin typeface="Arial" panose="020B0604020202020204" pitchFamily="34" charset="0"/>
              <a:ea typeface="+mn-ea"/>
              <a:cs typeface="+mn-cs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5B625F-C15A-4238-ABAC-07D8ECC91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233" y="317212"/>
            <a:ext cx="4518131" cy="189258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700611-B61B-4ABD-BE4D-17E6DAC9A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B143D1D-9801-49CA-88C0-178C03B6937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Body Level One…">
            <a:extLst>
              <a:ext uri="{FF2B5EF4-FFF2-40B4-BE49-F238E27FC236}">
                <a16:creationId xmlns:a16="http://schemas.microsoft.com/office/drawing/2014/main" id="{40EBB8DB-A9D6-4FF1-A2F3-96E6783B818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581933" y="560356"/>
            <a:ext cx="6398195" cy="5516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45719" rIns="45719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49BBA-C546-F173-EE3F-1CF65B3DB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425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ight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5727E7-0CEB-3F42-D5D8-424A5AAAB8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89" r="30747"/>
          <a:stretch/>
        </p:blipFill>
        <p:spPr>
          <a:xfrm flipH="1" flipV="1">
            <a:off x="7015689" y="0"/>
            <a:ext cx="5176311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06027A1-0D62-16F7-30CE-41BFE8B26C7C}"/>
              </a:ext>
            </a:extLst>
          </p:cNvPr>
          <p:cNvSpPr/>
          <p:nvPr/>
        </p:nvSpPr>
        <p:spPr>
          <a:xfrm>
            <a:off x="7015689" y="-1"/>
            <a:ext cx="5176311" cy="6777874"/>
          </a:xfrm>
          <a:prstGeom prst="rect">
            <a:avLst/>
          </a:prstGeom>
          <a:gradFill flip="none" rotWithShape="1">
            <a:gsLst>
              <a:gs pos="0">
                <a:schemeClr val="accent6">
                  <a:alpha val="0"/>
                </a:schemeClr>
              </a:gs>
              <a:gs pos="95000">
                <a:schemeClr val="bg2"/>
              </a:gs>
            </a:gsLst>
            <a:lin ang="16200000" scaled="1"/>
            <a:tileRect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50626A"/>
              </a:solidFill>
              <a:effectLst/>
              <a:uFillTx/>
              <a:latin typeface="Arial" panose="020B0604020202020204" pitchFamily="34" charset="0"/>
              <a:ea typeface="+mn-ea"/>
              <a:cs typeface="+mn-cs"/>
              <a:sym typeface="Calibri"/>
            </a:endParaRPr>
          </a:p>
        </p:txBody>
      </p:sp>
      <p:sp>
        <p:nvSpPr>
          <p:cNvPr id="4" name="Body Level One…">
            <a:extLst>
              <a:ext uri="{FF2B5EF4-FFF2-40B4-BE49-F238E27FC236}">
                <a16:creationId xmlns:a16="http://schemas.microsoft.com/office/drawing/2014/main" id="{40EBB8DB-A9D6-4FF1-A2F3-96E6783B818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47472" y="1242203"/>
            <a:ext cx="6398195" cy="49680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45719" rIns="45719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FB071E8-809B-6890-C6B9-812E8369D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1BB59-32EF-F98A-2990-317BB5943E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7AFE7E-7CB0-FD25-F78E-7DA5692308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B143D1D-9801-49CA-88C0-178C03B6937F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24F124-A258-66DC-3AAE-6DDE6D9BAB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886330" y="6126042"/>
            <a:ext cx="934494" cy="620833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054069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ontserrat" panose="000005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anose="00000500000000000000" pitchFamily="2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37311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ontserrat" panose="000005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Bef>
                <a:spcPts val="1867"/>
              </a:spcBef>
              <a:defRPr>
                <a:latin typeface="Montserrat" panose="00000500000000000000" pitchFamily="2" charset="0"/>
              </a:defRPr>
            </a:lvl1pPr>
            <a:lvl2pPr>
              <a:defRPr>
                <a:latin typeface="Montserrat" panose="00000500000000000000" pitchFamily="2" charset="0"/>
              </a:defRPr>
            </a:lvl2pPr>
            <a:lvl3pPr>
              <a:defRPr>
                <a:latin typeface="Montserrat" panose="00000500000000000000" pitchFamily="2" charset="0"/>
              </a:defRPr>
            </a:lvl3pPr>
            <a:lvl4pPr>
              <a:defRPr>
                <a:latin typeface="Montserrat" panose="00000500000000000000" pitchFamily="2" charset="0"/>
              </a:defRPr>
            </a:lvl4pPr>
            <a:lvl5pPr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anose="00000500000000000000" pitchFamily="2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2567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4200" y="1097350"/>
            <a:ext cx="11216640" cy="4937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Footer for Disclaimer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43ED3-111B-4842-9D2D-918F903AB23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F21A9D-C709-4722-BAF7-7EFE6AE15C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9656" y="664237"/>
            <a:ext cx="10363200" cy="31959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ctr">
              <a:defRPr lang="en-US" sz="1800" dirty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3098"/>
      </p:ext>
    </p:extLst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8EABC0-EFC6-D243-946E-F42B969FE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7472" y="1144401"/>
            <a:ext cx="5760625" cy="823912"/>
          </a:xfrm>
        </p:spPr>
        <p:txBody>
          <a:bodyPr anchor="b"/>
          <a:lstStyle>
            <a:lvl1pPr marL="0" indent="0">
              <a:buNone/>
              <a:defRPr sz="20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B5420B-0671-9947-8ACD-9947290B10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472" y="1968312"/>
            <a:ext cx="5760625" cy="4045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BC9F15-7C0B-4444-AE75-34E3127776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13" y="1144401"/>
            <a:ext cx="5517485" cy="823912"/>
          </a:xfrm>
        </p:spPr>
        <p:txBody>
          <a:bodyPr anchor="b"/>
          <a:lstStyle>
            <a:lvl1pPr marL="0" indent="0">
              <a:buNone/>
              <a:defRPr sz="20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AFEF0-01F2-2E44-94D8-FD3D3CE15F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13" y="1968312"/>
            <a:ext cx="5517485" cy="4045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A53AB65E-510E-4C42-BD7A-EC2B31E26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7E5D93-47C7-C366-2531-FB5F387B513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A034DA-6BF8-D5C0-A344-983B2CDFAB2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B143D1D-9801-49CA-88C0-178C03B69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360459"/>
      </p:ext>
    </p:extLst>
  </p:cSld>
  <p:clrMapOvr>
    <a:masterClrMapping/>
  </p:clrMapOvr>
  <p:hf hdr="0" ftr="0" dt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Nab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C6C9C98D-378E-0B5D-E771-1E95F147F947}"/>
              </a:ext>
            </a:extLst>
          </p:cNvPr>
          <p:cNvSpPr/>
          <p:nvPr/>
        </p:nvSpPr>
        <p:spPr>
          <a:xfrm>
            <a:off x="-19877" y="-9938"/>
            <a:ext cx="8726556" cy="6917635"/>
          </a:xfrm>
          <a:custGeom>
            <a:avLst/>
            <a:gdLst>
              <a:gd name="connsiteX0" fmla="*/ 0 w 4244008"/>
              <a:gd name="connsiteY0" fmla="*/ 6858000 h 6858000"/>
              <a:gd name="connsiteX1" fmla="*/ 0 w 4244008"/>
              <a:gd name="connsiteY1" fmla="*/ 0 h 6858000"/>
              <a:gd name="connsiteX2" fmla="*/ 4244008 w 4244008"/>
              <a:gd name="connsiteY2" fmla="*/ 6858000 h 6858000"/>
              <a:gd name="connsiteX3" fmla="*/ 0 w 4244008"/>
              <a:gd name="connsiteY3" fmla="*/ 6858000 h 6858000"/>
              <a:gd name="connsiteX0" fmla="*/ 1 w 4244009"/>
              <a:gd name="connsiteY0" fmla="*/ 6858000 h 6858000"/>
              <a:gd name="connsiteX1" fmla="*/ 0 w 4244009"/>
              <a:gd name="connsiteY1" fmla="*/ 1023730 h 6858000"/>
              <a:gd name="connsiteX2" fmla="*/ 1 w 4244009"/>
              <a:gd name="connsiteY2" fmla="*/ 0 h 6858000"/>
              <a:gd name="connsiteX3" fmla="*/ 4244009 w 4244009"/>
              <a:gd name="connsiteY3" fmla="*/ 6858000 h 6858000"/>
              <a:gd name="connsiteX4" fmla="*/ 1 w 4244009"/>
              <a:gd name="connsiteY4" fmla="*/ 6858000 h 6858000"/>
              <a:gd name="connsiteX0" fmla="*/ 655983 w 4899991"/>
              <a:gd name="connsiteY0" fmla="*/ 6912905 h 6912905"/>
              <a:gd name="connsiteX1" fmla="*/ 0 w 4899991"/>
              <a:gd name="connsiteY1" fmla="*/ 104600 h 6912905"/>
              <a:gd name="connsiteX2" fmla="*/ 655983 w 4899991"/>
              <a:gd name="connsiteY2" fmla="*/ 54905 h 6912905"/>
              <a:gd name="connsiteX3" fmla="*/ 4899991 w 4899991"/>
              <a:gd name="connsiteY3" fmla="*/ 6912905 h 6912905"/>
              <a:gd name="connsiteX4" fmla="*/ 655983 w 4899991"/>
              <a:gd name="connsiteY4" fmla="*/ 6912905 h 6912905"/>
              <a:gd name="connsiteX0" fmla="*/ 19878 w 4899991"/>
              <a:gd name="connsiteY0" fmla="*/ 6922844 h 6922844"/>
              <a:gd name="connsiteX1" fmla="*/ 0 w 4899991"/>
              <a:gd name="connsiteY1" fmla="*/ 104600 h 6922844"/>
              <a:gd name="connsiteX2" fmla="*/ 655983 w 4899991"/>
              <a:gd name="connsiteY2" fmla="*/ 54905 h 6922844"/>
              <a:gd name="connsiteX3" fmla="*/ 4899991 w 4899991"/>
              <a:gd name="connsiteY3" fmla="*/ 6912905 h 6922844"/>
              <a:gd name="connsiteX4" fmla="*/ 19878 w 4899991"/>
              <a:gd name="connsiteY4" fmla="*/ 6922844 h 6922844"/>
              <a:gd name="connsiteX0" fmla="*/ 19878 w 4899991"/>
              <a:gd name="connsiteY0" fmla="*/ 6983106 h 6983106"/>
              <a:gd name="connsiteX1" fmla="*/ 0 w 4899991"/>
              <a:gd name="connsiteY1" fmla="*/ 164862 h 6983106"/>
              <a:gd name="connsiteX2" fmla="*/ 655983 w 4899991"/>
              <a:gd name="connsiteY2" fmla="*/ 115167 h 6983106"/>
              <a:gd name="connsiteX3" fmla="*/ 4899991 w 4899991"/>
              <a:gd name="connsiteY3" fmla="*/ 6973167 h 6983106"/>
              <a:gd name="connsiteX4" fmla="*/ 19878 w 4899991"/>
              <a:gd name="connsiteY4" fmla="*/ 6983106 h 6983106"/>
              <a:gd name="connsiteX0" fmla="*/ 19878 w 4899991"/>
              <a:gd name="connsiteY0" fmla="*/ 6867939 h 6867939"/>
              <a:gd name="connsiteX1" fmla="*/ 0 w 4899991"/>
              <a:gd name="connsiteY1" fmla="*/ 49695 h 6867939"/>
              <a:gd name="connsiteX2" fmla="*/ 655983 w 4899991"/>
              <a:gd name="connsiteY2" fmla="*/ 0 h 6867939"/>
              <a:gd name="connsiteX3" fmla="*/ 4899991 w 4899991"/>
              <a:gd name="connsiteY3" fmla="*/ 6858000 h 6867939"/>
              <a:gd name="connsiteX4" fmla="*/ 19878 w 4899991"/>
              <a:gd name="connsiteY4" fmla="*/ 6867939 h 686793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81616 h 6881616"/>
              <a:gd name="connsiteX1" fmla="*/ 0 w 4909930"/>
              <a:gd name="connsiteY1" fmla="*/ 3737 h 6881616"/>
              <a:gd name="connsiteX2" fmla="*/ 665922 w 4909930"/>
              <a:gd name="connsiteY2" fmla="*/ 13677 h 6881616"/>
              <a:gd name="connsiteX3" fmla="*/ 4909930 w 4909930"/>
              <a:gd name="connsiteY3" fmla="*/ 6871677 h 6881616"/>
              <a:gd name="connsiteX4" fmla="*/ 29817 w 4909930"/>
              <a:gd name="connsiteY4" fmla="*/ 6881616 h 6881616"/>
              <a:gd name="connsiteX0" fmla="*/ 29817 w 4909930"/>
              <a:gd name="connsiteY0" fmla="*/ 6867939 h 6867939"/>
              <a:gd name="connsiteX1" fmla="*/ 0 w 4909930"/>
              <a:gd name="connsiteY1" fmla="*/ 9938 h 6867939"/>
              <a:gd name="connsiteX2" fmla="*/ 665922 w 4909930"/>
              <a:gd name="connsiteY2" fmla="*/ 0 h 6867939"/>
              <a:gd name="connsiteX3" fmla="*/ 4909930 w 4909930"/>
              <a:gd name="connsiteY3" fmla="*/ 6858000 h 6867939"/>
              <a:gd name="connsiteX4" fmla="*/ 29817 w 4909930"/>
              <a:gd name="connsiteY4" fmla="*/ 6867939 h 6867939"/>
              <a:gd name="connsiteX0" fmla="*/ 39756 w 4919869"/>
              <a:gd name="connsiteY0" fmla="*/ 6881616 h 6881616"/>
              <a:gd name="connsiteX1" fmla="*/ 0 w 4919869"/>
              <a:gd name="connsiteY1" fmla="*/ 3737 h 6881616"/>
              <a:gd name="connsiteX2" fmla="*/ 675861 w 4919869"/>
              <a:gd name="connsiteY2" fmla="*/ 13677 h 6881616"/>
              <a:gd name="connsiteX3" fmla="*/ 4919869 w 4919869"/>
              <a:gd name="connsiteY3" fmla="*/ 6871677 h 6881616"/>
              <a:gd name="connsiteX4" fmla="*/ 39756 w 4919869"/>
              <a:gd name="connsiteY4" fmla="*/ 6881616 h 6881616"/>
              <a:gd name="connsiteX0" fmla="*/ 4084982 w 8965095"/>
              <a:gd name="connsiteY0" fmla="*/ 6873159 h 6873159"/>
              <a:gd name="connsiteX1" fmla="*/ 0 w 8965095"/>
              <a:gd name="connsiteY1" fmla="*/ 5220 h 6873159"/>
              <a:gd name="connsiteX2" fmla="*/ 4721087 w 8965095"/>
              <a:gd name="connsiteY2" fmla="*/ 5220 h 6873159"/>
              <a:gd name="connsiteX3" fmla="*/ 8965095 w 8965095"/>
              <a:gd name="connsiteY3" fmla="*/ 6863220 h 6873159"/>
              <a:gd name="connsiteX4" fmla="*/ 4084982 w 8965095"/>
              <a:gd name="connsiteY4" fmla="*/ 6873159 h 6873159"/>
              <a:gd name="connsiteX0" fmla="*/ 19877 w 8965095"/>
              <a:gd name="connsiteY0" fmla="*/ 6853281 h 6863220"/>
              <a:gd name="connsiteX1" fmla="*/ 0 w 8965095"/>
              <a:gd name="connsiteY1" fmla="*/ 5220 h 6863220"/>
              <a:gd name="connsiteX2" fmla="*/ 4721087 w 8965095"/>
              <a:gd name="connsiteY2" fmla="*/ 5220 h 6863220"/>
              <a:gd name="connsiteX3" fmla="*/ 8965095 w 8965095"/>
              <a:gd name="connsiteY3" fmla="*/ 6863220 h 6863220"/>
              <a:gd name="connsiteX4" fmla="*/ 19877 w 8965095"/>
              <a:gd name="connsiteY4" fmla="*/ 6853281 h 6863220"/>
              <a:gd name="connsiteX0" fmla="*/ 0 w 8975035"/>
              <a:gd name="connsiteY0" fmla="*/ 6873159 h 6873159"/>
              <a:gd name="connsiteX1" fmla="*/ 9940 w 8975035"/>
              <a:gd name="connsiteY1" fmla="*/ 5220 h 6873159"/>
              <a:gd name="connsiteX2" fmla="*/ 4731027 w 8975035"/>
              <a:gd name="connsiteY2" fmla="*/ 5220 h 6873159"/>
              <a:gd name="connsiteX3" fmla="*/ 8975035 w 8975035"/>
              <a:gd name="connsiteY3" fmla="*/ 6863220 h 6873159"/>
              <a:gd name="connsiteX4" fmla="*/ 0 w 8975035"/>
              <a:gd name="connsiteY4" fmla="*/ 6873159 h 6873159"/>
              <a:gd name="connsiteX0" fmla="*/ 318051 w 8965095"/>
              <a:gd name="connsiteY0" fmla="*/ 6893037 h 6893037"/>
              <a:gd name="connsiteX1" fmla="*/ 0 w 8965095"/>
              <a:gd name="connsiteY1" fmla="*/ 5220 h 6893037"/>
              <a:gd name="connsiteX2" fmla="*/ 4721087 w 8965095"/>
              <a:gd name="connsiteY2" fmla="*/ 5220 h 6893037"/>
              <a:gd name="connsiteX3" fmla="*/ 8965095 w 8965095"/>
              <a:gd name="connsiteY3" fmla="*/ 6863220 h 6893037"/>
              <a:gd name="connsiteX4" fmla="*/ 318051 w 8965095"/>
              <a:gd name="connsiteY4" fmla="*/ 6893037 h 6893037"/>
              <a:gd name="connsiteX0" fmla="*/ 248477 w 8965095"/>
              <a:gd name="connsiteY0" fmla="*/ 6912916 h 6912916"/>
              <a:gd name="connsiteX1" fmla="*/ 0 w 8965095"/>
              <a:gd name="connsiteY1" fmla="*/ 5220 h 6912916"/>
              <a:gd name="connsiteX2" fmla="*/ 4721087 w 8965095"/>
              <a:gd name="connsiteY2" fmla="*/ 5220 h 6912916"/>
              <a:gd name="connsiteX3" fmla="*/ 8965095 w 8965095"/>
              <a:gd name="connsiteY3" fmla="*/ 6863220 h 6912916"/>
              <a:gd name="connsiteX4" fmla="*/ 248477 w 8965095"/>
              <a:gd name="connsiteY4" fmla="*/ 6912916 h 6912916"/>
              <a:gd name="connsiteX0" fmla="*/ 89451 w 8806069"/>
              <a:gd name="connsiteY0" fmla="*/ 6907696 h 6907696"/>
              <a:gd name="connsiteX1" fmla="*/ 0 w 8806069"/>
              <a:gd name="connsiteY1" fmla="*/ 39756 h 6907696"/>
              <a:gd name="connsiteX2" fmla="*/ 4562061 w 8806069"/>
              <a:gd name="connsiteY2" fmla="*/ 0 h 6907696"/>
              <a:gd name="connsiteX3" fmla="*/ 8806069 w 8806069"/>
              <a:gd name="connsiteY3" fmla="*/ 6858000 h 6907696"/>
              <a:gd name="connsiteX4" fmla="*/ 89451 w 8806069"/>
              <a:gd name="connsiteY4" fmla="*/ 6907696 h 6907696"/>
              <a:gd name="connsiteX0" fmla="*/ 0 w 8716618"/>
              <a:gd name="connsiteY0" fmla="*/ 6907696 h 6907696"/>
              <a:gd name="connsiteX1" fmla="*/ 1 w 8716618"/>
              <a:gd name="connsiteY1" fmla="*/ 9939 h 6907696"/>
              <a:gd name="connsiteX2" fmla="*/ 4472610 w 8716618"/>
              <a:gd name="connsiteY2" fmla="*/ 0 h 6907696"/>
              <a:gd name="connsiteX3" fmla="*/ 8716618 w 8716618"/>
              <a:gd name="connsiteY3" fmla="*/ 6858000 h 6907696"/>
              <a:gd name="connsiteX4" fmla="*/ 0 w 8716618"/>
              <a:gd name="connsiteY4" fmla="*/ 6907696 h 6907696"/>
              <a:gd name="connsiteX0" fmla="*/ 9938 w 8726556"/>
              <a:gd name="connsiteY0" fmla="*/ 6921372 h 6921372"/>
              <a:gd name="connsiteX1" fmla="*/ 0 w 8726556"/>
              <a:gd name="connsiteY1" fmla="*/ 3737 h 6921372"/>
              <a:gd name="connsiteX2" fmla="*/ 4482548 w 8726556"/>
              <a:gd name="connsiteY2" fmla="*/ 13676 h 6921372"/>
              <a:gd name="connsiteX3" fmla="*/ 8726556 w 8726556"/>
              <a:gd name="connsiteY3" fmla="*/ 6871676 h 6921372"/>
              <a:gd name="connsiteX4" fmla="*/ 9938 w 8726556"/>
              <a:gd name="connsiteY4" fmla="*/ 6921372 h 6921372"/>
              <a:gd name="connsiteX0" fmla="*/ 9938 w 8726556"/>
              <a:gd name="connsiteY0" fmla="*/ 6917635 h 6917635"/>
              <a:gd name="connsiteX1" fmla="*/ 0 w 8726556"/>
              <a:gd name="connsiteY1" fmla="*/ 0 h 6917635"/>
              <a:gd name="connsiteX2" fmla="*/ 4482548 w 8726556"/>
              <a:gd name="connsiteY2" fmla="*/ 9939 h 6917635"/>
              <a:gd name="connsiteX3" fmla="*/ 8726556 w 8726556"/>
              <a:gd name="connsiteY3" fmla="*/ 6867939 h 6917635"/>
              <a:gd name="connsiteX4" fmla="*/ 9938 w 8726556"/>
              <a:gd name="connsiteY4" fmla="*/ 6917635 h 69176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26556" h="6917635">
                <a:moveTo>
                  <a:pt x="9938" y="6917635"/>
                </a:moveTo>
                <a:cubicBezTo>
                  <a:pt x="9938" y="4972878"/>
                  <a:pt x="14908" y="3438939"/>
                  <a:pt x="0" y="0"/>
                </a:cubicBezTo>
                <a:lnTo>
                  <a:pt x="4482548" y="9939"/>
                </a:lnTo>
                <a:lnTo>
                  <a:pt x="8726556" y="6867939"/>
                </a:lnTo>
                <a:lnTo>
                  <a:pt x="9938" y="6917635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miter lim="400000"/>
          </a:ln>
          <a:effectLst>
            <a:outerShdw blurRad="171482" dist="89822" algn="l" rotWithShape="0">
              <a:srgbClr val="063958">
                <a:alpha val="91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algn="ctr"/>
            <a:endParaRPr lang="en-US" sz="1200">
              <a:solidFill>
                <a:srgbClr val="50626A"/>
              </a:solidFill>
              <a:latin typeface="Arial" panose="020B0604020202020204" pitchFamily="34" charset="0"/>
              <a:ea typeface="+mn-ea"/>
              <a:cs typeface="+mn-cs"/>
              <a:sym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84A716-13EB-3776-396E-6D16BE0888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63686" y="1840635"/>
            <a:ext cx="2082579" cy="1356776"/>
          </a:xfrm>
          <a:prstGeom prst="rect">
            <a:avLst/>
          </a:prstGeom>
          <a:effectLst/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B9F82C-68FB-4B3D-B24C-42E74B805B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7503" y="4603632"/>
            <a:ext cx="4096512" cy="219456"/>
          </a:xfrm>
        </p:spPr>
        <p:txBody>
          <a:bodyPr lIns="91440" anchor="ctr">
            <a:noAutofit/>
          </a:bodyPr>
          <a:lstStyle>
            <a:lvl1pPr marL="0" indent="0">
              <a:buNone/>
              <a:defRPr sz="1600" b="0" i="0">
                <a:solidFill>
                  <a:schemeClr val="bg2"/>
                </a:solidFill>
                <a:effectLst/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1E6077-226C-F089-3ECE-23E0EFE5B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3" y="3586375"/>
            <a:ext cx="5864087" cy="808138"/>
          </a:xfrm>
        </p:spPr>
        <p:txBody>
          <a:bodyPr lIns="91440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6AF0D92-870F-4CA1-330E-948383C583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23141" r="22363"/>
          <a:stretch/>
        </p:blipFill>
        <p:spPr>
          <a:xfrm>
            <a:off x="731639" y="1701582"/>
            <a:ext cx="1844584" cy="1675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831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abs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1665B39-5A65-20DC-416D-D7106520AEB9}"/>
              </a:ext>
            </a:extLst>
          </p:cNvPr>
          <p:cNvSpPr/>
          <p:nvPr/>
        </p:nvSpPr>
        <p:spPr>
          <a:xfrm>
            <a:off x="0" y="1669775"/>
            <a:ext cx="12192000" cy="3766930"/>
          </a:xfrm>
          <a:prstGeom prst="rect">
            <a:avLst/>
          </a:prstGeom>
          <a:solidFill>
            <a:schemeClr val="bg1">
              <a:alpha val="87619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6" name="Right Triangle 1">
            <a:extLst>
              <a:ext uri="{FF2B5EF4-FFF2-40B4-BE49-F238E27FC236}">
                <a16:creationId xmlns:a16="http://schemas.microsoft.com/office/drawing/2014/main" id="{6181DB09-2547-7198-4AA8-746B7585D9AD}"/>
              </a:ext>
            </a:extLst>
          </p:cNvPr>
          <p:cNvSpPr/>
          <p:nvPr/>
        </p:nvSpPr>
        <p:spPr>
          <a:xfrm>
            <a:off x="-16909" y="-9111"/>
            <a:ext cx="5615608" cy="6906870"/>
          </a:xfrm>
          <a:custGeom>
            <a:avLst/>
            <a:gdLst>
              <a:gd name="connsiteX0" fmla="*/ 0 w 4244008"/>
              <a:gd name="connsiteY0" fmla="*/ 6858000 h 6858000"/>
              <a:gd name="connsiteX1" fmla="*/ 0 w 4244008"/>
              <a:gd name="connsiteY1" fmla="*/ 0 h 6858000"/>
              <a:gd name="connsiteX2" fmla="*/ 4244008 w 4244008"/>
              <a:gd name="connsiteY2" fmla="*/ 6858000 h 6858000"/>
              <a:gd name="connsiteX3" fmla="*/ 0 w 4244008"/>
              <a:gd name="connsiteY3" fmla="*/ 6858000 h 6858000"/>
              <a:gd name="connsiteX0" fmla="*/ 1 w 4244009"/>
              <a:gd name="connsiteY0" fmla="*/ 6858000 h 6858000"/>
              <a:gd name="connsiteX1" fmla="*/ 0 w 4244009"/>
              <a:gd name="connsiteY1" fmla="*/ 1023730 h 6858000"/>
              <a:gd name="connsiteX2" fmla="*/ 1 w 4244009"/>
              <a:gd name="connsiteY2" fmla="*/ 0 h 6858000"/>
              <a:gd name="connsiteX3" fmla="*/ 4244009 w 4244009"/>
              <a:gd name="connsiteY3" fmla="*/ 6858000 h 6858000"/>
              <a:gd name="connsiteX4" fmla="*/ 1 w 4244009"/>
              <a:gd name="connsiteY4" fmla="*/ 6858000 h 6858000"/>
              <a:gd name="connsiteX0" fmla="*/ 655983 w 4899991"/>
              <a:gd name="connsiteY0" fmla="*/ 6912905 h 6912905"/>
              <a:gd name="connsiteX1" fmla="*/ 0 w 4899991"/>
              <a:gd name="connsiteY1" fmla="*/ 104600 h 6912905"/>
              <a:gd name="connsiteX2" fmla="*/ 655983 w 4899991"/>
              <a:gd name="connsiteY2" fmla="*/ 54905 h 6912905"/>
              <a:gd name="connsiteX3" fmla="*/ 4899991 w 4899991"/>
              <a:gd name="connsiteY3" fmla="*/ 6912905 h 6912905"/>
              <a:gd name="connsiteX4" fmla="*/ 655983 w 4899991"/>
              <a:gd name="connsiteY4" fmla="*/ 6912905 h 6912905"/>
              <a:gd name="connsiteX0" fmla="*/ 19878 w 4899991"/>
              <a:gd name="connsiteY0" fmla="*/ 6922844 h 6922844"/>
              <a:gd name="connsiteX1" fmla="*/ 0 w 4899991"/>
              <a:gd name="connsiteY1" fmla="*/ 104600 h 6922844"/>
              <a:gd name="connsiteX2" fmla="*/ 655983 w 4899991"/>
              <a:gd name="connsiteY2" fmla="*/ 54905 h 6922844"/>
              <a:gd name="connsiteX3" fmla="*/ 4899991 w 4899991"/>
              <a:gd name="connsiteY3" fmla="*/ 6912905 h 6922844"/>
              <a:gd name="connsiteX4" fmla="*/ 19878 w 4899991"/>
              <a:gd name="connsiteY4" fmla="*/ 6922844 h 6922844"/>
              <a:gd name="connsiteX0" fmla="*/ 19878 w 4899991"/>
              <a:gd name="connsiteY0" fmla="*/ 6983106 h 6983106"/>
              <a:gd name="connsiteX1" fmla="*/ 0 w 4899991"/>
              <a:gd name="connsiteY1" fmla="*/ 164862 h 6983106"/>
              <a:gd name="connsiteX2" fmla="*/ 655983 w 4899991"/>
              <a:gd name="connsiteY2" fmla="*/ 115167 h 6983106"/>
              <a:gd name="connsiteX3" fmla="*/ 4899991 w 4899991"/>
              <a:gd name="connsiteY3" fmla="*/ 6973167 h 6983106"/>
              <a:gd name="connsiteX4" fmla="*/ 19878 w 4899991"/>
              <a:gd name="connsiteY4" fmla="*/ 6983106 h 6983106"/>
              <a:gd name="connsiteX0" fmla="*/ 19878 w 4899991"/>
              <a:gd name="connsiteY0" fmla="*/ 6867939 h 6867939"/>
              <a:gd name="connsiteX1" fmla="*/ 0 w 4899991"/>
              <a:gd name="connsiteY1" fmla="*/ 49695 h 6867939"/>
              <a:gd name="connsiteX2" fmla="*/ 655983 w 4899991"/>
              <a:gd name="connsiteY2" fmla="*/ 0 h 6867939"/>
              <a:gd name="connsiteX3" fmla="*/ 4899991 w 4899991"/>
              <a:gd name="connsiteY3" fmla="*/ 6858000 h 6867939"/>
              <a:gd name="connsiteX4" fmla="*/ 19878 w 4899991"/>
              <a:gd name="connsiteY4" fmla="*/ 6867939 h 686793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77879 h 6877879"/>
              <a:gd name="connsiteX1" fmla="*/ 0 w 4909930"/>
              <a:gd name="connsiteY1" fmla="*/ 0 h 6877879"/>
              <a:gd name="connsiteX2" fmla="*/ 665922 w 4909930"/>
              <a:gd name="connsiteY2" fmla="*/ 9940 h 6877879"/>
              <a:gd name="connsiteX3" fmla="*/ 4909930 w 4909930"/>
              <a:gd name="connsiteY3" fmla="*/ 6867940 h 6877879"/>
              <a:gd name="connsiteX4" fmla="*/ 29817 w 4909930"/>
              <a:gd name="connsiteY4" fmla="*/ 6877879 h 6877879"/>
              <a:gd name="connsiteX0" fmla="*/ 29817 w 4909930"/>
              <a:gd name="connsiteY0" fmla="*/ 6881616 h 6881616"/>
              <a:gd name="connsiteX1" fmla="*/ 0 w 4909930"/>
              <a:gd name="connsiteY1" fmla="*/ 3737 h 6881616"/>
              <a:gd name="connsiteX2" fmla="*/ 665922 w 4909930"/>
              <a:gd name="connsiteY2" fmla="*/ 13677 h 6881616"/>
              <a:gd name="connsiteX3" fmla="*/ 4909930 w 4909930"/>
              <a:gd name="connsiteY3" fmla="*/ 6871677 h 6881616"/>
              <a:gd name="connsiteX4" fmla="*/ 29817 w 4909930"/>
              <a:gd name="connsiteY4" fmla="*/ 6881616 h 6881616"/>
              <a:gd name="connsiteX0" fmla="*/ 29817 w 4909930"/>
              <a:gd name="connsiteY0" fmla="*/ 6867939 h 6867939"/>
              <a:gd name="connsiteX1" fmla="*/ 0 w 4909930"/>
              <a:gd name="connsiteY1" fmla="*/ 9938 h 6867939"/>
              <a:gd name="connsiteX2" fmla="*/ 665922 w 4909930"/>
              <a:gd name="connsiteY2" fmla="*/ 0 h 6867939"/>
              <a:gd name="connsiteX3" fmla="*/ 4909930 w 4909930"/>
              <a:gd name="connsiteY3" fmla="*/ 6858000 h 6867939"/>
              <a:gd name="connsiteX4" fmla="*/ 29817 w 4909930"/>
              <a:gd name="connsiteY4" fmla="*/ 6867939 h 6867939"/>
              <a:gd name="connsiteX0" fmla="*/ 39756 w 4919869"/>
              <a:gd name="connsiteY0" fmla="*/ 6881616 h 6881616"/>
              <a:gd name="connsiteX1" fmla="*/ 0 w 4919869"/>
              <a:gd name="connsiteY1" fmla="*/ 3737 h 6881616"/>
              <a:gd name="connsiteX2" fmla="*/ 675861 w 4919869"/>
              <a:gd name="connsiteY2" fmla="*/ 13677 h 6881616"/>
              <a:gd name="connsiteX3" fmla="*/ 4919869 w 4919869"/>
              <a:gd name="connsiteY3" fmla="*/ 6871677 h 6881616"/>
              <a:gd name="connsiteX4" fmla="*/ 39756 w 4919869"/>
              <a:gd name="connsiteY4" fmla="*/ 6881616 h 6881616"/>
              <a:gd name="connsiteX0" fmla="*/ 4084982 w 8965095"/>
              <a:gd name="connsiteY0" fmla="*/ 6873159 h 6873159"/>
              <a:gd name="connsiteX1" fmla="*/ 0 w 8965095"/>
              <a:gd name="connsiteY1" fmla="*/ 5220 h 6873159"/>
              <a:gd name="connsiteX2" fmla="*/ 4721087 w 8965095"/>
              <a:gd name="connsiteY2" fmla="*/ 5220 h 6873159"/>
              <a:gd name="connsiteX3" fmla="*/ 8965095 w 8965095"/>
              <a:gd name="connsiteY3" fmla="*/ 6863220 h 6873159"/>
              <a:gd name="connsiteX4" fmla="*/ 4084982 w 8965095"/>
              <a:gd name="connsiteY4" fmla="*/ 6873159 h 6873159"/>
              <a:gd name="connsiteX0" fmla="*/ 19877 w 8965095"/>
              <a:gd name="connsiteY0" fmla="*/ 6853281 h 6863220"/>
              <a:gd name="connsiteX1" fmla="*/ 0 w 8965095"/>
              <a:gd name="connsiteY1" fmla="*/ 5220 h 6863220"/>
              <a:gd name="connsiteX2" fmla="*/ 4721087 w 8965095"/>
              <a:gd name="connsiteY2" fmla="*/ 5220 h 6863220"/>
              <a:gd name="connsiteX3" fmla="*/ 8965095 w 8965095"/>
              <a:gd name="connsiteY3" fmla="*/ 6863220 h 6863220"/>
              <a:gd name="connsiteX4" fmla="*/ 19877 w 8965095"/>
              <a:gd name="connsiteY4" fmla="*/ 6853281 h 6863220"/>
              <a:gd name="connsiteX0" fmla="*/ 0 w 8975035"/>
              <a:gd name="connsiteY0" fmla="*/ 6873159 h 6873159"/>
              <a:gd name="connsiteX1" fmla="*/ 9940 w 8975035"/>
              <a:gd name="connsiteY1" fmla="*/ 5220 h 6873159"/>
              <a:gd name="connsiteX2" fmla="*/ 4731027 w 8975035"/>
              <a:gd name="connsiteY2" fmla="*/ 5220 h 6873159"/>
              <a:gd name="connsiteX3" fmla="*/ 8975035 w 8975035"/>
              <a:gd name="connsiteY3" fmla="*/ 6863220 h 6873159"/>
              <a:gd name="connsiteX4" fmla="*/ 0 w 8975035"/>
              <a:gd name="connsiteY4" fmla="*/ 6873159 h 6873159"/>
              <a:gd name="connsiteX0" fmla="*/ 318051 w 8965095"/>
              <a:gd name="connsiteY0" fmla="*/ 6893037 h 6893037"/>
              <a:gd name="connsiteX1" fmla="*/ 0 w 8965095"/>
              <a:gd name="connsiteY1" fmla="*/ 5220 h 6893037"/>
              <a:gd name="connsiteX2" fmla="*/ 4721087 w 8965095"/>
              <a:gd name="connsiteY2" fmla="*/ 5220 h 6893037"/>
              <a:gd name="connsiteX3" fmla="*/ 8965095 w 8965095"/>
              <a:gd name="connsiteY3" fmla="*/ 6863220 h 6893037"/>
              <a:gd name="connsiteX4" fmla="*/ 318051 w 8965095"/>
              <a:gd name="connsiteY4" fmla="*/ 6893037 h 6893037"/>
              <a:gd name="connsiteX0" fmla="*/ 248477 w 8965095"/>
              <a:gd name="connsiteY0" fmla="*/ 6912916 h 6912916"/>
              <a:gd name="connsiteX1" fmla="*/ 0 w 8965095"/>
              <a:gd name="connsiteY1" fmla="*/ 5220 h 6912916"/>
              <a:gd name="connsiteX2" fmla="*/ 4721087 w 8965095"/>
              <a:gd name="connsiteY2" fmla="*/ 5220 h 6912916"/>
              <a:gd name="connsiteX3" fmla="*/ 8965095 w 8965095"/>
              <a:gd name="connsiteY3" fmla="*/ 6863220 h 6912916"/>
              <a:gd name="connsiteX4" fmla="*/ 248477 w 8965095"/>
              <a:gd name="connsiteY4" fmla="*/ 6912916 h 6912916"/>
              <a:gd name="connsiteX0" fmla="*/ 89451 w 8806069"/>
              <a:gd name="connsiteY0" fmla="*/ 6907696 h 6907696"/>
              <a:gd name="connsiteX1" fmla="*/ 0 w 8806069"/>
              <a:gd name="connsiteY1" fmla="*/ 39756 h 6907696"/>
              <a:gd name="connsiteX2" fmla="*/ 4562061 w 8806069"/>
              <a:gd name="connsiteY2" fmla="*/ 0 h 6907696"/>
              <a:gd name="connsiteX3" fmla="*/ 8806069 w 8806069"/>
              <a:gd name="connsiteY3" fmla="*/ 6858000 h 6907696"/>
              <a:gd name="connsiteX4" fmla="*/ 89451 w 8806069"/>
              <a:gd name="connsiteY4" fmla="*/ 6907696 h 6907696"/>
              <a:gd name="connsiteX0" fmla="*/ 0 w 8716618"/>
              <a:gd name="connsiteY0" fmla="*/ 6907696 h 6907696"/>
              <a:gd name="connsiteX1" fmla="*/ 1 w 8716618"/>
              <a:gd name="connsiteY1" fmla="*/ 9939 h 6907696"/>
              <a:gd name="connsiteX2" fmla="*/ 4472610 w 8716618"/>
              <a:gd name="connsiteY2" fmla="*/ 0 h 6907696"/>
              <a:gd name="connsiteX3" fmla="*/ 8716618 w 8716618"/>
              <a:gd name="connsiteY3" fmla="*/ 6858000 h 6907696"/>
              <a:gd name="connsiteX4" fmla="*/ 0 w 8716618"/>
              <a:gd name="connsiteY4" fmla="*/ 6907696 h 6907696"/>
              <a:gd name="connsiteX0" fmla="*/ 9938 w 8726556"/>
              <a:gd name="connsiteY0" fmla="*/ 6921372 h 6921372"/>
              <a:gd name="connsiteX1" fmla="*/ 0 w 8726556"/>
              <a:gd name="connsiteY1" fmla="*/ 3737 h 6921372"/>
              <a:gd name="connsiteX2" fmla="*/ 4482548 w 8726556"/>
              <a:gd name="connsiteY2" fmla="*/ 13676 h 6921372"/>
              <a:gd name="connsiteX3" fmla="*/ 8726556 w 8726556"/>
              <a:gd name="connsiteY3" fmla="*/ 6871676 h 6921372"/>
              <a:gd name="connsiteX4" fmla="*/ 9938 w 8726556"/>
              <a:gd name="connsiteY4" fmla="*/ 6921372 h 6921372"/>
              <a:gd name="connsiteX0" fmla="*/ 9938 w 8726556"/>
              <a:gd name="connsiteY0" fmla="*/ 6917635 h 6917635"/>
              <a:gd name="connsiteX1" fmla="*/ 0 w 8726556"/>
              <a:gd name="connsiteY1" fmla="*/ 0 h 6917635"/>
              <a:gd name="connsiteX2" fmla="*/ 4482548 w 8726556"/>
              <a:gd name="connsiteY2" fmla="*/ 9939 h 6917635"/>
              <a:gd name="connsiteX3" fmla="*/ 8726556 w 8726556"/>
              <a:gd name="connsiteY3" fmla="*/ 6867939 h 6917635"/>
              <a:gd name="connsiteX4" fmla="*/ 9938 w 8726556"/>
              <a:gd name="connsiteY4" fmla="*/ 6917635 h 6917635"/>
              <a:gd name="connsiteX0" fmla="*/ 0 w 8716618"/>
              <a:gd name="connsiteY0" fmla="*/ 6907696 h 6907696"/>
              <a:gd name="connsiteX1" fmla="*/ 1470992 w 8716618"/>
              <a:gd name="connsiteY1" fmla="*/ 168965 h 6907696"/>
              <a:gd name="connsiteX2" fmla="*/ 4472610 w 8716618"/>
              <a:gd name="connsiteY2" fmla="*/ 0 h 6907696"/>
              <a:gd name="connsiteX3" fmla="*/ 8716618 w 8716618"/>
              <a:gd name="connsiteY3" fmla="*/ 6858000 h 6907696"/>
              <a:gd name="connsiteX4" fmla="*/ 0 w 8716618"/>
              <a:gd name="connsiteY4" fmla="*/ 6907696 h 6907696"/>
              <a:gd name="connsiteX0" fmla="*/ 0 w 8716618"/>
              <a:gd name="connsiteY0" fmla="*/ 6907696 h 6907696"/>
              <a:gd name="connsiteX1" fmla="*/ 3110949 w 8716618"/>
              <a:gd name="connsiteY1" fmla="*/ 9939 h 6907696"/>
              <a:gd name="connsiteX2" fmla="*/ 4472610 w 8716618"/>
              <a:gd name="connsiteY2" fmla="*/ 0 h 6907696"/>
              <a:gd name="connsiteX3" fmla="*/ 8716618 w 8716618"/>
              <a:gd name="connsiteY3" fmla="*/ 6858000 h 6907696"/>
              <a:gd name="connsiteX4" fmla="*/ 0 w 8716618"/>
              <a:gd name="connsiteY4" fmla="*/ 6907696 h 6907696"/>
              <a:gd name="connsiteX0" fmla="*/ 0 w 5724940"/>
              <a:gd name="connsiteY0" fmla="*/ 6907696 h 6907696"/>
              <a:gd name="connsiteX1" fmla="*/ 119271 w 5724940"/>
              <a:gd name="connsiteY1" fmla="*/ 9939 h 6907696"/>
              <a:gd name="connsiteX2" fmla="*/ 1480932 w 5724940"/>
              <a:gd name="connsiteY2" fmla="*/ 0 h 6907696"/>
              <a:gd name="connsiteX3" fmla="*/ 5724940 w 5724940"/>
              <a:gd name="connsiteY3" fmla="*/ 6858000 h 6907696"/>
              <a:gd name="connsiteX4" fmla="*/ 0 w 5724940"/>
              <a:gd name="connsiteY4" fmla="*/ 6907696 h 6907696"/>
              <a:gd name="connsiteX0" fmla="*/ 29816 w 5605669"/>
              <a:gd name="connsiteY0" fmla="*/ 6907696 h 6907696"/>
              <a:gd name="connsiteX1" fmla="*/ 0 w 5605669"/>
              <a:gd name="connsiteY1" fmla="*/ 9939 h 6907696"/>
              <a:gd name="connsiteX2" fmla="*/ 1361661 w 5605669"/>
              <a:gd name="connsiteY2" fmla="*/ 0 h 6907696"/>
              <a:gd name="connsiteX3" fmla="*/ 5605669 w 5605669"/>
              <a:gd name="connsiteY3" fmla="*/ 6858000 h 6907696"/>
              <a:gd name="connsiteX4" fmla="*/ 29816 w 5605669"/>
              <a:gd name="connsiteY4" fmla="*/ 6907696 h 6907696"/>
              <a:gd name="connsiteX0" fmla="*/ 69573 w 5605669"/>
              <a:gd name="connsiteY0" fmla="*/ 6937513 h 6937513"/>
              <a:gd name="connsiteX1" fmla="*/ 0 w 5605669"/>
              <a:gd name="connsiteY1" fmla="*/ 9939 h 6937513"/>
              <a:gd name="connsiteX2" fmla="*/ 1361661 w 5605669"/>
              <a:gd name="connsiteY2" fmla="*/ 0 h 6937513"/>
              <a:gd name="connsiteX3" fmla="*/ 5605669 w 5605669"/>
              <a:gd name="connsiteY3" fmla="*/ 6858000 h 6937513"/>
              <a:gd name="connsiteX4" fmla="*/ 69573 w 5605669"/>
              <a:gd name="connsiteY4" fmla="*/ 6937513 h 6937513"/>
              <a:gd name="connsiteX0" fmla="*/ 0 w 5605670"/>
              <a:gd name="connsiteY0" fmla="*/ 6897757 h 6897757"/>
              <a:gd name="connsiteX1" fmla="*/ 1 w 5605670"/>
              <a:gd name="connsiteY1" fmla="*/ 9939 h 6897757"/>
              <a:gd name="connsiteX2" fmla="*/ 1361662 w 5605670"/>
              <a:gd name="connsiteY2" fmla="*/ 0 h 6897757"/>
              <a:gd name="connsiteX3" fmla="*/ 5605670 w 5605670"/>
              <a:gd name="connsiteY3" fmla="*/ 6858000 h 6897757"/>
              <a:gd name="connsiteX4" fmla="*/ 0 w 5605670"/>
              <a:gd name="connsiteY4" fmla="*/ 6897757 h 6897757"/>
              <a:gd name="connsiteX0" fmla="*/ 9938 w 5615608"/>
              <a:gd name="connsiteY0" fmla="*/ 6897757 h 6897757"/>
              <a:gd name="connsiteX1" fmla="*/ 0 w 5615608"/>
              <a:gd name="connsiteY1" fmla="*/ 9939 h 6897757"/>
              <a:gd name="connsiteX2" fmla="*/ 1371600 w 5615608"/>
              <a:gd name="connsiteY2" fmla="*/ 0 h 6897757"/>
              <a:gd name="connsiteX3" fmla="*/ 5615608 w 5615608"/>
              <a:gd name="connsiteY3" fmla="*/ 6858000 h 6897757"/>
              <a:gd name="connsiteX4" fmla="*/ 9938 w 5615608"/>
              <a:gd name="connsiteY4" fmla="*/ 6897757 h 6897757"/>
              <a:gd name="connsiteX0" fmla="*/ 9938 w 5615608"/>
              <a:gd name="connsiteY0" fmla="*/ 6906868 h 6906868"/>
              <a:gd name="connsiteX1" fmla="*/ 0 w 5615608"/>
              <a:gd name="connsiteY1" fmla="*/ 0 h 6906868"/>
              <a:gd name="connsiteX2" fmla="*/ 1371600 w 5615608"/>
              <a:gd name="connsiteY2" fmla="*/ 9111 h 6906868"/>
              <a:gd name="connsiteX3" fmla="*/ 5615608 w 5615608"/>
              <a:gd name="connsiteY3" fmla="*/ 6867111 h 6906868"/>
              <a:gd name="connsiteX4" fmla="*/ 9938 w 5615608"/>
              <a:gd name="connsiteY4" fmla="*/ 6906868 h 6906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5608" h="6906868">
                <a:moveTo>
                  <a:pt x="9938" y="6906868"/>
                </a:moveTo>
                <a:cubicBezTo>
                  <a:pt x="9938" y="4962111"/>
                  <a:pt x="14908" y="3438939"/>
                  <a:pt x="0" y="0"/>
                </a:cubicBezTo>
                <a:lnTo>
                  <a:pt x="1371600" y="9111"/>
                </a:lnTo>
                <a:lnTo>
                  <a:pt x="5615608" y="6867111"/>
                </a:lnTo>
                <a:lnTo>
                  <a:pt x="9938" y="6906868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miter lim="400000"/>
          </a:ln>
          <a:effectLst>
            <a:outerShdw blurRad="267942" dist="38100" algn="l" rotWithShape="0">
              <a:srgbClr val="063958">
                <a:alpha val="56121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50626A"/>
              </a:solidFill>
              <a:effectLst/>
              <a:uFillTx/>
              <a:latin typeface="Arial" panose="020B0604020202020204" pitchFamily="34" charset="0"/>
              <a:ea typeface="+mn-ea"/>
              <a:cs typeface="+mn-cs"/>
              <a:sym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11EF92-FB4D-FDCE-E79B-83AF9AF151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2064" y="3172968"/>
            <a:ext cx="1566288" cy="102041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2A4150-9DA6-42D1-284D-733A65D0B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0" y="3172968"/>
            <a:ext cx="7911229" cy="808138"/>
          </a:xfr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4C5D6158-75ED-89D4-C789-A40024BCB7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23141" r="22363"/>
          <a:stretch/>
        </p:blipFill>
        <p:spPr>
          <a:xfrm>
            <a:off x="55776" y="2926084"/>
            <a:ext cx="1566288" cy="142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886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56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B625F-C15A-4238-ABAC-07D8ECC9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700611-B61B-4ABD-BE4D-17E6DAC9A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143D1D-9801-49CA-88C0-178C03B6937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Body Level One…">
            <a:extLst>
              <a:ext uri="{FF2B5EF4-FFF2-40B4-BE49-F238E27FC236}">
                <a16:creationId xmlns:a16="http://schemas.microsoft.com/office/drawing/2014/main" id="{40EBB8DB-A9D6-4FF1-A2F3-96E6783B818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47472" y="1280160"/>
            <a:ext cx="11460020" cy="5081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93616-0248-8133-F288-F4E37CFA4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465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w/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B625F-C15A-4238-ABAC-07D8ECC9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Body Level One…">
            <a:extLst>
              <a:ext uri="{FF2B5EF4-FFF2-40B4-BE49-F238E27FC236}">
                <a16:creationId xmlns:a16="http://schemas.microsoft.com/office/drawing/2014/main" id="{40EBB8DB-A9D6-4FF1-A2F3-96E6783B818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47472" y="1280160"/>
            <a:ext cx="11522128" cy="4351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45719" rIns="45719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4CB08785-6C13-4F42-AEB0-A7E31B949AD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2233" y="6036177"/>
            <a:ext cx="10070406" cy="365125"/>
          </a:xfrm>
        </p:spPr>
        <p:txBody>
          <a:bodyPr lIns="91440" anchor="b">
            <a:noAutofit/>
          </a:bodyPr>
          <a:lstStyle>
            <a:lvl1pPr marL="0" indent="0">
              <a:buNone/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Footnotes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1A535-BA79-05B3-5AF6-6BE830EA668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BC38D2-B36B-D29F-9AA7-994F07556DE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B143D1D-9801-49CA-88C0-178C03B69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537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Only Dark">
    <p:bg>
      <p:bgPr>
        <a:gradFill>
          <a:gsLst>
            <a:gs pos="1000">
              <a:schemeClr val="accent6"/>
            </a:gs>
            <a:gs pos="100000">
              <a:srgbClr val="000738"/>
            </a:gs>
            <a:gs pos="42000">
              <a:srgbClr val="063958"/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C47A46-FF53-3EF5-3718-12552EC56F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96055" y="6412748"/>
            <a:ext cx="426564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B143D1D-9801-49CA-88C0-178C03B6937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D8638C-4F5F-7956-F266-42A2C6FB1BF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1F8C85C-BFAA-DC82-25E9-742DA6EB15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06884" y="6082764"/>
            <a:ext cx="1082711" cy="721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709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ft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5727E7-0CEB-3F42-D5D8-424A5AAAB8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718" r="28718"/>
          <a:stretch/>
        </p:blipFill>
        <p:spPr>
          <a:xfrm>
            <a:off x="-3810" y="0"/>
            <a:ext cx="5176311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45E0678-FA16-AB81-99E1-753A53DF58AD}"/>
              </a:ext>
            </a:extLst>
          </p:cNvPr>
          <p:cNvSpPr/>
          <p:nvPr userDrawn="1"/>
        </p:nvSpPr>
        <p:spPr>
          <a:xfrm>
            <a:off x="0" y="-1"/>
            <a:ext cx="5176311" cy="5880539"/>
          </a:xfrm>
          <a:prstGeom prst="rect">
            <a:avLst/>
          </a:prstGeom>
          <a:gradFill flip="none" rotWithShape="1">
            <a:gsLst>
              <a:gs pos="0">
                <a:schemeClr val="accent6">
                  <a:alpha val="0"/>
                </a:schemeClr>
              </a:gs>
              <a:gs pos="95000">
                <a:schemeClr val="bg2"/>
              </a:gs>
            </a:gsLst>
            <a:lin ang="16200000" scaled="1"/>
            <a:tileRect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50626A"/>
              </a:solidFill>
              <a:effectLst/>
              <a:uFillTx/>
              <a:latin typeface="Arial" panose="020B0604020202020204" pitchFamily="34" charset="0"/>
              <a:ea typeface="+mn-ea"/>
              <a:cs typeface="+mn-cs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5B625F-C15A-4238-ABAC-07D8ECC91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233" y="317212"/>
            <a:ext cx="4518131" cy="189258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700611-B61B-4ABD-BE4D-17E6DAC9A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B143D1D-9801-49CA-88C0-178C03B6937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Body Level One…">
            <a:extLst>
              <a:ext uri="{FF2B5EF4-FFF2-40B4-BE49-F238E27FC236}">
                <a16:creationId xmlns:a16="http://schemas.microsoft.com/office/drawing/2014/main" id="{40EBB8DB-A9D6-4FF1-A2F3-96E6783B818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581933" y="560356"/>
            <a:ext cx="6398195" cy="5516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45719" rIns="45719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49BBA-C546-F173-EE3F-1CF65B3DB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540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ight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5727E7-0CEB-3F42-D5D8-424A5AAAB8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89" r="30747"/>
          <a:stretch/>
        </p:blipFill>
        <p:spPr>
          <a:xfrm flipH="1" flipV="1">
            <a:off x="7015689" y="0"/>
            <a:ext cx="5176311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06027A1-0D62-16F7-30CE-41BFE8B26C7C}"/>
              </a:ext>
            </a:extLst>
          </p:cNvPr>
          <p:cNvSpPr/>
          <p:nvPr/>
        </p:nvSpPr>
        <p:spPr>
          <a:xfrm>
            <a:off x="7015689" y="-1"/>
            <a:ext cx="5176311" cy="6777874"/>
          </a:xfrm>
          <a:prstGeom prst="rect">
            <a:avLst/>
          </a:prstGeom>
          <a:gradFill flip="none" rotWithShape="1">
            <a:gsLst>
              <a:gs pos="0">
                <a:schemeClr val="accent6">
                  <a:alpha val="0"/>
                </a:schemeClr>
              </a:gs>
              <a:gs pos="95000">
                <a:schemeClr val="bg2"/>
              </a:gs>
            </a:gsLst>
            <a:lin ang="16200000" scaled="1"/>
            <a:tileRect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50626A"/>
              </a:solidFill>
              <a:effectLst/>
              <a:uFillTx/>
              <a:latin typeface="Arial" panose="020B0604020202020204" pitchFamily="34" charset="0"/>
              <a:ea typeface="+mn-ea"/>
              <a:cs typeface="+mn-cs"/>
              <a:sym typeface="Calibri"/>
            </a:endParaRPr>
          </a:p>
        </p:txBody>
      </p:sp>
      <p:sp>
        <p:nvSpPr>
          <p:cNvPr id="4" name="Body Level One…">
            <a:extLst>
              <a:ext uri="{FF2B5EF4-FFF2-40B4-BE49-F238E27FC236}">
                <a16:creationId xmlns:a16="http://schemas.microsoft.com/office/drawing/2014/main" id="{40EBB8DB-A9D6-4FF1-A2F3-96E6783B818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47472" y="1242203"/>
            <a:ext cx="6398195" cy="49680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45719" rIns="45719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FB071E8-809B-6890-C6B9-812E8369D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1BB59-32EF-F98A-2990-317BB5943E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7AFE7E-7CB0-FD25-F78E-7DA5692308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B143D1D-9801-49CA-88C0-178C03B6937F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24F124-A258-66DC-3AAE-6DDE6D9BAB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886330" y="6126042"/>
            <a:ext cx="934494" cy="620833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71101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ontserrat" panose="000005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anose="00000500000000000000" pitchFamily="2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51184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ontserrat" panose="000005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Bef>
                <a:spcPts val="1867"/>
              </a:spcBef>
              <a:defRPr>
                <a:latin typeface="Montserrat" panose="00000500000000000000" pitchFamily="2" charset="0"/>
              </a:defRPr>
            </a:lvl1pPr>
            <a:lvl2pPr>
              <a:defRPr>
                <a:latin typeface="Montserrat" panose="00000500000000000000" pitchFamily="2" charset="0"/>
              </a:defRPr>
            </a:lvl2pPr>
            <a:lvl3pPr>
              <a:defRPr>
                <a:latin typeface="Montserrat" panose="00000500000000000000" pitchFamily="2" charset="0"/>
              </a:defRPr>
            </a:lvl3pPr>
            <a:lvl4pPr>
              <a:defRPr>
                <a:latin typeface="Montserrat" panose="00000500000000000000" pitchFamily="2" charset="0"/>
              </a:defRPr>
            </a:lvl4pPr>
            <a:lvl5pPr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anose="00000500000000000000" pitchFamily="2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68276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4200" y="1097350"/>
            <a:ext cx="11216640" cy="4937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Footer for Disclaimer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43ED3-111B-4842-9D2D-918F903AB23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F21A9D-C709-4722-BAF7-7EFE6AE15C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9656" y="664237"/>
            <a:ext cx="10363200" cy="31959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ctr">
              <a:defRPr lang="en-US" sz="1800" dirty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304824"/>
      </p:ext>
    </p:extLst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8EABC0-EFC6-D243-946E-F42B969FE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7472" y="1144401"/>
            <a:ext cx="5760625" cy="823912"/>
          </a:xfrm>
        </p:spPr>
        <p:txBody>
          <a:bodyPr anchor="b"/>
          <a:lstStyle>
            <a:lvl1pPr marL="0" indent="0">
              <a:buNone/>
              <a:defRPr sz="20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B5420B-0671-9947-8ACD-9947290B10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472" y="1968312"/>
            <a:ext cx="5760625" cy="4045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BC9F15-7C0B-4444-AE75-34E3127776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13" y="1144401"/>
            <a:ext cx="5517485" cy="823912"/>
          </a:xfrm>
        </p:spPr>
        <p:txBody>
          <a:bodyPr anchor="b"/>
          <a:lstStyle>
            <a:lvl1pPr marL="0" indent="0">
              <a:buNone/>
              <a:defRPr sz="20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AFEF0-01F2-2E44-94D8-FD3D3CE15F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13" y="1968312"/>
            <a:ext cx="5517485" cy="4045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A53AB65E-510E-4C42-BD7A-EC2B31E26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7E5D93-47C7-C366-2531-FB5F387B513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A034DA-6BF8-D5C0-A344-983B2CDFAB2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B143D1D-9801-49CA-88C0-178C03B69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12313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image" Target="../media/image7.sv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tags" Target="../tags/tag3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12" Type="http://schemas.openxmlformats.org/officeDocument/2006/relationships/theme" Target="../theme/theme3.xml"/><Relationship Id="rId17" Type="http://schemas.openxmlformats.org/officeDocument/2006/relationships/image" Target="../media/image12.png"/><Relationship Id="rId2" Type="http://schemas.openxmlformats.org/officeDocument/2006/relationships/slideLayout" Target="../slideLayouts/slideLayout32.xml"/><Relationship Id="rId16" Type="http://schemas.openxmlformats.org/officeDocument/2006/relationships/image" Target="../media/image7.svg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41.xml"/><Relationship Id="rId5" Type="http://schemas.openxmlformats.org/officeDocument/2006/relationships/slideLayout" Target="../slideLayouts/slideLayout35.xml"/><Relationship Id="rId15" Type="http://schemas.openxmlformats.org/officeDocument/2006/relationships/image" Target="../media/image11.emf"/><Relationship Id="rId10" Type="http://schemas.openxmlformats.org/officeDocument/2006/relationships/slideLayout" Target="../slideLayouts/slideLayout40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Relationship Id="rId14" Type="http://schemas.openxmlformats.org/officeDocument/2006/relationships/oleObject" Target="../embeddings/oleObject2.bin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9.xml"/><Relationship Id="rId13" Type="http://schemas.openxmlformats.org/officeDocument/2006/relationships/tags" Target="../tags/tag4.xml"/><Relationship Id="rId3" Type="http://schemas.openxmlformats.org/officeDocument/2006/relationships/slideLayout" Target="../slideLayouts/slideLayout44.xml"/><Relationship Id="rId7" Type="http://schemas.openxmlformats.org/officeDocument/2006/relationships/slideLayout" Target="../slideLayouts/slideLayout48.xml"/><Relationship Id="rId12" Type="http://schemas.openxmlformats.org/officeDocument/2006/relationships/theme" Target="../theme/theme4.xml"/><Relationship Id="rId17" Type="http://schemas.openxmlformats.org/officeDocument/2006/relationships/image" Target="../media/image12.png"/><Relationship Id="rId2" Type="http://schemas.openxmlformats.org/officeDocument/2006/relationships/slideLayout" Target="../slideLayouts/slideLayout43.xml"/><Relationship Id="rId16" Type="http://schemas.openxmlformats.org/officeDocument/2006/relationships/image" Target="../media/image14.svg"/><Relationship Id="rId1" Type="http://schemas.openxmlformats.org/officeDocument/2006/relationships/slideLayout" Target="../slideLayouts/slideLayout42.xml"/><Relationship Id="rId6" Type="http://schemas.openxmlformats.org/officeDocument/2006/relationships/slideLayout" Target="../slideLayouts/slideLayout47.xml"/><Relationship Id="rId11" Type="http://schemas.openxmlformats.org/officeDocument/2006/relationships/slideLayout" Target="../slideLayouts/slideLayout52.xml"/><Relationship Id="rId5" Type="http://schemas.openxmlformats.org/officeDocument/2006/relationships/slideLayout" Target="../slideLayouts/slideLayout46.xml"/><Relationship Id="rId15" Type="http://schemas.openxmlformats.org/officeDocument/2006/relationships/image" Target="../media/image11.emf"/><Relationship Id="rId10" Type="http://schemas.openxmlformats.org/officeDocument/2006/relationships/slideLayout" Target="../slideLayouts/slideLayout51.xml"/><Relationship Id="rId4" Type="http://schemas.openxmlformats.org/officeDocument/2006/relationships/slideLayout" Target="../slideLayouts/slideLayout45.xml"/><Relationship Id="rId9" Type="http://schemas.openxmlformats.org/officeDocument/2006/relationships/slideLayout" Target="../slideLayouts/slideLayout50.xml"/><Relationship Id="rId14" Type="http://schemas.openxmlformats.org/officeDocument/2006/relationships/oleObject" Target="../embeddings/oleObject2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3"/>
          <p:cNvGrpSpPr/>
          <p:nvPr/>
        </p:nvGrpSpPr>
        <p:grpSpPr>
          <a:xfrm>
            <a:off x="-1669793" y="1235841"/>
            <a:ext cx="1036321" cy="4424423"/>
            <a:chOff x="0" y="0"/>
            <a:chExt cx="1036319" cy="4424421"/>
          </a:xfrm>
        </p:grpSpPr>
        <p:grpSp>
          <p:nvGrpSpPr>
            <p:cNvPr id="4" name="TextBox 2"/>
            <p:cNvGrpSpPr/>
            <p:nvPr/>
          </p:nvGrpSpPr>
          <p:grpSpPr>
            <a:xfrm>
              <a:off x="0" y="1505608"/>
              <a:ext cx="1036320" cy="660401"/>
              <a:chOff x="0" y="0"/>
              <a:chExt cx="1036319" cy="660400"/>
            </a:xfrm>
          </p:grpSpPr>
          <p:sp>
            <p:nvSpPr>
              <p:cNvPr id="2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" name="3 255 4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3 255 4</a:t>
                </a:r>
              </a:p>
            </p:txBody>
          </p:sp>
        </p:grpSp>
        <p:grpSp>
          <p:nvGrpSpPr>
            <p:cNvPr id="7" name="TextBox 4"/>
            <p:cNvGrpSpPr/>
            <p:nvPr/>
          </p:nvGrpSpPr>
          <p:grpSpPr>
            <a:xfrm>
              <a:off x="0" y="2258411"/>
              <a:ext cx="1036320" cy="660401"/>
              <a:chOff x="0" y="0"/>
              <a:chExt cx="1036319" cy="660400"/>
            </a:xfrm>
          </p:grpSpPr>
          <p:sp>
            <p:nvSpPr>
              <p:cNvPr id="5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6" name="244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244 0 0</a:t>
                </a:r>
              </a:p>
            </p:txBody>
          </p:sp>
        </p:grpSp>
        <p:grpSp>
          <p:nvGrpSpPr>
            <p:cNvPr id="10" name="TextBox 5"/>
            <p:cNvGrpSpPr/>
            <p:nvPr/>
          </p:nvGrpSpPr>
          <p:grpSpPr>
            <a:xfrm>
              <a:off x="0" y="3011216"/>
              <a:ext cx="1036320" cy="660401"/>
              <a:chOff x="0" y="0"/>
              <a:chExt cx="1036319" cy="660400"/>
            </a:xfrm>
          </p:grpSpPr>
          <p:sp>
            <p:nvSpPr>
              <p:cNvPr id="8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9" name="130 0 0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130 0 0</a:t>
                </a:r>
              </a:p>
            </p:txBody>
          </p:sp>
        </p:grpSp>
        <p:grpSp>
          <p:nvGrpSpPr>
            <p:cNvPr id="13" name="TextBox 6"/>
            <p:cNvGrpSpPr/>
            <p:nvPr/>
          </p:nvGrpSpPr>
          <p:grpSpPr>
            <a:xfrm>
              <a:off x="0" y="3764021"/>
              <a:ext cx="1036320" cy="660401"/>
              <a:chOff x="0" y="0"/>
              <a:chExt cx="1036319" cy="660400"/>
            </a:xfrm>
          </p:grpSpPr>
          <p:sp>
            <p:nvSpPr>
              <p:cNvPr id="11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2" name="244 177 131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244 177 131</a:t>
                </a:r>
              </a:p>
            </p:txBody>
          </p:sp>
        </p:grpSp>
        <p:grpSp>
          <p:nvGrpSpPr>
            <p:cNvPr id="16" name="TextBox 7"/>
            <p:cNvGrpSpPr/>
            <p:nvPr/>
          </p:nvGrpSpPr>
          <p:grpSpPr>
            <a:xfrm>
              <a:off x="0" y="-1"/>
              <a:ext cx="1036320" cy="660401"/>
              <a:chOff x="0" y="0"/>
              <a:chExt cx="1036319" cy="660400"/>
            </a:xfrm>
          </p:grpSpPr>
          <p:sp>
            <p:nvSpPr>
              <p:cNvPr id="14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5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  <p:grpSp>
          <p:nvGrpSpPr>
            <p:cNvPr id="19" name="TextBox 8"/>
            <p:cNvGrpSpPr/>
            <p:nvPr/>
          </p:nvGrpSpPr>
          <p:grpSpPr>
            <a:xfrm>
              <a:off x="0" y="752804"/>
              <a:ext cx="1036320" cy="660401"/>
              <a:chOff x="0" y="0"/>
              <a:chExt cx="1036319" cy="660400"/>
            </a:xfrm>
          </p:grpSpPr>
          <p:sp>
            <p:nvSpPr>
              <p:cNvPr id="17" name="Rectangle"/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rgbClr val="D7E9F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8" name="0 102 102"/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</p:grp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286326" y="69563"/>
            <a:ext cx="11536220" cy="8081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normAutofit/>
          </a:bodyPr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idx="1"/>
          </p:nvPr>
        </p:nvSpPr>
        <p:spPr>
          <a:xfrm>
            <a:off x="796636" y="1484281"/>
            <a:ext cx="10515601" cy="4351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826973" y="6506145"/>
            <a:ext cx="207875" cy="2184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b">
            <a:spAutoFit/>
          </a:bodyPr>
          <a:lstStyle>
            <a:lvl1pPr algn="ctr">
              <a:defRPr sz="800">
                <a:solidFill>
                  <a:srgbClr val="50626A"/>
                </a:solidFill>
                <a:latin typeface="Montserrat Regular"/>
                <a:ea typeface="Montserrat Regular"/>
                <a:cs typeface="Montserrat Regular"/>
                <a:sym typeface="Montserrat Regular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24" name="Picture 10" descr="Picture 10"/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78446" y="6310264"/>
            <a:ext cx="626204" cy="44689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7" name="Group"/>
          <p:cNvGrpSpPr/>
          <p:nvPr/>
        </p:nvGrpSpPr>
        <p:grpSpPr>
          <a:xfrm>
            <a:off x="-34975" y="877701"/>
            <a:ext cx="11733734" cy="138634"/>
            <a:chOff x="0" y="0"/>
            <a:chExt cx="11733733" cy="138633"/>
          </a:xfrm>
        </p:grpSpPr>
        <p:sp>
          <p:nvSpPr>
            <p:cNvPr id="25" name="Rectangle"/>
            <p:cNvSpPr/>
            <p:nvPr/>
          </p:nvSpPr>
          <p:spPr>
            <a:xfrm>
              <a:off x="0" y="48555"/>
              <a:ext cx="11678047" cy="41524"/>
            </a:xfrm>
            <a:prstGeom prst="rect">
              <a:avLst/>
            </a:prstGeom>
            <a:gradFill flip="none" rotWithShape="1">
              <a:gsLst>
                <a:gs pos="39000">
                  <a:srgbClr val="3A839A"/>
                </a:gs>
                <a:gs pos="94000">
                  <a:srgbClr val="E2AE43"/>
                </a:gs>
              </a:gsLst>
              <a:lin ang="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6" name="Circle"/>
            <p:cNvSpPr/>
            <p:nvPr/>
          </p:nvSpPr>
          <p:spPr>
            <a:xfrm>
              <a:off x="11595100" y="0"/>
              <a:ext cx="138634" cy="138634"/>
            </a:xfrm>
            <a:prstGeom prst="ellipse">
              <a:avLst/>
            </a:prstGeom>
            <a:solidFill>
              <a:srgbClr val="E2AE4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77458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5466" r:id="rId3"/>
    <p:sldLayoutId id="2147485467" r:id="rId4"/>
    <p:sldLayoutId id="2147485468" r:id="rId5"/>
    <p:sldLayoutId id="2147485469" r:id="rId6"/>
    <p:sldLayoutId id="2147485470" r:id="rId7"/>
    <p:sldLayoutId id="2147485471" r:id="rId8"/>
    <p:sldLayoutId id="2147485472" r:id="rId9"/>
    <p:sldLayoutId id="2147485473" r:id="rId10"/>
    <p:sldLayoutId id="2147485474" r:id="rId11"/>
    <p:sldLayoutId id="2147485475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</p:sldLayoutIdLst>
  <p:transition spd="med"/>
  <p:hf hdr="0" ftr="0" dt="0"/>
  <p:txStyles>
    <p:titleStyle>
      <a:lvl1pPr marL="0" marR="0" indent="0" algn="l" defTabSz="91424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1" i="0" u="none" strike="noStrike" cap="none" spc="0" baseline="0">
          <a:solidFill>
            <a:schemeClr val="accent1"/>
          </a:solidFill>
          <a:uFillTx/>
          <a:latin typeface="Arial Nova" panose="020B0504020202020204" pitchFamily="34" charset="0"/>
          <a:ea typeface="Arial Nova" panose="020B0504020202020204" pitchFamily="34" charset="0"/>
          <a:cs typeface="Arial Nova" panose="020B0504020202020204" pitchFamily="34" charset="0"/>
          <a:sym typeface="Avenir Black"/>
        </a:defRPr>
      </a:lvl1pPr>
      <a:lvl2pPr marL="0" marR="0" indent="0" algn="l" defTabSz="91424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2pPr>
      <a:lvl3pPr marL="0" marR="0" indent="0" algn="l" defTabSz="91424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3pPr>
      <a:lvl4pPr marL="0" marR="0" indent="0" algn="l" defTabSz="91424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4pPr>
      <a:lvl5pPr marL="0" marR="0" indent="0" algn="l" defTabSz="91424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5pPr>
      <a:lvl6pPr marL="0" marR="0" indent="0" algn="l" defTabSz="91424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6pPr>
      <a:lvl7pPr marL="0" marR="0" indent="0" algn="l" defTabSz="91424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7pPr>
      <a:lvl8pPr marL="0" marR="0" indent="0" algn="l" defTabSz="91424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8pPr>
      <a:lvl9pPr marL="0" marR="0" indent="0" algn="l" defTabSz="91424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9pPr>
    </p:titleStyle>
    <p:bodyStyle>
      <a:lvl1pPr marL="228560" marR="0" indent="-228560" algn="l" defTabSz="91424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rial Nova" panose="020B0504020202020204" pitchFamily="34" charset="0"/>
          <a:ea typeface="Arial Nova" panose="020B0504020202020204" pitchFamily="34" charset="0"/>
          <a:cs typeface="Arial Nova" panose="020B0504020202020204" pitchFamily="34" charset="0"/>
          <a:sym typeface="Avenir Book"/>
        </a:defRPr>
      </a:lvl1pPr>
      <a:lvl2pPr marL="628539" marR="0" indent="-171420" algn="l" defTabSz="91424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rial Nova" panose="020B0504020202020204" pitchFamily="34" charset="0"/>
          <a:ea typeface="Arial Nova" panose="020B0504020202020204" pitchFamily="34" charset="0"/>
          <a:cs typeface="Arial Nova" panose="020B0504020202020204" pitchFamily="34" charset="0"/>
          <a:sym typeface="Avenir Book"/>
        </a:defRPr>
      </a:lvl2pPr>
      <a:lvl3pPr marL="1085659" marR="0" indent="-171419" algn="l" defTabSz="91424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rial Nova" panose="020B0504020202020204" pitchFamily="34" charset="0"/>
          <a:ea typeface="Arial Nova" panose="020B0504020202020204" pitchFamily="34" charset="0"/>
          <a:cs typeface="Arial Nova" panose="020B0504020202020204" pitchFamily="34" charset="0"/>
          <a:sym typeface="Avenir Book"/>
        </a:defRPr>
      </a:lvl3pPr>
      <a:lvl4pPr marL="1542779" marR="0" indent="-171419" algn="l" defTabSz="91424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rial Nova" panose="020B0504020202020204" pitchFamily="34" charset="0"/>
          <a:ea typeface="Arial Nova" panose="020B0504020202020204" pitchFamily="34" charset="0"/>
          <a:cs typeface="Arial Nova" panose="020B0504020202020204" pitchFamily="34" charset="0"/>
          <a:sym typeface="Avenir Book"/>
        </a:defRPr>
      </a:lvl4pPr>
      <a:lvl5pPr marL="1999900" marR="0" indent="-171420" algn="l" defTabSz="91424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rial Nova" panose="020B0504020202020204" pitchFamily="34" charset="0"/>
          <a:ea typeface="Arial Nova" panose="020B0504020202020204" pitchFamily="34" charset="0"/>
          <a:cs typeface="Arial Nova" panose="020B0504020202020204" pitchFamily="34" charset="0"/>
          <a:sym typeface="Avenir Book"/>
        </a:defRPr>
      </a:lvl5pPr>
      <a:lvl6pPr marL="2502130" marR="0" indent="-216530" algn="l" defTabSz="91424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6pPr>
      <a:lvl7pPr marL="2959250" marR="0" indent="-216530" algn="l" defTabSz="91424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7pPr>
      <a:lvl8pPr marL="3416370" marR="0" indent="-216530" algn="l" defTabSz="91424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8pPr>
      <a:lvl9pPr marL="3873490" marR="0" indent="-216530" algn="l" defTabSz="91424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9pPr>
    </p:bodyStyle>
    <p:otherStyle>
      <a:lvl1pPr marL="0" marR="0" indent="0" algn="ct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1pPr>
      <a:lvl2pPr marL="0" marR="0" indent="457200" algn="ct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2pPr>
      <a:lvl3pPr marL="0" marR="0" indent="914400" algn="ct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3pPr>
      <a:lvl4pPr marL="0" marR="0" indent="1371600" algn="ct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4pPr>
      <a:lvl5pPr marL="0" marR="0" indent="1828800" algn="ct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5pPr>
      <a:lvl6pPr marL="0" marR="0" indent="2286000" algn="ct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6pPr>
      <a:lvl7pPr marL="0" marR="0" indent="2743200" algn="ct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7pPr>
      <a:lvl8pPr marL="0" marR="0" indent="3200400" algn="ct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8pPr>
      <a:lvl9pPr marL="0" marR="0" indent="3657600" algn="ct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6">
          <p15:clr>
            <a:srgbClr val="F26B43"/>
          </p15:clr>
        </p15:guide>
        <p15:guide id="2" orient="horz" pos="35">
          <p15:clr>
            <a:srgbClr val="F26B43"/>
          </p15:clr>
        </p15:guide>
        <p15:guide id="3" pos="174">
          <p15:clr>
            <a:srgbClr val="F26B43"/>
          </p15:clr>
        </p15:guide>
        <p15:guide id="4" pos="744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0A9E4256-DD49-0127-DBDC-BD78388E14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806884" y="6082764"/>
            <a:ext cx="1082711" cy="721808"/>
          </a:xfrm>
          <a:prstGeom prst="rect">
            <a:avLst/>
          </a:prstGeom>
        </p:spPr>
      </p:pic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272233" y="336263"/>
            <a:ext cx="11536220" cy="8081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91440" rIns="45719" anchor="t">
            <a:noAutofit/>
          </a:bodyPr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idx="1"/>
          </p:nvPr>
        </p:nvSpPr>
        <p:spPr>
          <a:xfrm>
            <a:off x="347472" y="1310480"/>
            <a:ext cx="10515601" cy="4351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45720" rIns="45719">
            <a:no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EDE3A7-E046-2B16-B5A2-4C20BB2AB9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0080" y="6479007"/>
            <a:ext cx="5455920" cy="23083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lang="en-US" sz="900" b="0" i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grpSp>
        <p:nvGrpSpPr>
          <p:cNvPr id="2" name="Group">
            <a:extLst>
              <a:ext uri="{FF2B5EF4-FFF2-40B4-BE49-F238E27FC236}">
                <a16:creationId xmlns:a16="http://schemas.microsoft.com/office/drawing/2014/main" id="{42572717-32CD-B471-0C36-4B27BB98ACE5}"/>
              </a:ext>
            </a:extLst>
          </p:cNvPr>
          <p:cNvGrpSpPr/>
          <p:nvPr userDrawn="1"/>
        </p:nvGrpSpPr>
        <p:grpSpPr>
          <a:xfrm>
            <a:off x="-34975" y="877701"/>
            <a:ext cx="11733734" cy="138634"/>
            <a:chOff x="0" y="0"/>
            <a:chExt cx="11733733" cy="138633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F8E474A2-93F3-62CF-5745-FE2E21DB7036}"/>
                </a:ext>
              </a:extLst>
            </p:cNvPr>
            <p:cNvSpPr/>
            <p:nvPr/>
          </p:nvSpPr>
          <p:spPr>
            <a:xfrm>
              <a:off x="0" y="48555"/>
              <a:ext cx="11678047" cy="41524"/>
            </a:xfrm>
            <a:prstGeom prst="rect">
              <a:avLst/>
            </a:prstGeom>
            <a:gradFill flip="none" rotWithShape="1">
              <a:gsLst>
                <a:gs pos="39000">
                  <a:srgbClr val="3A839A"/>
                </a:gs>
                <a:gs pos="94000">
                  <a:srgbClr val="E2AE43"/>
                </a:gs>
              </a:gsLst>
              <a:lin ang="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5" name="Circle">
              <a:extLst>
                <a:ext uri="{FF2B5EF4-FFF2-40B4-BE49-F238E27FC236}">
                  <a16:creationId xmlns:a16="http://schemas.microsoft.com/office/drawing/2014/main" id="{6D93B417-EAEB-708F-2DF0-8975ED828B95}"/>
                </a:ext>
              </a:extLst>
            </p:cNvPr>
            <p:cNvSpPr/>
            <p:nvPr/>
          </p:nvSpPr>
          <p:spPr>
            <a:xfrm>
              <a:off x="11595100" y="0"/>
              <a:ext cx="138634" cy="138634"/>
            </a:xfrm>
            <a:prstGeom prst="ellipse">
              <a:avLst/>
            </a:prstGeom>
            <a:solidFill>
              <a:srgbClr val="E2AE4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</p:grpSp>
      <p:grpSp>
        <p:nvGrpSpPr>
          <p:cNvPr id="7" name="Group 3">
            <a:extLst>
              <a:ext uri="{FF2B5EF4-FFF2-40B4-BE49-F238E27FC236}">
                <a16:creationId xmlns:a16="http://schemas.microsoft.com/office/drawing/2014/main" id="{715A9938-E2C2-4D1C-3A1A-9F9E6451EDEA}"/>
              </a:ext>
            </a:extLst>
          </p:cNvPr>
          <p:cNvGrpSpPr/>
          <p:nvPr userDrawn="1"/>
        </p:nvGrpSpPr>
        <p:grpSpPr>
          <a:xfrm>
            <a:off x="-1669793" y="1235841"/>
            <a:ext cx="1036321" cy="4424423"/>
            <a:chOff x="0" y="0"/>
            <a:chExt cx="1036319" cy="4424421"/>
          </a:xfrm>
        </p:grpSpPr>
        <p:grpSp>
          <p:nvGrpSpPr>
            <p:cNvPr id="8" name="TextBox 2">
              <a:extLst>
                <a:ext uri="{FF2B5EF4-FFF2-40B4-BE49-F238E27FC236}">
                  <a16:creationId xmlns:a16="http://schemas.microsoft.com/office/drawing/2014/main" id="{B1B67124-6799-0E56-A0CA-736B700796C0}"/>
                </a:ext>
              </a:extLst>
            </p:cNvPr>
            <p:cNvGrpSpPr/>
            <p:nvPr/>
          </p:nvGrpSpPr>
          <p:grpSpPr>
            <a:xfrm>
              <a:off x="0" y="1505608"/>
              <a:ext cx="1036320" cy="660401"/>
              <a:chOff x="0" y="0"/>
              <a:chExt cx="1036319" cy="660400"/>
            </a:xfrm>
          </p:grpSpPr>
          <p:sp>
            <p:nvSpPr>
              <p:cNvPr id="26" name="Rectangle">
                <a:extLst>
                  <a:ext uri="{FF2B5EF4-FFF2-40B4-BE49-F238E27FC236}">
                    <a16:creationId xmlns:a16="http://schemas.microsoft.com/office/drawing/2014/main" id="{A57A2A09-9203-EF09-3993-4E0CD1FD932B}"/>
                  </a:ext>
                </a:extLst>
              </p:cNvPr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7" name="3 255 4">
                <a:extLst>
                  <a:ext uri="{FF2B5EF4-FFF2-40B4-BE49-F238E27FC236}">
                    <a16:creationId xmlns:a16="http://schemas.microsoft.com/office/drawing/2014/main" id="{F58EC8CB-1FDF-E2EF-A2BB-62918FFB399A}"/>
                  </a:ext>
                </a:extLst>
              </p:cNvPr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3 255 4</a:t>
                </a:r>
              </a:p>
            </p:txBody>
          </p:sp>
        </p:grpSp>
        <p:grpSp>
          <p:nvGrpSpPr>
            <p:cNvPr id="9" name="TextBox 4">
              <a:extLst>
                <a:ext uri="{FF2B5EF4-FFF2-40B4-BE49-F238E27FC236}">
                  <a16:creationId xmlns:a16="http://schemas.microsoft.com/office/drawing/2014/main" id="{65DA82A5-2AB8-02A5-23D4-EABF71BC2EF2}"/>
                </a:ext>
              </a:extLst>
            </p:cNvPr>
            <p:cNvGrpSpPr/>
            <p:nvPr/>
          </p:nvGrpSpPr>
          <p:grpSpPr>
            <a:xfrm>
              <a:off x="0" y="2258411"/>
              <a:ext cx="1036320" cy="660401"/>
              <a:chOff x="0" y="0"/>
              <a:chExt cx="1036319" cy="660400"/>
            </a:xfrm>
          </p:grpSpPr>
          <p:sp>
            <p:nvSpPr>
              <p:cNvPr id="24" name="Rectangle">
                <a:extLst>
                  <a:ext uri="{FF2B5EF4-FFF2-40B4-BE49-F238E27FC236}">
                    <a16:creationId xmlns:a16="http://schemas.microsoft.com/office/drawing/2014/main" id="{4D433E16-F80B-7283-2E57-B987199230A6}"/>
                  </a:ext>
                </a:extLst>
              </p:cNvPr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5" name="244 0 0">
                <a:extLst>
                  <a:ext uri="{FF2B5EF4-FFF2-40B4-BE49-F238E27FC236}">
                    <a16:creationId xmlns:a16="http://schemas.microsoft.com/office/drawing/2014/main" id="{D7421A2E-9CDE-D553-9C50-4F66A2C973E9}"/>
                  </a:ext>
                </a:extLst>
              </p:cNvPr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244 0 0</a:t>
                </a:r>
              </a:p>
            </p:txBody>
          </p:sp>
        </p:grpSp>
        <p:grpSp>
          <p:nvGrpSpPr>
            <p:cNvPr id="10" name="TextBox 5">
              <a:extLst>
                <a:ext uri="{FF2B5EF4-FFF2-40B4-BE49-F238E27FC236}">
                  <a16:creationId xmlns:a16="http://schemas.microsoft.com/office/drawing/2014/main" id="{796CEC8E-B97C-17BB-48CB-2343AE87D525}"/>
                </a:ext>
              </a:extLst>
            </p:cNvPr>
            <p:cNvGrpSpPr/>
            <p:nvPr/>
          </p:nvGrpSpPr>
          <p:grpSpPr>
            <a:xfrm>
              <a:off x="0" y="3011216"/>
              <a:ext cx="1036320" cy="660401"/>
              <a:chOff x="0" y="0"/>
              <a:chExt cx="1036319" cy="660400"/>
            </a:xfrm>
          </p:grpSpPr>
          <p:sp>
            <p:nvSpPr>
              <p:cNvPr id="20" name="Rectangle">
                <a:extLst>
                  <a:ext uri="{FF2B5EF4-FFF2-40B4-BE49-F238E27FC236}">
                    <a16:creationId xmlns:a16="http://schemas.microsoft.com/office/drawing/2014/main" id="{542B56D1-245A-26F8-809B-795E12239E04}"/>
                  </a:ext>
                </a:extLst>
              </p:cNvPr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3" name="130 0 0">
                <a:extLst>
                  <a:ext uri="{FF2B5EF4-FFF2-40B4-BE49-F238E27FC236}">
                    <a16:creationId xmlns:a16="http://schemas.microsoft.com/office/drawing/2014/main" id="{232D75E5-984D-AF24-E993-7C133084B004}"/>
                  </a:ext>
                </a:extLst>
              </p:cNvPr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130 0 0</a:t>
                </a:r>
              </a:p>
            </p:txBody>
          </p:sp>
        </p:grpSp>
        <p:grpSp>
          <p:nvGrpSpPr>
            <p:cNvPr id="11" name="TextBox 6">
              <a:extLst>
                <a:ext uri="{FF2B5EF4-FFF2-40B4-BE49-F238E27FC236}">
                  <a16:creationId xmlns:a16="http://schemas.microsoft.com/office/drawing/2014/main" id="{D3E3849D-F116-8B6C-6CBB-7E269BE57402}"/>
                </a:ext>
              </a:extLst>
            </p:cNvPr>
            <p:cNvGrpSpPr/>
            <p:nvPr/>
          </p:nvGrpSpPr>
          <p:grpSpPr>
            <a:xfrm>
              <a:off x="0" y="3764021"/>
              <a:ext cx="1036320" cy="660401"/>
              <a:chOff x="0" y="0"/>
              <a:chExt cx="1036319" cy="660400"/>
            </a:xfrm>
          </p:grpSpPr>
          <p:sp>
            <p:nvSpPr>
              <p:cNvPr id="18" name="Rectangle">
                <a:extLst>
                  <a:ext uri="{FF2B5EF4-FFF2-40B4-BE49-F238E27FC236}">
                    <a16:creationId xmlns:a16="http://schemas.microsoft.com/office/drawing/2014/main" id="{B1DF40CA-2B9E-0A27-42BD-6CD6E9CD345F}"/>
                  </a:ext>
                </a:extLst>
              </p:cNvPr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rgbClr val="FFCC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9" name="244 177 131">
                <a:extLst>
                  <a:ext uri="{FF2B5EF4-FFF2-40B4-BE49-F238E27FC236}">
                    <a16:creationId xmlns:a16="http://schemas.microsoft.com/office/drawing/2014/main" id="{5BA085EE-2167-DA88-BF29-5D89D91479CB}"/>
                  </a:ext>
                </a:extLst>
              </p:cNvPr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244 177 131</a:t>
                </a:r>
              </a:p>
            </p:txBody>
          </p:sp>
        </p:grpSp>
        <p:grpSp>
          <p:nvGrpSpPr>
            <p:cNvPr id="12" name="TextBox 7">
              <a:extLst>
                <a:ext uri="{FF2B5EF4-FFF2-40B4-BE49-F238E27FC236}">
                  <a16:creationId xmlns:a16="http://schemas.microsoft.com/office/drawing/2014/main" id="{90934636-CBDF-8A50-BAE4-701B4AF15B51}"/>
                </a:ext>
              </a:extLst>
            </p:cNvPr>
            <p:cNvGrpSpPr/>
            <p:nvPr/>
          </p:nvGrpSpPr>
          <p:grpSpPr>
            <a:xfrm>
              <a:off x="0" y="-1"/>
              <a:ext cx="1036320" cy="660401"/>
              <a:chOff x="0" y="0"/>
              <a:chExt cx="1036319" cy="660400"/>
            </a:xfrm>
          </p:grpSpPr>
          <p:sp>
            <p:nvSpPr>
              <p:cNvPr id="16" name="Rectangle">
                <a:extLst>
                  <a:ext uri="{FF2B5EF4-FFF2-40B4-BE49-F238E27FC236}">
                    <a16:creationId xmlns:a16="http://schemas.microsoft.com/office/drawing/2014/main" id="{57BA144D-2177-6C43-3509-6F396CAC56BD}"/>
                  </a:ext>
                </a:extLst>
              </p:cNvPr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chemeClr val="accent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7" name="0 102 102">
                <a:extLst>
                  <a:ext uri="{FF2B5EF4-FFF2-40B4-BE49-F238E27FC236}">
                    <a16:creationId xmlns:a16="http://schemas.microsoft.com/office/drawing/2014/main" id="{70EF0D2F-3E1E-EBC3-20A0-FC7DCDC1CA7B}"/>
                  </a:ext>
                </a:extLst>
              </p:cNvPr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  <p:grpSp>
          <p:nvGrpSpPr>
            <p:cNvPr id="13" name="TextBox 8">
              <a:extLst>
                <a:ext uri="{FF2B5EF4-FFF2-40B4-BE49-F238E27FC236}">
                  <a16:creationId xmlns:a16="http://schemas.microsoft.com/office/drawing/2014/main" id="{3CD2EFB5-BF4A-FE36-10D5-BCC8379E7F99}"/>
                </a:ext>
              </a:extLst>
            </p:cNvPr>
            <p:cNvGrpSpPr/>
            <p:nvPr/>
          </p:nvGrpSpPr>
          <p:grpSpPr>
            <a:xfrm>
              <a:off x="0" y="752804"/>
              <a:ext cx="1036320" cy="660401"/>
              <a:chOff x="0" y="0"/>
              <a:chExt cx="1036319" cy="660400"/>
            </a:xfrm>
          </p:grpSpPr>
          <p:sp>
            <p:nvSpPr>
              <p:cNvPr id="14" name="Rectangle">
                <a:extLst>
                  <a:ext uri="{FF2B5EF4-FFF2-40B4-BE49-F238E27FC236}">
                    <a16:creationId xmlns:a16="http://schemas.microsoft.com/office/drawing/2014/main" id="{EAC1AABC-5C89-0977-C247-DD5528F298A4}"/>
                  </a:ext>
                </a:extLst>
              </p:cNvPr>
              <p:cNvSpPr/>
              <p:nvPr/>
            </p:nvSpPr>
            <p:spPr>
              <a:xfrm>
                <a:off x="0" y="0"/>
                <a:ext cx="1036320" cy="660400"/>
              </a:xfrm>
              <a:prstGeom prst="rect">
                <a:avLst/>
              </a:prstGeom>
              <a:solidFill>
                <a:srgbClr val="D7E9F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5" name="0 102 102">
                <a:extLst>
                  <a:ext uri="{FF2B5EF4-FFF2-40B4-BE49-F238E27FC236}">
                    <a16:creationId xmlns:a16="http://schemas.microsoft.com/office/drawing/2014/main" id="{3A6E7F5E-BF0C-3D59-3A9F-8A48B05F759B}"/>
                  </a:ext>
                </a:extLst>
              </p:cNvPr>
              <p:cNvSpPr txBox="1"/>
              <p:nvPr/>
            </p:nvSpPr>
            <p:spPr>
              <a:xfrm>
                <a:off x="45720" y="210565"/>
                <a:ext cx="944881" cy="23927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100" b="1">
                    <a:solidFill>
                      <a:srgbClr val="FFFFFF"/>
                    </a:solidFill>
                  </a:defRPr>
                </a:lvl1pPr>
              </a:lstStyle>
              <a:p>
                <a:r>
                  <a:t>0 102 102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0852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449" r:id="rId1"/>
    <p:sldLayoutId id="2147485450" r:id="rId2"/>
    <p:sldLayoutId id="2147485451" r:id="rId3"/>
    <p:sldLayoutId id="2147485452" r:id="rId4"/>
    <p:sldLayoutId id="2147485453" r:id="rId5"/>
    <p:sldLayoutId id="2147485454" r:id="rId6"/>
    <p:sldLayoutId id="2147485455" r:id="rId7"/>
    <p:sldLayoutId id="2147485456" r:id="rId8"/>
    <p:sldLayoutId id="2147485457" r:id="rId9"/>
    <p:sldLayoutId id="2147485458" r:id="rId10"/>
    <p:sldLayoutId id="2147485460" r:id="rId11"/>
    <p:sldLayoutId id="2147485461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marL="0" marR="0" indent="0" algn="l" defTabSz="914240" eaLnBrk="1" latinLnBrk="0" hangingPunct="1">
        <a:lnSpc>
          <a:spcPct val="95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1" i="0" u="none" strike="noStrike" cap="none" spc="0" baseline="0">
          <a:solidFill>
            <a:schemeClr val="accent4"/>
          </a:solidFill>
          <a:uFillTx/>
          <a:latin typeface="+mj-lt"/>
          <a:ea typeface="Arial" panose="020B0604020202020204" pitchFamily="34" charset="0"/>
          <a:cs typeface="Arial" panose="020B0604020202020204" pitchFamily="34" charset="0"/>
          <a:sym typeface="Avenir Black"/>
        </a:defRPr>
      </a:lvl1pPr>
      <a:lvl2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2pPr>
      <a:lvl3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3pPr>
      <a:lvl4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4pPr>
      <a:lvl5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5pPr>
      <a:lvl6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6pPr>
      <a:lvl7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7pPr>
      <a:lvl8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8pPr>
      <a:lvl9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9pPr>
    </p:titleStyle>
    <p:bodyStyle>
      <a:lvl1pPr marL="228560" marR="0" indent="-228560" algn="l" defTabSz="914240" eaLnBrk="1" latinLnBrk="0" hangingPunct="1">
        <a:lnSpc>
          <a:spcPct val="90000"/>
        </a:lnSpc>
        <a:spcBef>
          <a:spcPts val="1000"/>
        </a:spcBef>
        <a:spcAft>
          <a:spcPts val="400"/>
        </a:spcAft>
        <a:buClr>
          <a:schemeClr val="accent4"/>
        </a:buClr>
        <a:buSzPct val="100000"/>
        <a:buFont typeface="Arial" panose="020B0604020202020204" pitchFamily="34" charset="0"/>
        <a:buChar char="•"/>
        <a:tabLst/>
        <a:defRPr sz="16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1pPr>
      <a:lvl2pPr marL="463550" marR="0" indent="-165100" algn="l" defTabSz="914240" eaLnBrk="1" latinLnBrk="0" hangingPunct="1">
        <a:lnSpc>
          <a:spcPct val="90000"/>
        </a:lnSpc>
        <a:spcBef>
          <a:spcPts val="400"/>
        </a:spcBef>
        <a:spcAft>
          <a:spcPts val="400"/>
        </a:spcAft>
        <a:buClr>
          <a:schemeClr val="accent4"/>
        </a:buClr>
        <a:buSzPct val="100000"/>
        <a:buFont typeface="System Font Regular"/>
        <a:buChar char="–"/>
        <a:tabLst/>
        <a:defRPr sz="14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2pPr>
      <a:lvl3pPr marL="687388" marR="0" indent="-173038" algn="l" defTabSz="914240" eaLnBrk="1" latinLnBrk="0" hangingPunct="1">
        <a:lnSpc>
          <a:spcPct val="90000"/>
        </a:lnSpc>
        <a:spcBef>
          <a:spcPts val="400"/>
        </a:spcBef>
        <a:spcAft>
          <a:spcPts val="400"/>
        </a:spcAft>
        <a:buClr>
          <a:schemeClr val="accent4"/>
        </a:buClr>
        <a:buSzPct val="100000"/>
        <a:buFont typeface="Arial" panose="020B0604020202020204" pitchFamily="34" charset="0"/>
        <a:buChar char="•"/>
        <a:tabLst/>
        <a:defRPr sz="12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3pPr>
      <a:lvl4pPr marL="862013" marR="0" indent="-157163" algn="l" defTabSz="914240" eaLnBrk="1" latinLnBrk="0" hangingPunct="1">
        <a:lnSpc>
          <a:spcPct val="90000"/>
        </a:lnSpc>
        <a:spcBef>
          <a:spcPts val="400"/>
        </a:spcBef>
        <a:spcAft>
          <a:spcPts val="400"/>
        </a:spcAft>
        <a:buClr>
          <a:schemeClr val="accent4"/>
        </a:buClr>
        <a:buSzPct val="100000"/>
        <a:buFont typeface="System Font Regular"/>
        <a:buChar char="–"/>
        <a:tabLst/>
        <a:defRPr sz="12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4pPr>
      <a:lvl5pPr marL="1085850" marR="0" indent="-157163" algn="l" defTabSz="914240" eaLnBrk="1" latinLnBrk="0" hangingPunct="1">
        <a:lnSpc>
          <a:spcPct val="90000"/>
        </a:lnSpc>
        <a:spcBef>
          <a:spcPts val="400"/>
        </a:spcBef>
        <a:spcAft>
          <a:spcPts val="400"/>
        </a:spcAft>
        <a:buClr>
          <a:schemeClr val="accent4"/>
        </a:buClr>
        <a:buSzPct val="100000"/>
        <a:buFont typeface="Arial" panose="020B0604020202020204" pitchFamily="34" charset="0"/>
        <a:buChar char="•"/>
        <a:tabLst/>
        <a:defRPr sz="12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5pPr>
      <a:lvl6pPr marL="2502130" marR="0" indent="-216530" algn="l" defTabSz="91424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6pPr>
      <a:lvl7pPr marL="2959250" marR="0" indent="-216530" algn="l" defTabSz="91424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7pPr>
      <a:lvl8pPr marL="3416370" marR="0" indent="-216530" algn="l" defTabSz="91424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8pPr>
      <a:lvl9pPr marL="3873490" marR="0" indent="-216530" algn="l" defTabSz="91424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9pPr>
    </p:bodyStyle>
    <p:otherStyle>
      <a:lvl1pPr marL="0" marR="0" indent="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1pPr>
      <a:lvl2pPr marL="0" marR="0" indent="4572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2pPr>
      <a:lvl3pPr marL="0" marR="0" indent="9144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3pPr>
      <a:lvl4pPr marL="0" marR="0" indent="13716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4pPr>
      <a:lvl5pPr marL="0" marR="0" indent="18288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5pPr>
      <a:lvl6pPr marL="0" marR="0" indent="22860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6pPr>
      <a:lvl7pPr marL="0" marR="0" indent="27432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7pPr>
      <a:lvl8pPr marL="0" marR="0" indent="32004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8pPr>
      <a:lvl9pPr marL="0" marR="0" indent="36576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">
          <p15:clr>
            <a:srgbClr val="F26B43"/>
          </p15:clr>
        </p15:guide>
        <p15:guide id="2" orient="horz" pos="35">
          <p15:clr>
            <a:srgbClr val="F26B43"/>
          </p15:clr>
        </p15:guide>
        <p15:guide id="3" pos="168">
          <p15:clr>
            <a:srgbClr val="F26B43"/>
          </p15:clr>
        </p15:guide>
        <p15:guide id="4" pos="7512">
          <p15:clr>
            <a:srgbClr val="F26B43"/>
          </p15:clr>
        </p15:guide>
        <p15:guide id="9" orient="horz" pos="4173">
          <p15:clr>
            <a:srgbClr val="F26B43"/>
          </p15:clr>
        </p15:guide>
        <p15:guide id="10" pos="240">
          <p15:clr>
            <a:srgbClr val="F26B43"/>
          </p15:clr>
        </p15:guide>
        <p15:guide id="11" pos="7440">
          <p15:clr>
            <a:srgbClr val="F26B43"/>
          </p15:clr>
        </p15:guide>
        <p15:guide id="17" orient="horz" pos="720">
          <p15:clr>
            <a:srgbClr val="F26B43"/>
          </p15:clr>
        </p15:guide>
        <p15:guide id="18" orient="horz" pos="3912">
          <p15:clr>
            <a:srgbClr val="F26B43"/>
          </p15:clr>
        </p15:guide>
        <p15:guide id="19" pos="3840">
          <p15:clr>
            <a:srgbClr val="F26B43"/>
          </p15:clr>
        </p15:guide>
        <p15:guide id="20" pos="3888">
          <p15:clr>
            <a:srgbClr val="F26B43"/>
          </p15:clr>
        </p15:guide>
        <p15:guide id="21" pos="3792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198C5A6-80F1-F935-B793-3621C4BE49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14921184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14" imgW="639" imgH="639" progId="TCLayout.ActiveDocument.1">
                  <p:embed/>
                </p:oleObj>
              </mc:Choice>
              <mc:Fallback>
                <p:oleObj name="think-cell スライド" r:id="rId14" imgW="639" imgH="639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198C5A6-80F1-F935-B793-3621C4BE49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Graphic 3">
            <a:extLst>
              <a:ext uri="{FF2B5EF4-FFF2-40B4-BE49-F238E27FC236}">
                <a16:creationId xmlns:a16="http://schemas.microsoft.com/office/drawing/2014/main" id="{0A9E4256-DD49-0127-DBDC-BD78388E14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806884" y="6082764"/>
            <a:ext cx="1082711" cy="721808"/>
          </a:xfrm>
          <a:prstGeom prst="rect">
            <a:avLst/>
          </a:prstGeom>
        </p:spPr>
      </p:pic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272233" y="336263"/>
            <a:ext cx="11536220" cy="8081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91440" rIns="45719" anchor="t">
            <a:noAutofit/>
          </a:bodyPr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idx="1"/>
          </p:nvPr>
        </p:nvSpPr>
        <p:spPr>
          <a:xfrm>
            <a:off x="347472" y="1310480"/>
            <a:ext cx="10515601" cy="4351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45720" rIns="45719">
            <a:no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9DD666D0-CF25-4F2F-AA97-3C4F166D9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96055" y="6412748"/>
            <a:ext cx="426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2B143D1D-9801-49CA-88C0-178C03B6937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EDE3A7-E046-2B16-B5A2-4C20BB2AB9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0080" y="6479007"/>
            <a:ext cx="5455920" cy="23083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lang="en-US" sz="900" b="0" i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29333D6-D320-D6BF-F784-C7ABDAFE0E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/>
          <a:srcRect l="26256" r="22363"/>
          <a:stretch/>
        </p:blipFill>
        <p:spPr>
          <a:xfrm>
            <a:off x="10114059" y="6090715"/>
            <a:ext cx="749014" cy="721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656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477" r:id="rId1"/>
    <p:sldLayoutId id="2147485478" r:id="rId2"/>
    <p:sldLayoutId id="2147485479" r:id="rId3"/>
    <p:sldLayoutId id="2147485480" r:id="rId4"/>
    <p:sldLayoutId id="2147485481" r:id="rId5"/>
    <p:sldLayoutId id="2147485482" r:id="rId6"/>
    <p:sldLayoutId id="2147485483" r:id="rId7"/>
    <p:sldLayoutId id="2147485484" r:id="rId8"/>
    <p:sldLayoutId id="2147485485" r:id="rId9"/>
    <p:sldLayoutId id="2147485486" r:id="rId10"/>
    <p:sldLayoutId id="2147485487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marL="0" marR="0" indent="0" algn="l" defTabSz="914240" eaLnBrk="1" latinLnBrk="0" hangingPunct="1">
        <a:lnSpc>
          <a:spcPct val="95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1" i="0" u="none" strike="noStrike" cap="none" spc="0" baseline="0">
          <a:solidFill>
            <a:schemeClr val="accent4"/>
          </a:solidFill>
          <a:uFillTx/>
          <a:latin typeface="+mj-lt"/>
          <a:ea typeface="Arial" panose="020B0604020202020204" pitchFamily="34" charset="0"/>
          <a:cs typeface="Arial" panose="020B0604020202020204" pitchFamily="34" charset="0"/>
          <a:sym typeface="Avenir Black"/>
        </a:defRPr>
      </a:lvl1pPr>
      <a:lvl2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2pPr>
      <a:lvl3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3pPr>
      <a:lvl4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4pPr>
      <a:lvl5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5pPr>
      <a:lvl6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6pPr>
      <a:lvl7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7pPr>
      <a:lvl8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8pPr>
      <a:lvl9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9pPr>
    </p:titleStyle>
    <p:bodyStyle>
      <a:lvl1pPr marL="228560" marR="0" indent="-228560" algn="l" defTabSz="914240" eaLnBrk="1" latinLnBrk="0" hangingPunct="1">
        <a:lnSpc>
          <a:spcPct val="90000"/>
        </a:lnSpc>
        <a:spcBef>
          <a:spcPts val="1000"/>
        </a:spcBef>
        <a:spcAft>
          <a:spcPts val="400"/>
        </a:spcAft>
        <a:buClr>
          <a:schemeClr val="accent4"/>
        </a:buClr>
        <a:buSzPct val="100000"/>
        <a:buFont typeface="Arial" panose="020B0604020202020204" pitchFamily="34" charset="0"/>
        <a:buChar char="•"/>
        <a:tabLst/>
        <a:defRPr sz="16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1pPr>
      <a:lvl2pPr marL="463550" marR="0" indent="-165100" algn="l" defTabSz="914240" eaLnBrk="1" latinLnBrk="0" hangingPunct="1">
        <a:lnSpc>
          <a:spcPct val="90000"/>
        </a:lnSpc>
        <a:spcBef>
          <a:spcPts val="400"/>
        </a:spcBef>
        <a:spcAft>
          <a:spcPts val="400"/>
        </a:spcAft>
        <a:buClr>
          <a:schemeClr val="accent4"/>
        </a:buClr>
        <a:buSzPct val="100000"/>
        <a:buFont typeface="System Font Regular"/>
        <a:buChar char="–"/>
        <a:tabLst/>
        <a:defRPr sz="14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2pPr>
      <a:lvl3pPr marL="687388" marR="0" indent="-173038" algn="l" defTabSz="914240" eaLnBrk="1" latinLnBrk="0" hangingPunct="1">
        <a:lnSpc>
          <a:spcPct val="90000"/>
        </a:lnSpc>
        <a:spcBef>
          <a:spcPts val="400"/>
        </a:spcBef>
        <a:spcAft>
          <a:spcPts val="400"/>
        </a:spcAft>
        <a:buClr>
          <a:schemeClr val="accent4"/>
        </a:buClr>
        <a:buSzPct val="100000"/>
        <a:buFont typeface="Arial" panose="020B0604020202020204" pitchFamily="34" charset="0"/>
        <a:buChar char="•"/>
        <a:tabLst/>
        <a:defRPr sz="12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3pPr>
      <a:lvl4pPr marL="862013" marR="0" indent="-157163" algn="l" defTabSz="914240" eaLnBrk="1" latinLnBrk="0" hangingPunct="1">
        <a:lnSpc>
          <a:spcPct val="90000"/>
        </a:lnSpc>
        <a:spcBef>
          <a:spcPts val="400"/>
        </a:spcBef>
        <a:spcAft>
          <a:spcPts val="400"/>
        </a:spcAft>
        <a:buClr>
          <a:schemeClr val="accent4"/>
        </a:buClr>
        <a:buSzPct val="100000"/>
        <a:buFont typeface="System Font Regular"/>
        <a:buChar char="–"/>
        <a:tabLst/>
        <a:defRPr sz="12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4pPr>
      <a:lvl5pPr marL="1085850" marR="0" indent="-157163" algn="l" defTabSz="914240" eaLnBrk="1" latinLnBrk="0" hangingPunct="1">
        <a:lnSpc>
          <a:spcPct val="90000"/>
        </a:lnSpc>
        <a:spcBef>
          <a:spcPts val="400"/>
        </a:spcBef>
        <a:spcAft>
          <a:spcPts val="400"/>
        </a:spcAft>
        <a:buClr>
          <a:schemeClr val="accent4"/>
        </a:buClr>
        <a:buSzPct val="100000"/>
        <a:buFont typeface="Arial" panose="020B0604020202020204" pitchFamily="34" charset="0"/>
        <a:buChar char="•"/>
        <a:tabLst/>
        <a:defRPr sz="12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5pPr>
      <a:lvl6pPr marL="2502130" marR="0" indent="-216530" algn="l" defTabSz="91424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6pPr>
      <a:lvl7pPr marL="2959250" marR="0" indent="-216530" algn="l" defTabSz="91424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7pPr>
      <a:lvl8pPr marL="3416370" marR="0" indent="-216530" algn="l" defTabSz="91424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8pPr>
      <a:lvl9pPr marL="3873490" marR="0" indent="-216530" algn="l" defTabSz="91424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9pPr>
    </p:bodyStyle>
    <p:otherStyle>
      <a:lvl1pPr marL="0" marR="0" indent="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1pPr>
      <a:lvl2pPr marL="0" marR="0" indent="4572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2pPr>
      <a:lvl3pPr marL="0" marR="0" indent="9144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3pPr>
      <a:lvl4pPr marL="0" marR="0" indent="13716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4pPr>
      <a:lvl5pPr marL="0" marR="0" indent="18288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5pPr>
      <a:lvl6pPr marL="0" marR="0" indent="22860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6pPr>
      <a:lvl7pPr marL="0" marR="0" indent="27432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7pPr>
      <a:lvl8pPr marL="0" marR="0" indent="32004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8pPr>
      <a:lvl9pPr marL="0" marR="0" indent="36576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">
          <p15:clr>
            <a:srgbClr val="F26B43"/>
          </p15:clr>
        </p15:guide>
        <p15:guide id="2" orient="horz" pos="35">
          <p15:clr>
            <a:srgbClr val="F26B43"/>
          </p15:clr>
        </p15:guide>
        <p15:guide id="3" pos="168">
          <p15:clr>
            <a:srgbClr val="F26B43"/>
          </p15:clr>
        </p15:guide>
        <p15:guide id="4" pos="7512">
          <p15:clr>
            <a:srgbClr val="F26B43"/>
          </p15:clr>
        </p15:guide>
        <p15:guide id="9" orient="horz" pos="4173">
          <p15:clr>
            <a:srgbClr val="F26B43"/>
          </p15:clr>
        </p15:guide>
        <p15:guide id="10" pos="240">
          <p15:clr>
            <a:srgbClr val="F26B43"/>
          </p15:clr>
        </p15:guide>
        <p15:guide id="11" pos="7440">
          <p15:clr>
            <a:srgbClr val="F26B43"/>
          </p15:clr>
        </p15:guide>
        <p15:guide id="12" orient="horz" pos="720">
          <p15:clr>
            <a:srgbClr val="F26B43"/>
          </p15:clr>
        </p15:guide>
        <p15:guide id="13" orient="horz" pos="3912">
          <p15:clr>
            <a:srgbClr val="F26B43"/>
          </p15:clr>
        </p15:guide>
        <p15:guide id="14" pos="3840">
          <p15:clr>
            <a:srgbClr val="F26B43"/>
          </p15:clr>
        </p15:guide>
        <p15:guide id="15" pos="3888">
          <p15:clr>
            <a:srgbClr val="F26B43"/>
          </p15:clr>
        </p15:guide>
        <p15:guide id="16" pos="3792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198C5A6-80F1-F935-B793-3621C4BE49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14921184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14" imgW="639" imgH="639" progId="TCLayout.ActiveDocument.1">
                  <p:embed/>
                </p:oleObj>
              </mc:Choice>
              <mc:Fallback>
                <p:oleObj name="think-cell スライド" r:id="rId14" imgW="639" imgH="639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198C5A6-80F1-F935-B793-3621C4BE49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Graphic 3">
            <a:extLst>
              <a:ext uri="{FF2B5EF4-FFF2-40B4-BE49-F238E27FC236}">
                <a16:creationId xmlns:a16="http://schemas.microsoft.com/office/drawing/2014/main" id="{0A9E4256-DD49-0127-DBDC-BD78388E14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806884" y="6082764"/>
            <a:ext cx="1082711" cy="721808"/>
          </a:xfrm>
          <a:prstGeom prst="rect">
            <a:avLst/>
          </a:prstGeom>
        </p:spPr>
      </p:pic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272233" y="336263"/>
            <a:ext cx="11536220" cy="8081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91440" rIns="45719" anchor="t">
            <a:noAutofit/>
          </a:bodyPr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idx="1"/>
          </p:nvPr>
        </p:nvSpPr>
        <p:spPr>
          <a:xfrm>
            <a:off x="347472" y="1310480"/>
            <a:ext cx="10515601" cy="4351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45720" rIns="45719">
            <a:no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9DD666D0-CF25-4F2F-AA97-3C4F166D9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96055" y="6412748"/>
            <a:ext cx="426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2B143D1D-9801-49CA-88C0-178C03B6937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EDE3A7-E046-2B16-B5A2-4C20BB2AB9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0080" y="6479007"/>
            <a:ext cx="5455920" cy="23083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lang="en-US" sz="900" b="0" i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29333D6-D320-D6BF-F784-C7ABDAFE0E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/>
          <a:srcRect l="26256" r="22363"/>
          <a:stretch/>
        </p:blipFill>
        <p:spPr>
          <a:xfrm>
            <a:off x="10114059" y="6090715"/>
            <a:ext cx="749014" cy="721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100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489" r:id="rId1"/>
    <p:sldLayoutId id="2147485490" r:id="rId2"/>
    <p:sldLayoutId id="2147485491" r:id="rId3"/>
    <p:sldLayoutId id="2147485492" r:id="rId4"/>
    <p:sldLayoutId id="2147485493" r:id="rId5"/>
    <p:sldLayoutId id="2147485494" r:id="rId6"/>
    <p:sldLayoutId id="2147485495" r:id="rId7"/>
    <p:sldLayoutId id="2147485496" r:id="rId8"/>
    <p:sldLayoutId id="2147485497" r:id="rId9"/>
    <p:sldLayoutId id="2147485498" r:id="rId10"/>
    <p:sldLayoutId id="214748549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marL="0" marR="0" indent="0" algn="l" defTabSz="914240" eaLnBrk="1" latinLnBrk="0" hangingPunct="1">
        <a:lnSpc>
          <a:spcPct val="95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1" i="0" u="none" strike="noStrike" cap="none" spc="0" baseline="0">
          <a:solidFill>
            <a:schemeClr val="accent4"/>
          </a:solidFill>
          <a:uFillTx/>
          <a:latin typeface="+mj-lt"/>
          <a:ea typeface="Arial" panose="020B0604020202020204" pitchFamily="34" charset="0"/>
          <a:cs typeface="Arial" panose="020B0604020202020204" pitchFamily="34" charset="0"/>
          <a:sym typeface="Avenir Black"/>
        </a:defRPr>
      </a:lvl1pPr>
      <a:lvl2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2pPr>
      <a:lvl3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3pPr>
      <a:lvl4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4pPr>
      <a:lvl5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5pPr>
      <a:lvl6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6pPr>
      <a:lvl7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7pPr>
      <a:lvl8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8pPr>
      <a:lvl9pPr marL="0" marR="0" indent="0" algn="l" defTabSz="914240" eaLnBrk="1" latinLnBrk="0" hangingPunct="1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600" b="0" i="0" u="none" strike="noStrike" cap="none" spc="0" baseline="0">
          <a:solidFill>
            <a:schemeClr val="accent1"/>
          </a:solidFill>
          <a:uFillTx/>
          <a:latin typeface="Avenir Black"/>
          <a:ea typeface="Avenir Black"/>
          <a:cs typeface="Avenir Black"/>
          <a:sym typeface="Avenir Black"/>
        </a:defRPr>
      </a:lvl9pPr>
    </p:titleStyle>
    <p:bodyStyle>
      <a:lvl1pPr marL="228560" marR="0" indent="-228560" algn="l" defTabSz="914240" eaLnBrk="1" latinLnBrk="0" hangingPunct="1">
        <a:lnSpc>
          <a:spcPct val="90000"/>
        </a:lnSpc>
        <a:spcBef>
          <a:spcPts val="1000"/>
        </a:spcBef>
        <a:spcAft>
          <a:spcPts val="400"/>
        </a:spcAft>
        <a:buClr>
          <a:schemeClr val="accent4"/>
        </a:buClr>
        <a:buSzPct val="100000"/>
        <a:buFont typeface="Arial" panose="020B0604020202020204" pitchFamily="34" charset="0"/>
        <a:buChar char="•"/>
        <a:tabLst/>
        <a:defRPr sz="16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1pPr>
      <a:lvl2pPr marL="463550" marR="0" indent="-165100" algn="l" defTabSz="914240" eaLnBrk="1" latinLnBrk="0" hangingPunct="1">
        <a:lnSpc>
          <a:spcPct val="90000"/>
        </a:lnSpc>
        <a:spcBef>
          <a:spcPts val="400"/>
        </a:spcBef>
        <a:spcAft>
          <a:spcPts val="400"/>
        </a:spcAft>
        <a:buClr>
          <a:schemeClr val="accent4"/>
        </a:buClr>
        <a:buSzPct val="100000"/>
        <a:buFont typeface="System Font Regular"/>
        <a:buChar char="–"/>
        <a:tabLst/>
        <a:defRPr sz="14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2pPr>
      <a:lvl3pPr marL="687388" marR="0" indent="-173038" algn="l" defTabSz="914240" eaLnBrk="1" latinLnBrk="0" hangingPunct="1">
        <a:lnSpc>
          <a:spcPct val="90000"/>
        </a:lnSpc>
        <a:spcBef>
          <a:spcPts val="400"/>
        </a:spcBef>
        <a:spcAft>
          <a:spcPts val="400"/>
        </a:spcAft>
        <a:buClr>
          <a:schemeClr val="accent4"/>
        </a:buClr>
        <a:buSzPct val="100000"/>
        <a:buFont typeface="Arial" panose="020B0604020202020204" pitchFamily="34" charset="0"/>
        <a:buChar char="•"/>
        <a:tabLst/>
        <a:defRPr sz="12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3pPr>
      <a:lvl4pPr marL="862013" marR="0" indent="-157163" algn="l" defTabSz="914240" eaLnBrk="1" latinLnBrk="0" hangingPunct="1">
        <a:lnSpc>
          <a:spcPct val="90000"/>
        </a:lnSpc>
        <a:spcBef>
          <a:spcPts val="400"/>
        </a:spcBef>
        <a:spcAft>
          <a:spcPts val="400"/>
        </a:spcAft>
        <a:buClr>
          <a:schemeClr val="accent4"/>
        </a:buClr>
        <a:buSzPct val="100000"/>
        <a:buFont typeface="System Font Regular"/>
        <a:buChar char="–"/>
        <a:tabLst/>
        <a:defRPr sz="12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4pPr>
      <a:lvl5pPr marL="1085850" marR="0" indent="-157163" algn="l" defTabSz="914240" eaLnBrk="1" latinLnBrk="0" hangingPunct="1">
        <a:lnSpc>
          <a:spcPct val="90000"/>
        </a:lnSpc>
        <a:spcBef>
          <a:spcPts val="400"/>
        </a:spcBef>
        <a:spcAft>
          <a:spcPts val="400"/>
        </a:spcAft>
        <a:buClr>
          <a:schemeClr val="accent4"/>
        </a:buClr>
        <a:buSzPct val="100000"/>
        <a:buFont typeface="Arial" panose="020B0604020202020204" pitchFamily="34" charset="0"/>
        <a:buChar char="•"/>
        <a:tabLst/>
        <a:defRPr sz="1200" b="0" i="0" u="none" strike="noStrike" cap="none" spc="0" baseline="0">
          <a:solidFill>
            <a:schemeClr val="bg2"/>
          </a:solidFill>
          <a:uFillTx/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venir Book"/>
        </a:defRPr>
      </a:lvl5pPr>
      <a:lvl6pPr marL="2502130" marR="0" indent="-216530" algn="l" defTabSz="91424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6pPr>
      <a:lvl7pPr marL="2959250" marR="0" indent="-216530" algn="l" defTabSz="91424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7pPr>
      <a:lvl8pPr marL="3416370" marR="0" indent="-216530" algn="l" defTabSz="91424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8pPr>
      <a:lvl9pPr marL="3873490" marR="0" indent="-216530" algn="l" defTabSz="91424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1800" b="0" i="0" u="none" strike="noStrike" cap="none" spc="0" baseline="0">
          <a:solidFill>
            <a:srgbClr val="50626A"/>
          </a:solidFill>
          <a:uFillTx/>
          <a:latin typeface="Avenir Book"/>
          <a:ea typeface="Avenir Book"/>
          <a:cs typeface="Avenir Book"/>
          <a:sym typeface="Avenir Book"/>
        </a:defRPr>
      </a:lvl9pPr>
    </p:bodyStyle>
    <p:otherStyle>
      <a:lvl1pPr marL="0" marR="0" indent="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1pPr>
      <a:lvl2pPr marL="0" marR="0" indent="4572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2pPr>
      <a:lvl3pPr marL="0" marR="0" indent="9144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3pPr>
      <a:lvl4pPr marL="0" marR="0" indent="13716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4pPr>
      <a:lvl5pPr marL="0" marR="0" indent="18288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5pPr>
      <a:lvl6pPr marL="0" marR="0" indent="22860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6pPr>
      <a:lvl7pPr marL="0" marR="0" indent="27432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7pPr>
      <a:lvl8pPr marL="0" marR="0" indent="32004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8pPr>
      <a:lvl9pPr marL="0" marR="0" indent="3657600" algn="ctr" defTabSz="91440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Regular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">
          <p15:clr>
            <a:srgbClr val="F26B43"/>
          </p15:clr>
        </p15:guide>
        <p15:guide id="2" orient="horz" pos="35">
          <p15:clr>
            <a:srgbClr val="F26B43"/>
          </p15:clr>
        </p15:guide>
        <p15:guide id="3" pos="168">
          <p15:clr>
            <a:srgbClr val="F26B43"/>
          </p15:clr>
        </p15:guide>
        <p15:guide id="4" pos="7512">
          <p15:clr>
            <a:srgbClr val="F26B43"/>
          </p15:clr>
        </p15:guide>
        <p15:guide id="9" orient="horz" pos="4173">
          <p15:clr>
            <a:srgbClr val="F26B43"/>
          </p15:clr>
        </p15:guide>
        <p15:guide id="10" pos="240">
          <p15:clr>
            <a:srgbClr val="F26B43"/>
          </p15:clr>
        </p15:guide>
        <p15:guide id="11" pos="7440">
          <p15:clr>
            <a:srgbClr val="F26B43"/>
          </p15:clr>
        </p15:guide>
        <p15:guide id="12" orient="horz" pos="720">
          <p15:clr>
            <a:srgbClr val="F26B43"/>
          </p15:clr>
        </p15:guide>
        <p15:guide id="13" orient="horz" pos="3912">
          <p15:clr>
            <a:srgbClr val="F26B43"/>
          </p15:clr>
        </p15:guide>
        <p15:guide id="14" pos="3840">
          <p15:clr>
            <a:srgbClr val="F26B43"/>
          </p15:clr>
        </p15:guide>
        <p15:guide id="15" pos="3888">
          <p15:clr>
            <a:srgbClr val="F26B43"/>
          </p15:clr>
        </p15:guide>
        <p15:guide id="16" pos="379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hart" Target="../charts/chart8.xml"/><Relationship Id="rId3" Type="http://schemas.openxmlformats.org/officeDocument/2006/relationships/chart" Target="../charts/chart3.xml"/><Relationship Id="rId7" Type="http://schemas.openxmlformats.org/officeDocument/2006/relationships/chart" Target="../charts/chart7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1.xml"/><Relationship Id="rId6" Type="http://schemas.openxmlformats.org/officeDocument/2006/relationships/chart" Target="../charts/chart6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5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4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41.xml"/><Relationship Id="rId4" Type="http://schemas.openxmlformats.org/officeDocument/2006/relationships/chart" Target="../charts/char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1.xml"/><Relationship Id="rId6" Type="http://schemas.openxmlformats.org/officeDocument/2006/relationships/chart" Target="../charts/chart17.xml"/><Relationship Id="rId5" Type="http://schemas.openxmlformats.org/officeDocument/2006/relationships/chart" Target="../charts/chart16.xml"/><Relationship Id="rId4" Type="http://schemas.openxmlformats.org/officeDocument/2006/relationships/chart" Target="../charts/char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7A0DF73D-8647-762C-AF42-75D1D725A8DD}"/>
              </a:ext>
            </a:extLst>
          </p:cNvPr>
          <p:cNvSpPr txBox="1">
            <a:spLocks/>
          </p:cNvSpPr>
          <p:nvPr/>
        </p:nvSpPr>
        <p:spPr>
          <a:xfrm>
            <a:off x="11826973" y="6506145"/>
            <a:ext cx="207875" cy="21844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543ED3-111B-4842-9D2D-918F903AB236}" type="slidenum">
              <a:rPr lang="en-US" smtClean="0"/>
              <a:pPr/>
              <a:t>1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0E96F0D-9C85-7AE4-9F67-EE67E167AE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8016" y="-97296"/>
            <a:ext cx="12320016" cy="6964532"/>
          </a:xfrm>
          <a:prstGeom prst="rect">
            <a:avLst/>
          </a:prstGeom>
        </p:spPr>
      </p:pic>
      <p:sp>
        <p:nvSpPr>
          <p:cNvPr id="10" name="Title 2">
            <a:extLst>
              <a:ext uri="{FF2B5EF4-FFF2-40B4-BE49-F238E27FC236}">
                <a16:creationId xmlns:a16="http://schemas.microsoft.com/office/drawing/2014/main" id="{3E6EA214-C04D-6EAF-62B0-A691A3A699EA}"/>
              </a:ext>
            </a:extLst>
          </p:cNvPr>
          <p:cNvSpPr txBox="1">
            <a:spLocks/>
          </p:cNvSpPr>
          <p:nvPr/>
        </p:nvSpPr>
        <p:spPr>
          <a:xfrm>
            <a:off x="407503" y="3586375"/>
            <a:ext cx="5864087" cy="8081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vert="horz" lIns="91440" tIns="45720" rIns="45719" bIns="45720" rtlCol="0" anchor="b">
            <a:normAutofit/>
          </a:bodyPr>
          <a:lstStyle>
            <a:lvl1pPr marL="0" marR="0" indent="0" algn="ctr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US" sz="1800" b="1" i="0" u="none" strike="noStrike" cap="none" spc="0" baseline="0" dirty="0">
                <a:solidFill>
                  <a:schemeClr val="bg1"/>
                </a:solidFill>
                <a:uFillTx/>
                <a:latin typeface="Arial Nova" panose="020B0504020202020204" pitchFamily="34" charset="0"/>
                <a:ea typeface="Arial Nova" panose="020B0504020202020204" pitchFamily="34" charset="0"/>
                <a:cs typeface="Arial Nova" panose="020B0504020202020204" pitchFamily="34" charset="0"/>
                <a:sym typeface="Avenir Black"/>
              </a:defRPr>
            </a:lvl1pPr>
            <a:lvl2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2pPr>
            <a:lvl3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3pPr>
            <a:lvl4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4pPr>
            <a:lvl5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5pPr>
            <a:lvl6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6pPr>
            <a:lvl7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7pPr>
            <a:lvl8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8pPr>
            <a:lvl9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9pPr>
          </a:lstStyle>
          <a:p>
            <a:pPr defTabSz="914400" hangingPunct="0">
              <a:lnSpc>
                <a:spcPct val="100000"/>
              </a:lnSpc>
              <a:defRPr/>
            </a:pPr>
            <a:r>
              <a:rPr lang="en-IN" i="1" kern="0">
                <a:latin typeface="Arial Nova"/>
              </a:rPr>
              <a:t>FYA</a:t>
            </a:r>
            <a:r>
              <a:rPr lang="en-US" i="1" kern="0">
                <a:latin typeface="Arial Nova"/>
              </a:rPr>
              <a:t>FYARRO</a:t>
            </a:r>
            <a:r>
              <a:rPr lang="en-US" i="1" baseline="30000">
                <a:latin typeface="Arial Nova"/>
              </a:rPr>
              <a:t>®</a:t>
            </a:r>
            <a:r>
              <a:rPr lang="en-US" i="1">
                <a:latin typeface="Arial Nova"/>
              </a:rPr>
              <a:t> </a:t>
            </a:r>
            <a:r>
              <a:rPr lang="en-US" i="1" kern="0">
                <a:latin typeface="Arial Nova"/>
              </a:rPr>
              <a:t> Performance Tracker</a:t>
            </a:r>
            <a:r>
              <a:rPr lang="en-IN" i="1" kern="0">
                <a:latin typeface="Arial Nova"/>
              </a:rPr>
              <a:t>RRO</a:t>
            </a:r>
            <a:r>
              <a:rPr lang="en-IN" i="1" kern="0" baseline="30000">
                <a:latin typeface="Arial Nova"/>
              </a:rPr>
              <a:t>®</a:t>
            </a:r>
            <a:r>
              <a:rPr lang="en-IN" i="1" kern="0">
                <a:latin typeface="Arial Nova"/>
              </a:rPr>
              <a:t>  Performance Tracker</a:t>
            </a:r>
            <a:endParaRPr lang="en-IN" sz="4400" kern="0">
              <a:solidFill>
                <a:srgbClr val="FFFFFF"/>
              </a:solidFill>
              <a:latin typeface="Arial Nova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7B8BF827-1F0E-2ED3-30AC-5F4D6F2F8752}"/>
              </a:ext>
            </a:extLst>
          </p:cNvPr>
          <p:cNvSpPr txBox="1">
            <a:spLocks/>
          </p:cNvSpPr>
          <p:nvPr/>
        </p:nvSpPr>
        <p:spPr>
          <a:xfrm>
            <a:off x="407503" y="4501550"/>
            <a:ext cx="3753930" cy="315722"/>
          </a:xfrm>
          <a:prstGeom prst="rect">
            <a:avLst/>
          </a:prstGeom>
        </p:spPr>
        <p:txBody>
          <a:bodyPr/>
          <a:lstStyle>
            <a:lvl1pPr marL="228560" marR="0" indent="-228560" algn="l" defTabSz="91424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1pPr>
            <a:lvl2pPr marL="463550" marR="0" indent="-165100" algn="l" defTabSz="91424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Char char="–"/>
              <a:tabLst/>
              <a:defRPr sz="1400" b="0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2pPr>
            <a:lvl3pPr marL="687388" marR="0" indent="-173038" algn="l" defTabSz="91424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Char char="•"/>
              <a:tabLst/>
              <a:defRPr sz="1200" b="0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3pPr>
            <a:lvl4pPr marL="862013" marR="0" indent="-157163" algn="l" defTabSz="91424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Char char="–"/>
              <a:tabLst/>
              <a:defRPr sz="1200" b="0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4pPr>
            <a:lvl5pPr marL="1085850" marR="0" indent="-157163" algn="l" defTabSz="91424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Char char="•"/>
              <a:tabLst/>
              <a:defRPr sz="1200" b="0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5pPr>
            <a:lvl6pPr marL="2502130" marR="0" indent="-216530" algn="l" defTabSz="91424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1800" b="0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6pPr>
            <a:lvl7pPr marL="2959250" marR="0" indent="-216530" algn="l" defTabSz="91424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1800" b="0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7pPr>
            <a:lvl8pPr marL="3416370" marR="0" indent="-216530" algn="l" defTabSz="91424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1800" b="0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8pPr>
            <a:lvl9pPr marL="3873490" marR="0" indent="-216530" algn="l" defTabSz="91424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1800" b="0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9pPr>
          </a:lstStyle>
          <a:p>
            <a:pPr marL="0" indent="0">
              <a:buNone/>
            </a:pPr>
            <a:r>
              <a:rPr lang="en-US" kern="0" dirty="0"/>
              <a:t>  19</a:t>
            </a:r>
            <a:r>
              <a:rPr lang="en-US" kern="0" baseline="30000" dirty="0"/>
              <a:t>th</a:t>
            </a:r>
            <a:r>
              <a:rPr lang="en-US" kern="0" dirty="0"/>
              <a:t> June 2026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9FF9DB8-422B-DEA1-5C99-E8455703CE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03" y="3693412"/>
            <a:ext cx="5499069" cy="701101"/>
          </a:xfrm>
          <a:prstGeom prst="rect">
            <a:avLst/>
          </a:prstGeom>
        </p:spPr>
      </p:pic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81170FB2-FE39-6823-824A-D41188F7AFBA}"/>
              </a:ext>
            </a:extLst>
          </p:cNvPr>
          <p:cNvSpPr txBox="1">
            <a:spLocks/>
          </p:cNvSpPr>
          <p:nvPr/>
        </p:nvSpPr>
        <p:spPr>
          <a:xfrm>
            <a:off x="11979373" y="6658545"/>
            <a:ext cx="207875" cy="21844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C0543ED3-111B-4842-9D2D-918F903AB236}" type="slidenum">
              <a:rPr lang="en-US" sz="800" smtClean="0">
                <a:solidFill>
                  <a:srgbClr val="50626A"/>
                </a:solidFill>
                <a:latin typeface="Montserrat Regular"/>
                <a:sym typeface="Montserrat Regular"/>
              </a:rPr>
              <a:pPr algn="ctr">
                <a:defRPr/>
              </a:pPr>
              <a:t>1</a:t>
            </a:fld>
            <a:endParaRPr lang="en-US" sz="800">
              <a:solidFill>
                <a:srgbClr val="50626A"/>
              </a:solidFill>
              <a:latin typeface="Montserrat Regular"/>
              <a:sym typeface="Montserrat Regular"/>
            </a:endParaRPr>
          </a:p>
        </p:txBody>
      </p:sp>
    </p:spTree>
    <p:extLst>
      <p:ext uri="{BB962C8B-B14F-4D97-AF65-F5344CB8AC3E}">
        <p14:creationId xmlns:p14="http://schemas.microsoft.com/office/powerpoint/2010/main" val="1069915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6AE5F296-C607-3DA4-6744-F07A1EC6F993}"/>
              </a:ext>
            </a:extLst>
          </p:cNvPr>
          <p:cNvGrpSpPr/>
          <p:nvPr/>
        </p:nvGrpSpPr>
        <p:grpSpPr>
          <a:xfrm>
            <a:off x="511848" y="715739"/>
            <a:ext cx="11523400" cy="5597977"/>
            <a:chOff x="456748" y="173180"/>
            <a:chExt cx="11134619" cy="5896696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3F88B04-BBCE-8EDC-B0C4-825099B637EF}"/>
                </a:ext>
              </a:extLst>
            </p:cNvPr>
            <p:cNvGrpSpPr/>
            <p:nvPr/>
          </p:nvGrpSpPr>
          <p:grpSpPr>
            <a:xfrm>
              <a:off x="456749" y="1057734"/>
              <a:ext cx="11134618" cy="5012142"/>
              <a:chOff x="584200" y="1377392"/>
              <a:chExt cx="11216640" cy="4362022"/>
            </a:xfrm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8ED975BD-A7FD-880F-5334-1DAC4EDF307E}"/>
                  </a:ext>
                </a:extLst>
              </p:cNvPr>
              <p:cNvSpPr/>
              <p:nvPr/>
            </p:nvSpPr>
            <p:spPr>
              <a:xfrm>
                <a:off x="2827528" y="1377392"/>
                <a:ext cx="8973312" cy="751008"/>
              </a:xfrm>
              <a:custGeom>
                <a:avLst/>
                <a:gdLst>
                  <a:gd name="connsiteX0" fmla="*/ 0 w 8973312"/>
                  <a:gd name="connsiteY0" fmla="*/ 0 h 941501"/>
                  <a:gd name="connsiteX1" fmla="*/ 8973312 w 8973312"/>
                  <a:gd name="connsiteY1" fmla="*/ 0 h 941501"/>
                  <a:gd name="connsiteX2" fmla="*/ 8973312 w 8973312"/>
                  <a:gd name="connsiteY2" fmla="*/ 941501 h 941501"/>
                  <a:gd name="connsiteX3" fmla="*/ 0 w 8973312"/>
                  <a:gd name="connsiteY3" fmla="*/ 941501 h 941501"/>
                  <a:gd name="connsiteX4" fmla="*/ 0 w 8973312"/>
                  <a:gd name="connsiteY4" fmla="*/ 0 h 941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73312" h="941501">
                    <a:moveTo>
                      <a:pt x="0" y="0"/>
                    </a:moveTo>
                    <a:lnTo>
                      <a:pt x="8973312" y="0"/>
                    </a:lnTo>
                    <a:lnTo>
                      <a:pt x="8973312" y="941501"/>
                    </a:lnTo>
                    <a:lnTo>
                      <a:pt x="0" y="941501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74107" tIns="239141" rIns="174107" bIns="239141" numCol="1" spcCol="1270" anchor="ctr" anchorCtr="0">
                <a:noAutofit/>
              </a:bodyPr>
              <a:lstStyle/>
              <a:p>
                <a:pPr marL="0" marR="0" lvl="0" indent="0" algn="l" defTabSz="5334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effectLst/>
                  <a:uLnTx/>
                  <a:uFillTx/>
                  <a:latin typeface="Arial Nova"/>
                  <a:ea typeface="Calibri"/>
                  <a:cs typeface="Calibri"/>
                </a:endParaRPr>
              </a:p>
              <a:p>
                <a:pPr lvl="0" defTabSz="5334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As of 06/19 :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 Net</a:t>
                </a: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Sales of Jun’26 is $</a:t>
                </a:r>
                <a:r>
                  <a:rPr lang="en-US" sz="1400" dirty="0"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latin typeface="Arial Nova"/>
                  </a:rPr>
                  <a:t>2.3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M; QTD Achievement of 96% ($8.5M vs $8.9M Budget); YTD Achievement of 49% ($18M vs $36.2M Budget)</a:t>
                </a:r>
              </a:p>
              <a:p>
                <a:pPr defTabSz="5334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defRPr/>
                </a:pPr>
                <a:endParaRPr lang="en-US" sz="14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 Nova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74CD77CD-3395-2E18-B060-9448A8B8C4CC}"/>
                  </a:ext>
                </a:extLst>
              </p:cNvPr>
              <p:cNvSpPr/>
              <p:nvPr/>
            </p:nvSpPr>
            <p:spPr>
              <a:xfrm>
                <a:off x="584200" y="1385430"/>
                <a:ext cx="2243328" cy="742969"/>
              </a:xfrm>
              <a:custGeom>
                <a:avLst/>
                <a:gdLst>
                  <a:gd name="connsiteX0" fmla="*/ 0 w 2243328"/>
                  <a:gd name="connsiteY0" fmla="*/ 0 h 941501"/>
                  <a:gd name="connsiteX1" fmla="*/ 2243328 w 2243328"/>
                  <a:gd name="connsiteY1" fmla="*/ 0 h 941501"/>
                  <a:gd name="connsiteX2" fmla="*/ 2243328 w 2243328"/>
                  <a:gd name="connsiteY2" fmla="*/ 941501 h 941501"/>
                  <a:gd name="connsiteX3" fmla="*/ 0 w 2243328"/>
                  <a:gd name="connsiteY3" fmla="*/ 941501 h 941501"/>
                  <a:gd name="connsiteX4" fmla="*/ 0 w 2243328"/>
                  <a:gd name="connsiteY4" fmla="*/ 0 h 941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43328" h="941501">
                    <a:moveTo>
                      <a:pt x="0" y="0"/>
                    </a:moveTo>
                    <a:lnTo>
                      <a:pt x="2243328" y="0"/>
                    </a:lnTo>
                    <a:lnTo>
                      <a:pt x="2243328" y="941501"/>
                    </a:lnTo>
                    <a:lnTo>
                      <a:pt x="0" y="941501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80000"/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shade val="80000"/>
                  <a:hueOff val="0"/>
                  <a:satOff val="0"/>
                  <a:lumOff val="0"/>
                  <a:alphaOff val="0"/>
                </a:schemeClr>
              </a:fillRef>
              <a:effectRef idx="1">
                <a:schemeClr val="accent1">
                  <a:shade val="8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18709" tIns="92999" rIns="118709" bIns="92999" numCol="1" spcCol="1270" anchor="ctr" anchorCtr="0">
                <a:noAutofit/>
              </a:bodyPr>
              <a:lstStyle/>
              <a:p>
                <a:pPr marL="0" marR="0" lvl="0" indent="0" algn="ctr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 Nova" panose="020B0504020202020204" pitchFamily="34" charset="0"/>
                    <a:ea typeface="Calibri"/>
                    <a:cs typeface="Calibri"/>
                  </a:rPr>
                  <a:t>Net sales</a:t>
                </a: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AB4AD355-A08E-7BC9-4CFB-C8EFE06856D3}"/>
                  </a:ext>
                </a:extLst>
              </p:cNvPr>
              <p:cNvSpPr/>
              <p:nvPr/>
            </p:nvSpPr>
            <p:spPr>
              <a:xfrm>
                <a:off x="2827528" y="2163465"/>
                <a:ext cx="8973312" cy="1131196"/>
              </a:xfrm>
              <a:custGeom>
                <a:avLst/>
                <a:gdLst>
                  <a:gd name="connsiteX0" fmla="*/ 0 w 8973312"/>
                  <a:gd name="connsiteY0" fmla="*/ 0 h 941501"/>
                  <a:gd name="connsiteX1" fmla="*/ 8973312 w 8973312"/>
                  <a:gd name="connsiteY1" fmla="*/ 0 h 941501"/>
                  <a:gd name="connsiteX2" fmla="*/ 8973312 w 8973312"/>
                  <a:gd name="connsiteY2" fmla="*/ 941501 h 941501"/>
                  <a:gd name="connsiteX3" fmla="*/ 0 w 8973312"/>
                  <a:gd name="connsiteY3" fmla="*/ 941501 h 941501"/>
                  <a:gd name="connsiteX4" fmla="*/ 0 w 8973312"/>
                  <a:gd name="connsiteY4" fmla="*/ 0 h 941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73312" h="941501">
                    <a:moveTo>
                      <a:pt x="0" y="0"/>
                    </a:moveTo>
                    <a:lnTo>
                      <a:pt x="8973312" y="0"/>
                    </a:lnTo>
                    <a:lnTo>
                      <a:pt x="8973312" y="941501"/>
                    </a:lnTo>
                    <a:lnTo>
                      <a:pt x="0" y="941501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74107" tIns="239141" rIns="174107" bIns="239141" numCol="1" spcCol="1270" anchor="ctr" anchorCtr="0">
                <a:noAutofit/>
              </a:bodyPr>
              <a:lstStyle/>
              <a:p>
                <a:pPr marL="0" marR="0" lvl="0" indent="0" algn="l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Calibri"/>
                    <a:cs typeface="Calibri"/>
                  </a:rPr>
                  <a:t>As of 06/19:</a:t>
                </a:r>
              </a:p>
              <a:p>
                <a:pPr marL="285750" marR="0" lvl="0" indent="-285750" algn="l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 typeface="Wingdings" panose="05000000000000000000" pitchFamily="2" charset="2"/>
                  <a:buChar char="ü"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 panose="020B0504020202020204" pitchFamily="34" charset="0"/>
                    <a:ea typeface="Calibri"/>
                    <a:cs typeface="Helvetica"/>
                  </a:rPr>
                  <a:t>Jun’26 sell-out daily average is 20.9 vials vs Jun’26 expectation of </a:t>
                </a:r>
                <a:r>
                  <a:rPr lang="en-US" sz="1400" dirty="0"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latin typeface="Arial Nova" panose="020B0504020202020204" pitchFamily="34" charset="0"/>
                    <a:ea typeface="Calibri"/>
                    <a:cs typeface="Helvetica"/>
                  </a:rPr>
                  <a:t>17.8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 panose="020B0504020202020204" pitchFamily="34" charset="0"/>
                    <a:ea typeface="Calibri"/>
                    <a:cs typeface="Helvetica"/>
                  </a:rPr>
                  <a:t> vials</a:t>
                </a:r>
              </a:p>
              <a:p>
                <a:pPr marL="285750" marR="0" lvl="0" indent="-285750" algn="l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 typeface="Wingdings" panose="05000000000000000000" pitchFamily="2" charset="2"/>
                  <a:buChar char="ü"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 panose="020B0504020202020204" pitchFamily="34" charset="0"/>
                    <a:ea typeface="Calibri"/>
                    <a:cs typeface="Helvetica"/>
                  </a:rPr>
                  <a:t>QTD sell-out daily average is 20.5 vs QTD expectation of 19.8</a:t>
                </a:r>
                <a:r>
                  <a:rPr lang="en-US" sz="1400" dirty="0"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latin typeface="Arial Nova" panose="020B0504020202020204" pitchFamily="34" charset="0"/>
                    <a:cs typeface="Helvetica"/>
                  </a:rPr>
                  <a:t>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 panose="020B0504020202020204" pitchFamily="34" charset="0"/>
                    <a:ea typeface="+mn-ea"/>
                    <a:cs typeface="Helvetica"/>
                  </a:rPr>
                  <a:t>vials</a:t>
                </a:r>
              </a:p>
              <a:p>
                <a:pPr marL="285750" marR="0" lvl="0" indent="-285750" algn="l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 typeface="Wingdings" panose="05000000000000000000" pitchFamily="2" charset="2"/>
                  <a:buChar char="ü"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 panose="020B0504020202020204" pitchFamily="34" charset="0"/>
                    <a:ea typeface="Calibri"/>
                    <a:cs typeface="Helvetica"/>
                  </a:rPr>
                  <a:t>QTD sell-out is </a:t>
                </a:r>
                <a:r>
                  <a:rPr lang="en-US" sz="1400" dirty="0"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latin typeface="Arial Nova" panose="020B0504020202020204" pitchFamily="34" charset="0"/>
                    <a:ea typeface="Calibri"/>
                    <a:cs typeface="Helvetica"/>
                  </a:rPr>
                  <a:t>1168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 panose="020B0504020202020204" pitchFamily="34" charset="0"/>
                    <a:ea typeface="Calibri"/>
                    <a:cs typeface="Helvetica"/>
                  </a:rPr>
                  <a:t> vials vs the QTD expectation of 1127 vials (104% Achievement)</a:t>
                </a:r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7E3FA88E-F851-27FC-7DDC-52D71C7A1EC0}"/>
                  </a:ext>
                </a:extLst>
              </p:cNvPr>
              <p:cNvSpPr/>
              <p:nvPr/>
            </p:nvSpPr>
            <p:spPr>
              <a:xfrm>
                <a:off x="584200" y="2163465"/>
                <a:ext cx="2243328" cy="1131196"/>
              </a:xfrm>
              <a:custGeom>
                <a:avLst/>
                <a:gdLst>
                  <a:gd name="connsiteX0" fmla="*/ 0 w 2243328"/>
                  <a:gd name="connsiteY0" fmla="*/ 0 h 941501"/>
                  <a:gd name="connsiteX1" fmla="*/ 2243328 w 2243328"/>
                  <a:gd name="connsiteY1" fmla="*/ 0 h 941501"/>
                  <a:gd name="connsiteX2" fmla="*/ 2243328 w 2243328"/>
                  <a:gd name="connsiteY2" fmla="*/ 941501 h 941501"/>
                  <a:gd name="connsiteX3" fmla="*/ 0 w 2243328"/>
                  <a:gd name="connsiteY3" fmla="*/ 941501 h 941501"/>
                  <a:gd name="connsiteX4" fmla="*/ 0 w 2243328"/>
                  <a:gd name="connsiteY4" fmla="*/ 0 h 941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43328" h="941501">
                    <a:moveTo>
                      <a:pt x="0" y="0"/>
                    </a:moveTo>
                    <a:lnTo>
                      <a:pt x="2243328" y="0"/>
                    </a:lnTo>
                    <a:lnTo>
                      <a:pt x="2243328" y="941501"/>
                    </a:lnTo>
                    <a:lnTo>
                      <a:pt x="0" y="941501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80000"/>
                  <a:hueOff val="105015"/>
                  <a:satOff val="-18356"/>
                  <a:lumOff val="9828"/>
                  <a:alphaOff val="0"/>
                </a:schemeClr>
              </a:lnRef>
              <a:fillRef idx="1">
                <a:schemeClr val="accent1">
                  <a:shade val="80000"/>
                  <a:hueOff val="105015"/>
                  <a:satOff val="-18356"/>
                  <a:lumOff val="9828"/>
                  <a:alphaOff val="0"/>
                </a:schemeClr>
              </a:fillRef>
              <a:effectRef idx="1">
                <a:schemeClr val="accent1">
                  <a:shade val="80000"/>
                  <a:hueOff val="105015"/>
                  <a:satOff val="-18356"/>
                  <a:lumOff val="9828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18709" tIns="92999" rIns="118709" bIns="92999" numCol="1" spcCol="1270" anchor="ctr" anchorCtr="0">
                <a:noAutofit/>
              </a:bodyPr>
              <a:lstStyle/>
              <a:p>
                <a:pPr marL="0" marR="0" lvl="0" indent="0" algn="ctr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 Nova" panose="020B0504020202020204" pitchFamily="34" charset="0"/>
                    <a:ea typeface="Calibri"/>
                    <a:cs typeface="Calibri"/>
                  </a:rPr>
                  <a:t>Sell-out/Demand</a:t>
                </a:r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94297B9D-BFC2-C83E-B484-9762217CEF74}"/>
                  </a:ext>
                </a:extLst>
              </p:cNvPr>
              <p:cNvSpPr/>
              <p:nvPr/>
            </p:nvSpPr>
            <p:spPr>
              <a:xfrm>
                <a:off x="2827528" y="3329813"/>
                <a:ext cx="8973312" cy="1345480"/>
              </a:xfrm>
              <a:custGeom>
                <a:avLst/>
                <a:gdLst>
                  <a:gd name="connsiteX0" fmla="*/ 0 w 8973312"/>
                  <a:gd name="connsiteY0" fmla="*/ 0 h 941501"/>
                  <a:gd name="connsiteX1" fmla="*/ 8973312 w 8973312"/>
                  <a:gd name="connsiteY1" fmla="*/ 0 h 941501"/>
                  <a:gd name="connsiteX2" fmla="*/ 8973312 w 8973312"/>
                  <a:gd name="connsiteY2" fmla="*/ 941501 h 941501"/>
                  <a:gd name="connsiteX3" fmla="*/ 0 w 8973312"/>
                  <a:gd name="connsiteY3" fmla="*/ 941501 h 941501"/>
                  <a:gd name="connsiteX4" fmla="*/ 0 w 8973312"/>
                  <a:gd name="connsiteY4" fmla="*/ 0 h 941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73312" h="941501">
                    <a:moveTo>
                      <a:pt x="0" y="0"/>
                    </a:moveTo>
                    <a:lnTo>
                      <a:pt x="8973312" y="0"/>
                    </a:lnTo>
                    <a:lnTo>
                      <a:pt x="8973312" y="941501"/>
                    </a:lnTo>
                    <a:lnTo>
                      <a:pt x="0" y="941501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74107" tIns="239141" rIns="174107" bIns="239141" numCol="1" spcCol="1270" anchor="ctr" anchorCtr="0">
                <a:noAutofit/>
              </a:bodyPr>
              <a:lstStyle/>
              <a:p>
                <a:pPr marL="0" marR="0" lvl="0" indent="0" algn="l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As of 06/19:</a:t>
                </a: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 Nova" panose="020B0504020202020204" pitchFamily="34" charset="0"/>
                  <a:ea typeface="Calibri"/>
                  <a:cs typeface="Calibri"/>
                </a:endParaRPr>
              </a:p>
              <a:p>
                <a:pPr marL="285750" marR="0" lvl="0" indent="-285750" algn="l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 typeface="Wingdings" panose="05000000000000000000" pitchFamily="2" charset="2"/>
                  <a:buChar char="ü"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 Nova"/>
                    <a:ea typeface="Calibri"/>
                    <a:cs typeface="Calibri"/>
                  </a:rPr>
                  <a:t>Account breadth: </a:t>
                </a:r>
                <a:r>
                  <a:rPr lang="en-US" sz="1400" dirty="0">
                    <a:solidFill>
                      <a:srgbClr val="000000"/>
                    </a:solidFill>
                    <a:latin typeface="Arial Nova"/>
                    <a:ea typeface="Calibri"/>
                    <a:cs typeface="Calibri"/>
                  </a:rPr>
                  <a:t>83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 Nova"/>
                    <a:ea typeface="Calibri"/>
                    <a:cs typeface="Calibri"/>
                  </a:rPr>
                  <a:t> accounts have ordered FYARRO in R4W vs 81 in P4W</a:t>
                </a:r>
              </a:p>
              <a:p>
                <a:pPr marL="285750" marR="0" lvl="0" indent="-285750" algn="l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 typeface="Wingdings" panose="05000000000000000000" pitchFamily="2" charset="2"/>
                  <a:buChar char="ü"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 Nova"/>
                    <a:ea typeface="Calibri"/>
                    <a:cs typeface="Calibri"/>
                  </a:rPr>
                  <a:t>Account depth: R4W account depth is </a:t>
                </a:r>
                <a:r>
                  <a:rPr lang="en-US" sz="1400" dirty="0">
                    <a:solidFill>
                      <a:srgbClr val="000000"/>
                    </a:solidFill>
                    <a:latin typeface="Arial Nova"/>
                    <a:ea typeface="Calibri"/>
                    <a:cs typeface="Calibri"/>
                  </a:rPr>
                  <a:t>5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 Nova"/>
                    <a:ea typeface="Calibri"/>
                    <a:cs typeface="Calibri"/>
                  </a:rPr>
                  <a:t> vials/account vs </a:t>
                </a:r>
                <a:r>
                  <a:rPr lang="en-US" sz="1400" dirty="0">
                    <a:solidFill>
                      <a:srgbClr val="000000"/>
                    </a:solidFill>
                    <a:latin typeface="Arial Nova"/>
                    <a:ea typeface="Calibri"/>
                    <a:cs typeface="Calibri"/>
                  </a:rPr>
                  <a:t>5.1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 Nova"/>
                    <a:ea typeface="Calibri"/>
                    <a:cs typeface="Calibri"/>
                  </a:rPr>
                  <a:t> in P4W</a:t>
                </a:r>
              </a:p>
              <a:p>
                <a:pPr marL="285750" marR="0" lvl="0" indent="-285750" algn="l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 typeface="Wingdings" panose="05000000000000000000" pitchFamily="2" charset="2"/>
                  <a:buChar char="ü"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Top 25 Accounts 2025TD: R4W growth is -4% (vs </a:t>
                </a:r>
                <a:r>
                  <a:rPr lang="en-US" sz="1400" dirty="0"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latin typeface="Arial Nova"/>
                  </a:rPr>
                  <a:t>1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% Nation); R8W growth is </a:t>
                </a:r>
                <a:r>
                  <a:rPr lang="en-US" sz="1400" dirty="0"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latin typeface="Arial Nova"/>
                  </a:rPr>
                  <a:t>-6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%(vs -2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%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Nation)</a:t>
                </a:r>
              </a:p>
              <a:p>
                <a:pPr marL="285750" marR="0" lvl="0" indent="-285750" algn="l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 typeface="Wingdings" panose="05000000000000000000" pitchFamily="2" charset="2"/>
                  <a:buChar char="ü"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(Including PAP) Top 25 Accounts 2025TD: R4W growth is -4% (vs </a:t>
                </a:r>
                <a:r>
                  <a:rPr lang="en-US" sz="1400" dirty="0"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latin typeface="Arial Nova"/>
                  </a:rPr>
                  <a:t>1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+mn-ea"/>
                    <a:cs typeface="+mn-cs"/>
                  </a:rPr>
                  <a:t>% Nation);R8W growth is -6% (vs -2% Nation)</a:t>
                </a:r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E4DDD815-0814-0750-DCD5-ADA9C4EAFD8E}"/>
                  </a:ext>
                </a:extLst>
              </p:cNvPr>
              <p:cNvSpPr/>
              <p:nvPr/>
            </p:nvSpPr>
            <p:spPr>
              <a:xfrm>
                <a:off x="584200" y="3329813"/>
                <a:ext cx="2243328" cy="1345480"/>
              </a:xfrm>
              <a:custGeom>
                <a:avLst/>
                <a:gdLst>
                  <a:gd name="connsiteX0" fmla="*/ 0 w 2243328"/>
                  <a:gd name="connsiteY0" fmla="*/ 0 h 941501"/>
                  <a:gd name="connsiteX1" fmla="*/ 2243328 w 2243328"/>
                  <a:gd name="connsiteY1" fmla="*/ 0 h 941501"/>
                  <a:gd name="connsiteX2" fmla="*/ 2243328 w 2243328"/>
                  <a:gd name="connsiteY2" fmla="*/ 941501 h 941501"/>
                  <a:gd name="connsiteX3" fmla="*/ 0 w 2243328"/>
                  <a:gd name="connsiteY3" fmla="*/ 941501 h 941501"/>
                  <a:gd name="connsiteX4" fmla="*/ 0 w 2243328"/>
                  <a:gd name="connsiteY4" fmla="*/ 0 h 941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43328" h="941501">
                    <a:moveTo>
                      <a:pt x="0" y="0"/>
                    </a:moveTo>
                    <a:lnTo>
                      <a:pt x="2243328" y="0"/>
                    </a:lnTo>
                    <a:lnTo>
                      <a:pt x="2243328" y="941501"/>
                    </a:lnTo>
                    <a:lnTo>
                      <a:pt x="0" y="941501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80000"/>
                  <a:hueOff val="210031"/>
                  <a:satOff val="-36712"/>
                  <a:lumOff val="19657"/>
                  <a:alphaOff val="0"/>
                </a:schemeClr>
              </a:lnRef>
              <a:fillRef idx="1">
                <a:schemeClr val="accent1">
                  <a:shade val="80000"/>
                  <a:hueOff val="210031"/>
                  <a:satOff val="-36712"/>
                  <a:lumOff val="19657"/>
                  <a:alphaOff val="0"/>
                </a:schemeClr>
              </a:fillRef>
              <a:effectRef idx="1">
                <a:schemeClr val="accent1">
                  <a:shade val="80000"/>
                  <a:hueOff val="210031"/>
                  <a:satOff val="-36712"/>
                  <a:lumOff val="19657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18709" tIns="92999" rIns="118709" bIns="92999" numCol="1" spcCol="1270" anchor="ctr" anchorCtr="0">
                <a:noAutofit/>
              </a:bodyPr>
              <a:lstStyle/>
              <a:p>
                <a:pPr marL="0" marR="0" lvl="0" indent="0" algn="ctr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 Nova" panose="020B0504020202020204" pitchFamily="34" charset="0"/>
                    <a:ea typeface="Calibri"/>
                    <a:cs typeface="Calibri"/>
                  </a:rPr>
                  <a:t>Account Breadth and Depth (Excluding PAP)</a:t>
                </a:r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C04E0204-5BE7-6092-93BF-5BC69344BA74}"/>
                  </a:ext>
                </a:extLst>
              </p:cNvPr>
              <p:cNvSpPr/>
              <p:nvPr/>
            </p:nvSpPr>
            <p:spPr>
              <a:xfrm>
                <a:off x="2827528" y="4710437"/>
                <a:ext cx="8973312" cy="567403"/>
              </a:xfrm>
              <a:custGeom>
                <a:avLst/>
                <a:gdLst>
                  <a:gd name="connsiteX0" fmla="*/ 0 w 8973312"/>
                  <a:gd name="connsiteY0" fmla="*/ 0 h 941501"/>
                  <a:gd name="connsiteX1" fmla="*/ 8973312 w 8973312"/>
                  <a:gd name="connsiteY1" fmla="*/ 0 h 941501"/>
                  <a:gd name="connsiteX2" fmla="*/ 8973312 w 8973312"/>
                  <a:gd name="connsiteY2" fmla="*/ 941501 h 941501"/>
                  <a:gd name="connsiteX3" fmla="*/ 0 w 8973312"/>
                  <a:gd name="connsiteY3" fmla="*/ 941501 h 941501"/>
                  <a:gd name="connsiteX4" fmla="*/ 0 w 8973312"/>
                  <a:gd name="connsiteY4" fmla="*/ 0 h 941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73312" h="941501">
                    <a:moveTo>
                      <a:pt x="0" y="0"/>
                    </a:moveTo>
                    <a:lnTo>
                      <a:pt x="8973312" y="0"/>
                    </a:lnTo>
                    <a:lnTo>
                      <a:pt x="8973312" y="941501"/>
                    </a:lnTo>
                    <a:lnTo>
                      <a:pt x="0" y="941501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74107" tIns="239141" rIns="174107" bIns="239141" numCol="1" spcCol="1270" anchor="ctr" anchorCtr="0">
                <a:noAutofit/>
              </a:bodyPr>
              <a:lstStyle/>
              <a:p>
                <a:pPr marL="285750" indent="-285750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Font typeface="Wingdings" panose="05000000000000000000" pitchFamily="2" charset="2"/>
                  <a:buChar char="ü"/>
                  <a:defRPr/>
                </a:pPr>
                <a:endParaRPr lang="en-US" sz="1400" dirty="0">
                  <a:latin typeface="Arial Nova" panose="020B0504020202020204" pitchFamily="34" charset="0"/>
                </a:endParaRPr>
              </a:p>
              <a:p>
                <a:pPr marL="285750" indent="-285750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Font typeface="Wingdings" panose="05000000000000000000" pitchFamily="2" charset="2"/>
                  <a:buChar char="ü"/>
                  <a:defRPr/>
                </a:pPr>
                <a:r>
                  <a:rPr lang="en-US" sz="1400" dirty="0">
                    <a:latin typeface="Arial Nova" panose="020B0504020202020204" pitchFamily="34" charset="0"/>
                  </a:rPr>
                  <a:t>West Region has shown an increase in the daily average while East and Central has experienced a decline in June compared to May</a:t>
                </a:r>
                <a:endParaRPr lang="en-US" sz="1400" dirty="0">
                  <a:latin typeface="Arial Nova" panose="020B0504020202020204" pitchFamily="34" charset="0"/>
                  <a:sym typeface="Arial"/>
                </a:endParaRPr>
              </a:p>
              <a:p>
                <a:pPr marL="285750" lvl="0" indent="-285750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Font typeface="Wingdings" panose="05000000000000000000" pitchFamily="2" charset="2"/>
                  <a:buChar char="ü"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effectLst/>
                  <a:uLnTx/>
                  <a:uFillTx/>
                  <a:latin typeface="Arial Nova" panose="020B0504020202020204" pitchFamily="34" charset="0"/>
                  <a:ea typeface="+mn-ea"/>
                  <a:cs typeface="+mn-cs"/>
                  <a:sym typeface="Arial"/>
                </a:endParaRPr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F6423101-EA9E-9986-3152-7AA9271A38BF}"/>
                  </a:ext>
                </a:extLst>
              </p:cNvPr>
              <p:cNvSpPr/>
              <p:nvPr/>
            </p:nvSpPr>
            <p:spPr>
              <a:xfrm>
                <a:off x="584200" y="4710444"/>
                <a:ext cx="2243328" cy="567397"/>
              </a:xfrm>
              <a:custGeom>
                <a:avLst/>
                <a:gdLst>
                  <a:gd name="connsiteX0" fmla="*/ 0 w 2243328"/>
                  <a:gd name="connsiteY0" fmla="*/ 0 h 941501"/>
                  <a:gd name="connsiteX1" fmla="*/ 2243328 w 2243328"/>
                  <a:gd name="connsiteY1" fmla="*/ 0 h 941501"/>
                  <a:gd name="connsiteX2" fmla="*/ 2243328 w 2243328"/>
                  <a:gd name="connsiteY2" fmla="*/ 941501 h 941501"/>
                  <a:gd name="connsiteX3" fmla="*/ 0 w 2243328"/>
                  <a:gd name="connsiteY3" fmla="*/ 941501 h 941501"/>
                  <a:gd name="connsiteX4" fmla="*/ 0 w 2243328"/>
                  <a:gd name="connsiteY4" fmla="*/ 0 h 941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43328" h="941501">
                    <a:moveTo>
                      <a:pt x="0" y="0"/>
                    </a:moveTo>
                    <a:lnTo>
                      <a:pt x="2243328" y="0"/>
                    </a:lnTo>
                    <a:lnTo>
                      <a:pt x="2243328" y="941501"/>
                    </a:lnTo>
                    <a:lnTo>
                      <a:pt x="0" y="941501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80000"/>
                  <a:hueOff val="315046"/>
                  <a:satOff val="-55067"/>
                  <a:lumOff val="29485"/>
                  <a:alphaOff val="0"/>
                </a:schemeClr>
              </a:lnRef>
              <a:fillRef idx="1">
                <a:schemeClr val="accent1">
                  <a:shade val="80000"/>
                  <a:hueOff val="315046"/>
                  <a:satOff val="-55067"/>
                  <a:lumOff val="29485"/>
                  <a:alphaOff val="0"/>
                </a:schemeClr>
              </a:fillRef>
              <a:effectRef idx="1">
                <a:schemeClr val="accent1">
                  <a:shade val="80000"/>
                  <a:hueOff val="315046"/>
                  <a:satOff val="-55067"/>
                  <a:lumOff val="2948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18709" tIns="92999" rIns="118709" bIns="92999" numCol="1" spcCol="1270" anchor="ctr" anchorCtr="0">
                <a:noAutofit/>
              </a:bodyPr>
              <a:lstStyle/>
              <a:p>
                <a:pPr marL="0" marR="0" lvl="0" indent="0" algn="ctr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 Nova" panose="020B0504020202020204" pitchFamily="34" charset="0"/>
                    <a:ea typeface="Calibri"/>
                    <a:cs typeface="Calibri"/>
                  </a:rPr>
                  <a:t>Sub-National deep dive</a:t>
                </a:r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8BF809A2-9A95-7223-AD52-D5D5CA5D2221}"/>
                  </a:ext>
                </a:extLst>
              </p:cNvPr>
              <p:cNvSpPr/>
              <p:nvPr/>
            </p:nvSpPr>
            <p:spPr>
              <a:xfrm>
                <a:off x="2827528" y="5320942"/>
                <a:ext cx="8973312" cy="418465"/>
              </a:xfrm>
              <a:custGeom>
                <a:avLst/>
                <a:gdLst>
                  <a:gd name="connsiteX0" fmla="*/ 0 w 8973312"/>
                  <a:gd name="connsiteY0" fmla="*/ 0 h 941501"/>
                  <a:gd name="connsiteX1" fmla="*/ 8973312 w 8973312"/>
                  <a:gd name="connsiteY1" fmla="*/ 0 h 941501"/>
                  <a:gd name="connsiteX2" fmla="*/ 8973312 w 8973312"/>
                  <a:gd name="connsiteY2" fmla="*/ 941501 h 941501"/>
                  <a:gd name="connsiteX3" fmla="*/ 0 w 8973312"/>
                  <a:gd name="connsiteY3" fmla="*/ 941501 h 941501"/>
                  <a:gd name="connsiteX4" fmla="*/ 0 w 8973312"/>
                  <a:gd name="connsiteY4" fmla="*/ 0 h 941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73312" h="941501">
                    <a:moveTo>
                      <a:pt x="0" y="0"/>
                    </a:moveTo>
                    <a:lnTo>
                      <a:pt x="8973312" y="0"/>
                    </a:lnTo>
                    <a:lnTo>
                      <a:pt x="8973312" y="941501"/>
                    </a:lnTo>
                    <a:lnTo>
                      <a:pt x="0" y="941501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74107" tIns="239141" rIns="174107" bIns="239141" numCol="1" spcCol="1270" anchor="ctr" anchorCtr="0">
                <a:noAutofit/>
              </a:bodyPr>
              <a:lstStyle/>
              <a:p>
                <a:pPr marL="285750" marR="0" lvl="0" indent="-285750" algn="l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 typeface="Wingdings" panose="05000000000000000000" pitchFamily="2" charset="2"/>
                  <a:buChar char="ü"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effectLst/>
                    <a:uLnTx/>
                    <a:uFillTx/>
                    <a:latin typeface="Arial Nova"/>
                    <a:ea typeface="Calibri"/>
                    <a:cs typeface="Calibri"/>
                  </a:rPr>
                  <a:t>Duration stable at 6.8 Months based on Claims data through Dec’23</a:t>
                </a:r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4CE7FA8E-2CCE-FEAA-599D-27044B9E76BE}"/>
                  </a:ext>
                </a:extLst>
              </p:cNvPr>
              <p:cNvSpPr/>
              <p:nvPr/>
            </p:nvSpPr>
            <p:spPr>
              <a:xfrm>
                <a:off x="584200" y="5312991"/>
                <a:ext cx="2243328" cy="426423"/>
              </a:xfrm>
              <a:custGeom>
                <a:avLst/>
                <a:gdLst>
                  <a:gd name="connsiteX0" fmla="*/ 0 w 2243328"/>
                  <a:gd name="connsiteY0" fmla="*/ 0 h 941501"/>
                  <a:gd name="connsiteX1" fmla="*/ 2243328 w 2243328"/>
                  <a:gd name="connsiteY1" fmla="*/ 0 h 941501"/>
                  <a:gd name="connsiteX2" fmla="*/ 2243328 w 2243328"/>
                  <a:gd name="connsiteY2" fmla="*/ 941501 h 941501"/>
                  <a:gd name="connsiteX3" fmla="*/ 0 w 2243328"/>
                  <a:gd name="connsiteY3" fmla="*/ 941501 h 941501"/>
                  <a:gd name="connsiteX4" fmla="*/ 0 w 2243328"/>
                  <a:gd name="connsiteY4" fmla="*/ 0 h 941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43328" h="941501">
                    <a:moveTo>
                      <a:pt x="0" y="0"/>
                    </a:moveTo>
                    <a:lnTo>
                      <a:pt x="2243328" y="0"/>
                    </a:lnTo>
                    <a:lnTo>
                      <a:pt x="2243328" y="941501"/>
                    </a:lnTo>
                    <a:lnTo>
                      <a:pt x="0" y="941501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80000"/>
                  <a:hueOff val="420061"/>
                  <a:satOff val="-73423"/>
                  <a:lumOff val="39314"/>
                  <a:alphaOff val="0"/>
                </a:schemeClr>
              </a:lnRef>
              <a:fillRef idx="1">
                <a:schemeClr val="accent1">
                  <a:shade val="80000"/>
                  <a:hueOff val="420061"/>
                  <a:satOff val="-73423"/>
                  <a:lumOff val="39314"/>
                  <a:alphaOff val="0"/>
                </a:schemeClr>
              </a:fillRef>
              <a:effectRef idx="1">
                <a:schemeClr val="accent1">
                  <a:shade val="80000"/>
                  <a:hueOff val="420061"/>
                  <a:satOff val="-73423"/>
                  <a:lumOff val="39314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18709" tIns="92999" rIns="118709" bIns="92999" numCol="1" spcCol="1270" anchor="ctr" anchorCtr="0">
                <a:noAutofit/>
              </a:bodyPr>
              <a:lstStyle/>
              <a:p>
                <a:pPr marL="0" marR="0" lvl="0" indent="0" algn="ctr" defTabSz="6223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 Nova" panose="020B0504020202020204" pitchFamily="34" charset="0"/>
                    <a:ea typeface="Calibri"/>
                    <a:cs typeface="Calibri"/>
                  </a:rPr>
                  <a:t>Patient Duration</a:t>
                </a:r>
              </a:p>
            </p:txBody>
          </p:sp>
        </p:grp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9B4B275-8E00-56F2-3223-44C74697CBDA}"/>
                </a:ext>
              </a:extLst>
            </p:cNvPr>
            <p:cNvSpPr/>
            <p:nvPr/>
          </p:nvSpPr>
          <p:spPr>
            <a:xfrm>
              <a:off x="2683671" y="173180"/>
              <a:ext cx="8907694" cy="844265"/>
            </a:xfrm>
            <a:custGeom>
              <a:avLst/>
              <a:gdLst>
                <a:gd name="connsiteX0" fmla="*/ 0 w 8973312"/>
                <a:gd name="connsiteY0" fmla="*/ 0 h 941501"/>
                <a:gd name="connsiteX1" fmla="*/ 8973312 w 8973312"/>
                <a:gd name="connsiteY1" fmla="*/ 0 h 941501"/>
                <a:gd name="connsiteX2" fmla="*/ 8973312 w 8973312"/>
                <a:gd name="connsiteY2" fmla="*/ 941501 h 941501"/>
                <a:gd name="connsiteX3" fmla="*/ 0 w 8973312"/>
                <a:gd name="connsiteY3" fmla="*/ 941501 h 941501"/>
                <a:gd name="connsiteX4" fmla="*/ 0 w 8973312"/>
                <a:gd name="connsiteY4" fmla="*/ 0 h 941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73312" h="941501">
                  <a:moveTo>
                    <a:pt x="0" y="0"/>
                  </a:moveTo>
                  <a:lnTo>
                    <a:pt x="8973312" y="0"/>
                  </a:lnTo>
                  <a:lnTo>
                    <a:pt x="8973312" y="941501"/>
                  </a:lnTo>
                  <a:lnTo>
                    <a:pt x="0" y="941501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74107" tIns="239141" rIns="174107" bIns="239141" numCol="1" spcCol="1270" anchor="ctr" anchorCtr="0">
              <a:noAutofit/>
            </a:bodyPr>
            <a:lstStyle/>
            <a:p>
              <a:pPr marL="0" marR="0" lvl="0" indent="0" algn="l" defTabSz="533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effectLst/>
                <a:uLnTx/>
                <a:uFillTx/>
                <a:latin typeface="Arial Nova"/>
                <a:ea typeface="Calibri"/>
                <a:cs typeface="Calibri"/>
              </a:endParaRPr>
            </a:p>
            <a:p>
              <a:pPr marL="285750" marR="0" lvl="0" indent="-285750" algn="l" defTabSz="533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 typeface="Wingdings" panose="05000000000000000000" pitchFamily="2" charset="2"/>
                <a:buChar char="ü"/>
                <a:tabLst/>
                <a:defRPr/>
              </a:pP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effectLst/>
                <a:uLnTx/>
                <a:uFillTx/>
                <a:latin typeface="Arial Nova"/>
                <a:ea typeface="+mn-ea"/>
                <a:cs typeface="+mn-cs"/>
              </a:endParaRPr>
            </a:p>
            <a:p>
              <a:pPr lvl="0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effectLst/>
                  <a:uLnTx/>
                  <a:uFillTx/>
                  <a:latin typeface="Arial Nova"/>
                  <a:ea typeface="+mn-ea"/>
                  <a:cs typeface="+mn-cs"/>
                </a:rPr>
                <a:t>As of 06/19 :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effectLst/>
                  <a:uLnTx/>
                  <a:uFillTx/>
                  <a:latin typeface="Arial Nova"/>
                  <a:ea typeface="+mn-ea"/>
                  <a:cs typeface="+mn-cs"/>
                </a:rPr>
                <a:t> </a:t>
              </a:r>
              <a:r>
                <a:rPr lang="en-US" sz="14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 Nova"/>
                </a:rPr>
                <a:t>Gross</a:t>
              </a:r>
              <a:r>
                <a:rPr lang="en-US" sz="1400" b="1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 Nova"/>
                </a:rPr>
                <a:t> </a:t>
              </a:r>
              <a:r>
                <a:rPr lang="en-US" sz="14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 Nova"/>
                </a:rPr>
                <a:t>Sales for Jun’26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effectLst/>
                  <a:uLnTx/>
                  <a:uFillTx/>
                  <a:latin typeface="Arial Nova"/>
                  <a:ea typeface="+mn-ea"/>
                  <a:cs typeface="+mn-cs"/>
                </a:rPr>
                <a:t> is $2.9</a:t>
              </a:r>
              <a:r>
                <a:rPr lang="en-US" sz="14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 Nova"/>
                </a:rPr>
                <a:t>M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effectLst/>
                  <a:uLnTx/>
                  <a:uFillTx/>
                  <a:latin typeface="Arial Nova"/>
                  <a:ea typeface="+mn-ea"/>
                  <a:cs typeface="+mn-cs"/>
                </a:rPr>
                <a:t>; QTD Achievement of 96% ($</a:t>
              </a:r>
              <a:r>
                <a:rPr lang="en-US" sz="14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 Nova"/>
                </a:rPr>
                <a:t>10.8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effectLst/>
                  <a:uLnTx/>
                  <a:uFillTx/>
                  <a:latin typeface="Arial Nova"/>
                  <a:ea typeface="+mn-ea"/>
                  <a:cs typeface="+mn-cs"/>
                </a:rPr>
                <a:t>M vs $11.2M Budget); YTD Achievement of 49% ($22.5M vs $</a:t>
              </a:r>
              <a:r>
                <a:rPr lang="en-US" sz="14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 Nova"/>
                </a:rPr>
                <a:t>45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effectLst/>
                  <a:uLnTx/>
                  <a:uFillTx/>
                  <a:latin typeface="Arial Nova"/>
                  <a:ea typeface="+mn-ea"/>
                  <a:cs typeface="+mn-cs"/>
                </a:rPr>
                <a:t>.7M Budget)</a:t>
              </a:r>
            </a:p>
            <a:p>
              <a:pPr marL="0" marR="0" lvl="0" indent="0" algn="l" defTabSz="533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effectLst/>
                <a:uLnTx/>
                <a:uFillTx/>
                <a:latin typeface="Arial Nova"/>
                <a:ea typeface="+mn-ea"/>
                <a:cs typeface="+mn-cs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DBAE79E0-F8BD-E372-2E42-0B4333A7A058}"/>
                </a:ext>
              </a:extLst>
            </p:cNvPr>
            <p:cNvSpPr/>
            <p:nvPr/>
          </p:nvSpPr>
          <p:spPr>
            <a:xfrm>
              <a:off x="456748" y="182317"/>
              <a:ext cx="2226923" cy="825993"/>
            </a:xfrm>
            <a:custGeom>
              <a:avLst/>
              <a:gdLst>
                <a:gd name="connsiteX0" fmla="*/ 0 w 2243328"/>
                <a:gd name="connsiteY0" fmla="*/ 0 h 941501"/>
                <a:gd name="connsiteX1" fmla="*/ 2243328 w 2243328"/>
                <a:gd name="connsiteY1" fmla="*/ 0 h 941501"/>
                <a:gd name="connsiteX2" fmla="*/ 2243328 w 2243328"/>
                <a:gd name="connsiteY2" fmla="*/ 941501 h 941501"/>
                <a:gd name="connsiteX3" fmla="*/ 0 w 2243328"/>
                <a:gd name="connsiteY3" fmla="*/ 941501 h 941501"/>
                <a:gd name="connsiteX4" fmla="*/ 0 w 2243328"/>
                <a:gd name="connsiteY4" fmla="*/ 0 h 941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43328" h="941501">
                  <a:moveTo>
                    <a:pt x="0" y="0"/>
                  </a:moveTo>
                  <a:lnTo>
                    <a:pt x="2243328" y="0"/>
                  </a:lnTo>
                  <a:lnTo>
                    <a:pt x="2243328" y="941501"/>
                  </a:lnTo>
                  <a:lnTo>
                    <a:pt x="0" y="941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shade val="80000"/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shade val="8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18709" tIns="92999" rIns="118709" bIns="92999" numCol="1" spcCol="1270" anchor="ctr" anchorCtr="0">
              <a:noAutofit/>
            </a:bodyPr>
            <a:lstStyle/>
            <a:p>
              <a:pPr marL="0" marR="0" lvl="0" indent="0" algn="ctr" defTabSz="6223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 Nova" panose="020B0504020202020204" pitchFamily="34" charset="0"/>
                  <a:ea typeface="Calibri"/>
                  <a:cs typeface="Calibri"/>
                </a:rPr>
                <a:t>Gross sales</a:t>
              </a:r>
            </a:p>
          </p:txBody>
        </p:sp>
      </p:grpSp>
      <p:sp>
        <p:nvSpPr>
          <p:cNvPr id="22" name="Title 3">
            <a:extLst>
              <a:ext uri="{FF2B5EF4-FFF2-40B4-BE49-F238E27FC236}">
                <a16:creationId xmlns:a16="http://schemas.microsoft.com/office/drawing/2014/main" id="{15FF84B3-883B-7C12-5AB1-C9C806A626E1}"/>
              </a:ext>
            </a:extLst>
          </p:cNvPr>
          <p:cNvSpPr txBox="1">
            <a:spLocks/>
          </p:cNvSpPr>
          <p:nvPr/>
        </p:nvSpPr>
        <p:spPr>
          <a:xfrm>
            <a:off x="584200" y="182881"/>
            <a:ext cx="10363200" cy="49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91440" rIns="45719" anchor="t">
            <a:normAutofit fontScale="92500" lnSpcReduction="10000"/>
          </a:bodyPr>
          <a:lstStyle>
            <a:lvl1pPr marL="0" marR="0" indent="0" algn="l" defTabSz="91424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1" i="0" u="none" strike="noStrike" cap="none" spc="0" baseline="0">
                <a:solidFill>
                  <a:schemeClr val="accent4"/>
                </a:solidFill>
                <a:uFillTx/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venir Black"/>
              </a:defRPr>
            </a:lvl1pPr>
            <a:lvl2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2pPr>
            <a:lvl3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3pPr>
            <a:lvl4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4pPr>
            <a:lvl5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5pPr>
            <a:lvl6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6pPr>
            <a:lvl7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7pPr>
            <a:lvl8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8pPr>
            <a:lvl9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9pPr>
          </a:lstStyle>
          <a:p>
            <a:pPr marL="0" marR="0" lvl="0" indent="0" algn="l" defTabSz="91424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859D"/>
                </a:solidFill>
                <a:effectLst/>
                <a:uLnTx/>
                <a:uFillTx/>
                <a:latin typeface="Arial" panose="020B0604020202020204"/>
                <a:cs typeface="Arial" panose="020B0604020202020204" pitchFamily="34" charset="0"/>
                <a:sym typeface="Avenir Black"/>
              </a:rPr>
              <a:t>Key highlights</a:t>
            </a:r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419454A1-0D56-E091-7FB8-F43C38D7B060}"/>
              </a:ext>
            </a:extLst>
          </p:cNvPr>
          <p:cNvSpPr txBox="1">
            <a:spLocks/>
          </p:cNvSpPr>
          <p:nvPr/>
        </p:nvSpPr>
        <p:spPr>
          <a:xfrm>
            <a:off x="11826973" y="6506145"/>
            <a:ext cx="207875" cy="21844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C0543ED3-111B-4842-9D2D-918F903AB236}" type="slidenum">
              <a:rPr lang="en-US" sz="800" smtClean="0">
                <a:solidFill>
                  <a:srgbClr val="50626A"/>
                </a:solidFill>
                <a:latin typeface="Montserrat Regular"/>
                <a:sym typeface="Montserrat Regular"/>
              </a:rPr>
              <a:pPr algn="ctr">
                <a:defRPr/>
              </a:pPr>
              <a:t>2</a:t>
            </a:fld>
            <a:endParaRPr lang="en-US" sz="800">
              <a:solidFill>
                <a:srgbClr val="50626A"/>
              </a:solidFill>
              <a:latin typeface="Montserrat Regular"/>
              <a:sym typeface="Montserrat Regular"/>
            </a:endParaRPr>
          </a:p>
        </p:txBody>
      </p:sp>
    </p:spTree>
    <p:extLst>
      <p:ext uri="{BB962C8B-B14F-4D97-AF65-F5344CB8AC3E}">
        <p14:creationId xmlns:p14="http://schemas.microsoft.com/office/powerpoint/2010/main" val="13200932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AD2F4B1C-F256-6B41-0CCC-AEA5E6682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230" y="192569"/>
            <a:ext cx="11536220" cy="391007"/>
          </a:xfrm>
        </p:spPr>
        <p:txBody>
          <a:bodyPr/>
          <a:lstStyle/>
          <a:p>
            <a:r>
              <a:rPr lang="en-US" sz="2400" err="1">
                <a:latin typeface="Trebuchet MS" panose="020B0603020202020204" pitchFamily="34" charset="0"/>
              </a:rPr>
              <a:t>Fyarro</a:t>
            </a:r>
            <a:r>
              <a:rPr lang="en-US" sz="2400">
                <a:latin typeface="Trebuchet MS" panose="020B0603020202020204" pitchFamily="34" charset="0"/>
              </a:rPr>
              <a:t> </a:t>
            </a:r>
            <a:r>
              <a:rPr lang="en-US" sz="2400">
                <a:latin typeface="Trebuchet MS" panose="020B0603020202020204" pitchFamily="34" charset="0"/>
                <a:ea typeface="Times New Roman" panose="02020603050405020304" pitchFamily="18" charset="0"/>
              </a:rPr>
              <a:t>Weekly run rate</a:t>
            </a:r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7741C1A-BDC7-2B8B-8563-F5AAA5D02869}"/>
              </a:ext>
            </a:extLst>
          </p:cNvPr>
          <p:cNvSpPr txBox="1">
            <a:spLocks/>
          </p:cNvSpPr>
          <p:nvPr/>
        </p:nvSpPr>
        <p:spPr>
          <a:xfrm>
            <a:off x="368079" y="611101"/>
            <a:ext cx="11823921" cy="295514"/>
          </a:xfrm>
          <a:prstGeom prst="rect">
            <a:avLst/>
          </a:prstGeom>
          <a:ln w="12700">
            <a:miter lim="400000"/>
          </a:ln>
        </p:spPr>
        <p:txBody>
          <a:bodyPr lIns="45720" tIns="45720" rIns="45719" bIns="45720" anchor="ctr">
            <a:no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defTabSz="914240" eaLnBrk="1" hangingPunct="1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defRPr i="1">
                <a:solidFill>
                  <a:schemeClr val="accent4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1pPr>
            <a:lvl2pPr marL="463550" indent="-165100" defTabSz="914240" eaLnBrk="1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Char char="–"/>
              <a:defRPr sz="1400">
                <a:solidFill>
                  <a:schemeClr val="bg2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2pPr>
            <a:lvl3pPr marL="687388" indent="-173038" defTabSz="914240" eaLnBrk="1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Char char="•"/>
              <a:defRPr sz="1200">
                <a:solidFill>
                  <a:schemeClr val="bg2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3pPr>
            <a:lvl4pPr marL="862013" indent="-157163" defTabSz="914240" eaLnBrk="1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Char char="–"/>
              <a:defRPr sz="1200">
                <a:solidFill>
                  <a:schemeClr val="bg2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4pPr>
            <a:lvl5pPr marL="1085850" indent="-157163" defTabSz="914240" eaLnBrk="1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Char char="•"/>
              <a:defRPr sz="1200">
                <a:solidFill>
                  <a:schemeClr val="bg2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5pPr>
            <a:lvl6pPr marL="2502130" indent="-216530" defTabSz="914240" eaLnBrk="1" hangingPunct="1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>
                <a:solidFill>
                  <a:srgbClr val="50626A"/>
                </a:solidFill>
                <a:latin typeface="Avenir Book"/>
                <a:ea typeface="Avenir Book"/>
                <a:cs typeface="Avenir Book"/>
                <a:sym typeface="Avenir Book"/>
              </a:defRPr>
            </a:lvl6pPr>
            <a:lvl7pPr marL="2959250" indent="-216530" defTabSz="914240" eaLnBrk="1" hangingPunct="1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>
                <a:solidFill>
                  <a:srgbClr val="50626A"/>
                </a:solidFill>
                <a:latin typeface="Avenir Book"/>
                <a:ea typeface="Avenir Book"/>
                <a:cs typeface="Avenir Book"/>
                <a:sym typeface="Avenir Book"/>
              </a:defRPr>
            </a:lvl7pPr>
            <a:lvl8pPr marL="3416370" indent="-216530" defTabSz="914240" eaLnBrk="1" hangingPunct="1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>
                <a:solidFill>
                  <a:srgbClr val="50626A"/>
                </a:solidFill>
                <a:latin typeface="Avenir Book"/>
                <a:ea typeface="Avenir Book"/>
                <a:cs typeface="Avenir Book"/>
                <a:sym typeface="Avenir Book"/>
              </a:defRPr>
            </a:lvl8pPr>
            <a:lvl9pPr marL="3873490" indent="-216530" defTabSz="914240" eaLnBrk="1" hangingPunct="1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>
                <a:solidFill>
                  <a:srgbClr val="50626A"/>
                </a:solidFill>
                <a:latin typeface="Avenir Book"/>
                <a:ea typeface="Avenir Book"/>
                <a:cs typeface="Avenir Book"/>
                <a:sym typeface="Avenir Book"/>
              </a:defRPr>
            </a:lvl9pPr>
          </a:lstStyle>
          <a:p>
            <a:pPr marL="0" marR="0" lvl="0" indent="0" algn="l" defTabSz="91424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rgbClr val="017298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>
                <a:solidFill>
                  <a:srgbClr val="017298"/>
                </a:solidFill>
                <a:latin typeface="Trebuchet MS"/>
                <a:ea typeface="Times New Roman" panose="02020603050405020304" pitchFamily="18" charset="0"/>
                <a:cs typeface="Arial"/>
              </a:rPr>
              <a:t>1% increase in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17298"/>
                </a:solidFill>
                <a:effectLst/>
                <a:uLnTx/>
                <a:uFillTx/>
                <a:latin typeface="Trebuchet MS"/>
                <a:ea typeface="Times New Roman" panose="02020603050405020304" pitchFamily="18" charset="0"/>
                <a:cs typeface="Arial"/>
                <a:sym typeface="Avenir Book"/>
              </a:rPr>
              <a:t> Demand </a:t>
            </a:r>
            <a:r>
              <a:rPr lang="en-US" dirty="0">
                <a:solidFill>
                  <a:srgbClr val="017298"/>
                </a:solidFill>
                <a:latin typeface="Trebuchet MS"/>
                <a:ea typeface="Times New Roman" panose="02020603050405020304" pitchFamily="18" charset="0"/>
                <a:cs typeface="Arial"/>
              </a:rPr>
              <a:t>in R4W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17298"/>
                </a:solidFill>
                <a:effectLst/>
                <a:uLnTx/>
                <a:uFillTx/>
                <a:latin typeface="Trebuchet MS"/>
                <a:ea typeface="Times New Roman" panose="02020603050405020304" pitchFamily="18" charset="0"/>
                <a:cs typeface="Arial"/>
                <a:sym typeface="Avenir Book"/>
              </a:rPr>
              <a:t>ending </a:t>
            </a:r>
            <a:r>
              <a:rPr lang="en-US" dirty="0">
                <a:solidFill>
                  <a:srgbClr val="017298"/>
                </a:solidFill>
                <a:latin typeface="Trebuchet MS"/>
                <a:ea typeface="Times New Roman" panose="02020603050405020304" pitchFamily="18" charset="0"/>
                <a:cs typeface="Arial"/>
              </a:rPr>
              <a:t>Jun 19th vs P4W    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17298"/>
                </a:solidFill>
                <a:effectLst/>
                <a:uLnTx/>
                <a:uFillTx/>
                <a:latin typeface="Trebuchet MS"/>
                <a:ea typeface="Times New Roman" panose="02020603050405020304" pitchFamily="18" charset="0"/>
                <a:cs typeface="Arial"/>
                <a:sym typeface="Avenir Book"/>
              </a:rPr>
              <a:t> </a:t>
            </a:r>
            <a:r>
              <a:rPr lang="en-US" dirty="0">
                <a:solidFill>
                  <a:srgbClr val="017298"/>
                </a:solidFill>
                <a:latin typeface="Trebuchet MS"/>
                <a:ea typeface="Times New Roman" panose="02020603050405020304" pitchFamily="18" charset="0"/>
                <a:cs typeface="Arial"/>
              </a:rPr>
              <a:t> </a:t>
            </a:r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7217D51B-84EC-FDA7-BD38-7FAC88B167D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7873513"/>
              </p:ext>
            </p:extLst>
          </p:nvPr>
        </p:nvGraphicFramePr>
        <p:xfrm>
          <a:off x="635798" y="1049213"/>
          <a:ext cx="11085084" cy="30674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18E7F200-4EFE-3C46-4BE0-9E3869E65A6D}"/>
              </a:ext>
            </a:extLst>
          </p:cNvPr>
          <p:cNvSpPr txBox="1"/>
          <p:nvPr/>
        </p:nvSpPr>
        <p:spPr>
          <a:xfrm>
            <a:off x="551318" y="6274424"/>
            <a:ext cx="9488031" cy="2308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Demand Data through 06/19, Biologics vials added as per 867 data</a:t>
            </a:r>
            <a:endParaRPr kumimoji="0" lang="en-IN" sz="90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Arial Nova" panose="020B0504020202020204" pitchFamily="34" charset="0"/>
              <a:sym typeface="Calibri"/>
            </a:endParaRPr>
          </a:p>
        </p:txBody>
      </p:sp>
      <p:graphicFrame>
        <p:nvGraphicFramePr>
          <p:cNvPr id="12" name="Content Placeholder 5">
            <a:extLst>
              <a:ext uri="{FF2B5EF4-FFF2-40B4-BE49-F238E27FC236}">
                <a16:creationId xmlns:a16="http://schemas.microsoft.com/office/drawing/2014/main" id="{F74173FD-232E-B165-900E-BE44201E1B3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0375901"/>
              </p:ext>
            </p:extLst>
          </p:nvPr>
        </p:nvGraphicFramePr>
        <p:xfrm>
          <a:off x="5885411" y="4406974"/>
          <a:ext cx="5919951" cy="169732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34443">
                  <a:extLst>
                    <a:ext uri="{9D8B030D-6E8A-4147-A177-3AD203B41FA5}">
                      <a16:colId xmlns:a16="http://schemas.microsoft.com/office/drawing/2014/main" val="975590181"/>
                    </a:ext>
                  </a:extLst>
                </a:gridCol>
                <a:gridCol w="833538">
                  <a:extLst>
                    <a:ext uri="{9D8B030D-6E8A-4147-A177-3AD203B41FA5}">
                      <a16:colId xmlns:a16="http://schemas.microsoft.com/office/drawing/2014/main" val="1346172317"/>
                    </a:ext>
                  </a:extLst>
                </a:gridCol>
                <a:gridCol w="1183990">
                  <a:extLst>
                    <a:ext uri="{9D8B030D-6E8A-4147-A177-3AD203B41FA5}">
                      <a16:colId xmlns:a16="http://schemas.microsoft.com/office/drawing/2014/main" val="997959841"/>
                    </a:ext>
                  </a:extLst>
                </a:gridCol>
                <a:gridCol w="1183990">
                  <a:extLst>
                    <a:ext uri="{9D8B030D-6E8A-4147-A177-3AD203B41FA5}">
                      <a16:colId xmlns:a16="http://schemas.microsoft.com/office/drawing/2014/main" val="1803822674"/>
                    </a:ext>
                  </a:extLst>
                </a:gridCol>
                <a:gridCol w="1183990">
                  <a:extLst>
                    <a:ext uri="{9D8B030D-6E8A-4147-A177-3AD203B41FA5}">
                      <a16:colId xmlns:a16="http://schemas.microsoft.com/office/drawing/2014/main" val="1085912628"/>
                    </a:ext>
                  </a:extLst>
                </a:gridCol>
              </a:tblGrid>
              <a:tr h="702426"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bg1"/>
                          </a:solidFill>
                          <a:latin typeface="Arial Nova"/>
                        </a:rPr>
                        <a:t>Demand/Sellout</a:t>
                      </a: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bg1"/>
                          </a:solidFill>
                          <a:latin typeface="Arial Nova"/>
                        </a:rPr>
                        <a:t>R4W</a:t>
                      </a:r>
                    </a:p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  <a:latin typeface="Arial Nova"/>
                        </a:rPr>
                        <a:t>(%Growth)</a:t>
                      </a:r>
                      <a:endParaRPr lang="en-US" sz="1050" b="1">
                        <a:solidFill>
                          <a:schemeClr val="bg1"/>
                        </a:solidFill>
                        <a:latin typeface="Arial Nova"/>
                      </a:endParaRP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bg1"/>
                          </a:solidFill>
                          <a:latin typeface="Arial Nova"/>
                        </a:rPr>
                        <a:t>R8W</a:t>
                      </a: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bg1"/>
                          </a:solidFill>
                          <a:latin typeface="Arial Nova"/>
                        </a:rPr>
                        <a:t>R13W</a:t>
                      </a: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bg1"/>
                          </a:solidFill>
                          <a:latin typeface="Arial Nova"/>
                        </a:rPr>
                        <a:t>QTD</a:t>
                      </a: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677671"/>
                  </a:ext>
                </a:extLst>
              </a:tr>
              <a:tr h="497450"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tx1"/>
                          </a:solidFill>
                          <a:latin typeface="Arial Nova"/>
                        </a:rPr>
                        <a:t>Weekly Average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104</a:t>
                      </a:r>
                    </a:p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(1%)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103</a:t>
                      </a:r>
                    </a:p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(-2%)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103</a:t>
                      </a:r>
                    </a:p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(3%)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 fontAlgn="ctr"/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/>
                          <a:ea typeface="+mn-ea"/>
                          <a:cs typeface="+mn-cs"/>
                          <a:sym typeface="Montserrat Regular"/>
                        </a:rPr>
                        <a:t>102</a:t>
                      </a:r>
                    </a:p>
                    <a:p>
                      <a:pPr algn="ctr" fontAlgn="ctr"/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(0%)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29872525"/>
                  </a:ext>
                </a:extLst>
              </a:tr>
              <a:tr h="49745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 Nova"/>
                          <a:ea typeface="+mn-ea"/>
                          <a:cs typeface="+mn-cs"/>
                          <a:sym typeface="Montserrat Regular"/>
                        </a:rPr>
                        <a:t>Daily Average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21.9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21.2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20.9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20.5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54253695"/>
                  </a:ext>
                </a:extLst>
              </a:tr>
            </a:tbl>
          </a:graphicData>
        </a:graphic>
      </p:graphicFrame>
      <p:graphicFrame>
        <p:nvGraphicFramePr>
          <p:cNvPr id="13" name="Content Placeholder 5">
            <a:extLst>
              <a:ext uri="{FF2B5EF4-FFF2-40B4-BE49-F238E27FC236}">
                <a16:creationId xmlns:a16="http://schemas.microsoft.com/office/drawing/2014/main" id="{5B649DE7-DCB0-2ACE-FFF5-E0EB351DF9B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82551548"/>
              </p:ext>
            </p:extLst>
          </p:nvPr>
        </p:nvGraphicFramePr>
        <p:xfrm>
          <a:off x="551318" y="4406975"/>
          <a:ext cx="5228510" cy="169732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81118">
                  <a:extLst>
                    <a:ext uri="{9D8B030D-6E8A-4147-A177-3AD203B41FA5}">
                      <a16:colId xmlns:a16="http://schemas.microsoft.com/office/drawing/2014/main" val="975590181"/>
                    </a:ext>
                  </a:extLst>
                </a:gridCol>
                <a:gridCol w="1219341">
                  <a:extLst>
                    <a:ext uri="{9D8B030D-6E8A-4147-A177-3AD203B41FA5}">
                      <a16:colId xmlns:a16="http://schemas.microsoft.com/office/drawing/2014/main" val="1346172317"/>
                    </a:ext>
                  </a:extLst>
                </a:gridCol>
                <a:gridCol w="1120924">
                  <a:extLst>
                    <a:ext uri="{9D8B030D-6E8A-4147-A177-3AD203B41FA5}">
                      <a16:colId xmlns:a16="http://schemas.microsoft.com/office/drawing/2014/main" val="997959841"/>
                    </a:ext>
                  </a:extLst>
                </a:gridCol>
                <a:gridCol w="1307127">
                  <a:extLst>
                    <a:ext uri="{9D8B030D-6E8A-4147-A177-3AD203B41FA5}">
                      <a16:colId xmlns:a16="http://schemas.microsoft.com/office/drawing/2014/main" val="1803822674"/>
                    </a:ext>
                  </a:extLst>
                </a:gridCol>
              </a:tblGrid>
              <a:tr h="372004"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Demand/Sellout</a:t>
                      </a: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Actuals</a:t>
                      </a: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 fontAlgn="ctr"/>
                      <a:r>
                        <a:rPr lang="en-US" sz="1200" b="1" kern="120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 Budget</a:t>
                      </a:r>
                      <a:endParaRPr lang="en-US" sz="1200" b="1" kern="1200">
                        <a:solidFill>
                          <a:schemeClr val="bg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Attainment%</a:t>
                      </a:r>
                      <a:endParaRPr lang="en-US" sz="1200" b="1" kern="1200" dirty="0">
                        <a:solidFill>
                          <a:schemeClr val="bg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677671"/>
                  </a:ext>
                </a:extLst>
              </a:tr>
              <a:tr h="486911"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</a:rPr>
                        <a:t>MTD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313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267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117%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9872525"/>
                  </a:ext>
                </a:extLst>
              </a:tr>
              <a:tr h="486911"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</a:rPr>
                        <a:t>QTD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1168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1127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104%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6398071"/>
                  </a:ext>
                </a:extLst>
              </a:tr>
              <a:tr h="351500"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 u="none" strike="noStrike" cap="none" spc="0" baseline="0" dirty="0">
                          <a:solidFill>
                            <a:schemeClr val="tx1"/>
                          </a:solidFill>
                          <a:uFillTx/>
                          <a:latin typeface="Arial Nova" panose="020B0504020202020204" pitchFamily="34" charset="0"/>
                          <a:sym typeface="Montserrat Regular"/>
                        </a:rPr>
                        <a:t>YTD</a:t>
                      </a:r>
                      <a:endParaRPr lang="en-US" sz="1200" b="1" i="0" u="none" strike="noStrike" cap="none" spc="0" baseline="0" dirty="0">
                        <a:solidFill>
                          <a:schemeClr val="tx1"/>
                        </a:solidFill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2482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2355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105%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141059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C41EED6A-B36E-1AC6-2B36-7C9A6F61E4B1}"/>
              </a:ext>
            </a:extLst>
          </p:cNvPr>
          <p:cNvSpPr txBox="1"/>
          <p:nvPr/>
        </p:nvSpPr>
        <p:spPr>
          <a:xfrm>
            <a:off x="9174480" y="91749"/>
            <a:ext cx="1981200" cy="369330"/>
          </a:xfrm>
          <a:prstGeom prst="rect">
            <a:avLst/>
          </a:prstGeom>
          <a:solidFill>
            <a:srgbClr val="002060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Commercial 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vials</a:t>
            </a:r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1D694084-2F93-3991-B950-32B62C0F3D9B}"/>
              </a:ext>
            </a:extLst>
          </p:cNvPr>
          <p:cNvSpPr txBox="1">
            <a:spLocks/>
          </p:cNvSpPr>
          <p:nvPr/>
        </p:nvSpPr>
        <p:spPr>
          <a:xfrm>
            <a:off x="11826973" y="6506145"/>
            <a:ext cx="207875" cy="21844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C0543ED3-111B-4842-9D2D-918F903AB236}" type="slidenum">
              <a:rPr lang="en-US" sz="800" smtClean="0">
                <a:solidFill>
                  <a:srgbClr val="50626A"/>
                </a:solidFill>
                <a:latin typeface="Montserrat Regular"/>
                <a:sym typeface="Montserrat Regular"/>
              </a:rPr>
              <a:pPr algn="ctr">
                <a:defRPr/>
              </a:pPr>
              <a:t>3</a:t>
            </a:fld>
            <a:endParaRPr lang="en-US" sz="800">
              <a:solidFill>
                <a:srgbClr val="50626A"/>
              </a:solidFill>
              <a:latin typeface="Montserrat Regular"/>
              <a:sym typeface="Montserrat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6841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0C79447-926F-24D7-C238-2C044FE2B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230" y="184463"/>
            <a:ext cx="11536220" cy="391007"/>
          </a:xfrm>
        </p:spPr>
        <p:txBody>
          <a:bodyPr/>
          <a:lstStyle/>
          <a:p>
            <a:r>
              <a:rPr lang="en-US" sz="2400" err="1">
                <a:latin typeface="Trebuchet MS" panose="020B0603020202020204" pitchFamily="34" charset="0"/>
              </a:rPr>
              <a:t>Fyarro</a:t>
            </a:r>
            <a:r>
              <a:rPr lang="en-US" sz="2400">
                <a:latin typeface="Trebuchet MS" panose="020B0603020202020204" pitchFamily="34" charset="0"/>
              </a:rPr>
              <a:t> </a:t>
            </a:r>
            <a:r>
              <a:rPr lang="en-US" sz="2400">
                <a:latin typeface="Trebuchet MS" panose="020B0603020202020204" pitchFamily="34" charset="0"/>
                <a:ea typeface="Times New Roman" panose="02020603050405020304" pitchFamily="18" charset="0"/>
              </a:rPr>
              <a:t>Weekly run rate</a:t>
            </a:r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7372E55-B9CD-C2AB-DE6C-45249E3B5DE4}"/>
              </a:ext>
            </a:extLst>
          </p:cNvPr>
          <p:cNvSpPr txBox="1">
            <a:spLocks/>
          </p:cNvSpPr>
          <p:nvPr/>
        </p:nvSpPr>
        <p:spPr>
          <a:xfrm>
            <a:off x="368079" y="605942"/>
            <a:ext cx="11823921" cy="295514"/>
          </a:xfrm>
          <a:prstGeom prst="rect">
            <a:avLst/>
          </a:prstGeom>
          <a:ln w="12700">
            <a:miter lim="400000"/>
          </a:ln>
        </p:spPr>
        <p:txBody>
          <a:bodyPr lIns="45720" tIns="45720" rIns="45719" bIns="45720" anchor="ctr">
            <a:no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defTabSz="914240" eaLnBrk="1" hangingPunct="1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defRPr i="1">
                <a:solidFill>
                  <a:schemeClr val="accent4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1pPr>
            <a:lvl2pPr marL="463550" indent="-165100" defTabSz="914240" eaLnBrk="1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Char char="–"/>
              <a:defRPr sz="1400">
                <a:solidFill>
                  <a:schemeClr val="bg2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2pPr>
            <a:lvl3pPr marL="687388" indent="-173038" defTabSz="914240" eaLnBrk="1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Char char="•"/>
              <a:defRPr sz="1200">
                <a:solidFill>
                  <a:schemeClr val="bg2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3pPr>
            <a:lvl4pPr marL="862013" indent="-157163" defTabSz="914240" eaLnBrk="1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Char char="–"/>
              <a:defRPr sz="1200">
                <a:solidFill>
                  <a:schemeClr val="bg2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4pPr>
            <a:lvl5pPr marL="1085850" indent="-157163" defTabSz="914240" eaLnBrk="1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Char char="•"/>
              <a:defRPr sz="1200">
                <a:solidFill>
                  <a:schemeClr val="bg2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5pPr>
            <a:lvl6pPr marL="2502130" indent="-216530" defTabSz="914240" eaLnBrk="1" hangingPunct="1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>
                <a:solidFill>
                  <a:srgbClr val="50626A"/>
                </a:solidFill>
                <a:latin typeface="Avenir Book"/>
                <a:ea typeface="Avenir Book"/>
                <a:cs typeface="Avenir Book"/>
                <a:sym typeface="Avenir Book"/>
              </a:defRPr>
            </a:lvl6pPr>
            <a:lvl7pPr marL="2959250" indent="-216530" defTabSz="914240" eaLnBrk="1" hangingPunct="1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>
                <a:solidFill>
                  <a:srgbClr val="50626A"/>
                </a:solidFill>
                <a:latin typeface="Avenir Book"/>
                <a:ea typeface="Avenir Book"/>
                <a:cs typeface="Avenir Book"/>
                <a:sym typeface="Avenir Book"/>
              </a:defRPr>
            </a:lvl7pPr>
            <a:lvl8pPr marL="3416370" indent="-216530" defTabSz="914240" eaLnBrk="1" hangingPunct="1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>
                <a:solidFill>
                  <a:srgbClr val="50626A"/>
                </a:solidFill>
                <a:latin typeface="Avenir Book"/>
                <a:ea typeface="Avenir Book"/>
                <a:cs typeface="Avenir Book"/>
                <a:sym typeface="Avenir Book"/>
              </a:defRPr>
            </a:lvl8pPr>
            <a:lvl9pPr marL="3873490" indent="-216530" defTabSz="914240" eaLnBrk="1" hangingPunct="1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>
                <a:solidFill>
                  <a:srgbClr val="50626A"/>
                </a:solidFill>
                <a:latin typeface="Avenir Book"/>
                <a:ea typeface="Avenir Book"/>
                <a:cs typeface="Avenir Book"/>
                <a:sym typeface="Avenir Book"/>
              </a:defRPr>
            </a:lvl9pPr>
          </a:lstStyle>
          <a:p>
            <a:pPr marL="0" marR="0" lvl="0" indent="0" algn="l" defTabSz="91424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rgbClr val="017298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>
                <a:solidFill>
                  <a:srgbClr val="017298"/>
                </a:solidFill>
                <a:latin typeface="Trebuchet MS"/>
                <a:ea typeface="Times New Roman" panose="02020603050405020304" pitchFamily="18" charset="0"/>
                <a:cs typeface="Arial"/>
              </a:rPr>
              <a:t>1% increase in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17298"/>
                </a:solidFill>
                <a:effectLst/>
                <a:uLnTx/>
                <a:uFillTx/>
                <a:latin typeface="Trebuchet MS"/>
                <a:ea typeface="Times New Roman" panose="02020603050405020304" pitchFamily="18" charset="0"/>
                <a:cs typeface="Arial"/>
                <a:sym typeface="Avenir Book"/>
              </a:rPr>
              <a:t>Demand in R4W ending </a:t>
            </a:r>
            <a:r>
              <a:rPr lang="en-US" dirty="0">
                <a:solidFill>
                  <a:srgbClr val="017298"/>
                </a:solidFill>
                <a:latin typeface="Trebuchet MS"/>
                <a:ea typeface="Times New Roman" panose="02020603050405020304" pitchFamily="18" charset="0"/>
                <a:cs typeface="Arial"/>
              </a:rPr>
              <a:t>Jun 19th vs P4W    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17298"/>
                </a:solidFill>
                <a:effectLst/>
                <a:uLnTx/>
                <a:uFillTx/>
                <a:latin typeface="Trebuchet MS"/>
                <a:ea typeface="Times New Roman" panose="02020603050405020304" pitchFamily="18" charset="0"/>
                <a:cs typeface="Arial"/>
                <a:sym typeface="Avenir Book"/>
              </a:rPr>
              <a:t> </a:t>
            </a:r>
            <a:r>
              <a:rPr lang="en-US" dirty="0">
                <a:solidFill>
                  <a:srgbClr val="017298"/>
                </a:solidFill>
                <a:latin typeface="Trebuchet MS"/>
                <a:ea typeface="Times New Roman" panose="02020603050405020304" pitchFamily="18" charset="0"/>
                <a:cs typeface="Arial"/>
              </a:rPr>
              <a:t>  </a:t>
            </a:r>
            <a:endParaRPr lang="en-US" sz="1800" b="0" i="1" u="none" strike="noStrike" kern="1200" cap="none" spc="0" normalizeH="0" baseline="30000" noProof="0" dirty="0">
              <a:ln>
                <a:noFill/>
              </a:ln>
              <a:solidFill>
                <a:srgbClr val="017298"/>
              </a:solidFill>
              <a:effectLst/>
              <a:uLnTx/>
              <a:uFillTx/>
              <a:latin typeface="Trebuchet MS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80CB84-893F-306C-824A-006C6288B09A}"/>
              </a:ext>
            </a:extLst>
          </p:cNvPr>
          <p:cNvSpPr txBox="1"/>
          <p:nvPr/>
        </p:nvSpPr>
        <p:spPr>
          <a:xfrm>
            <a:off x="559482" y="6289717"/>
            <a:ext cx="9488031" cy="2308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hangingPunct="0"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Demand Data through 06/19, Biologics vials added as per 867 data</a:t>
            </a:r>
            <a:endParaRPr kumimoji="0" lang="en-IN" sz="90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Arial Nova" panose="020B0504020202020204" pitchFamily="34" charset="0"/>
              <a:sym typeface="Calibri"/>
            </a:endParaRPr>
          </a:p>
        </p:txBody>
      </p:sp>
      <p:graphicFrame>
        <p:nvGraphicFramePr>
          <p:cNvPr id="11" name="Content Placeholder 5">
            <a:extLst>
              <a:ext uri="{FF2B5EF4-FFF2-40B4-BE49-F238E27FC236}">
                <a16:creationId xmlns:a16="http://schemas.microsoft.com/office/drawing/2014/main" id="{381DD4F9-5FB0-27DF-EC38-C343B4E72A6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00599045"/>
              </p:ext>
            </p:extLst>
          </p:nvPr>
        </p:nvGraphicFramePr>
        <p:xfrm>
          <a:off x="410230" y="4406975"/>
          <a:ext cx="5369597" cy="169732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23783">
                  <a:extLst>
                    <a:ext uri="{9D8B030D-6E8A-4147-A177-3AD203B41FA5}">
                      <a16:colId xmlns:a16="http://schemas.microsoft.com/office/drawing/2014/main" val="975590181"/>
                    </a:ext>
                  </a:extLst>
                </a:gridCol>
                <a:gridCol w="1252244">
                  <a:extLst>
                    <a:ext uri="{9D8B030D-6E8A-4147-A177-3AD203B41FA5}">
                      <a16:colId xmlns:a16="http://schemas.microsoft.com/office/drawing/2014/main" val="1346172317"/>
                    </a:ext>
                  </a:extLst>
                </a:gridCol>
                <a:gridCol w="1151171">
                  <a:extLst>
                    <a:ext uri="{9D8B030D-6E8A-4147-A177-3AD203B41FA5}">
                      <a16:colId xmlns:a16="http://schemas.microsoft.com/office/drawing/2014/main" val="997959841"/>
                    </a:ext>
                  </a:extLst>
                </a:gridCol>
                <a:gridCol w="1342399">
                  <a:extLst>
                    <a:ext uri="{9D8B030D-6E8A-4147-A177-3AD203B41FA5}">
                      <a16:colId xmlns:a16="http://schemas.microsoft.com/office/drawing/2014/main" val="1803822674"/>
                    </a:ext>
                  </a:extLst>
                </a:gridCol>
              </a:tblGrid>
              <a:tr h="372004"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Demand/Sellout</a:t>
                      </a: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Actuals</a:t>
                      </a: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 fontAlgn="ctr"/>
                      <a:r>
                        <a:rPr lang="en-US" sz="1200" b="1" kern="120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Budget</a:t>
                      </a:r>
                      <a:endParaRPr lang="en-US" sz="1200" b="1" kern="1200">
                        <a:solidFill>
                          <a:schemeClr val="bg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Attainment%</a:t>
                      </a:r>
                      <a:endParaRPr lang="en-US" sz="1200" b="1" kern="1200" dirty="0">
                        <a:solidFill>
                          <a:schemeClr val="bg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677671"/>
                  </a:ext>
                </a:extLst>
              </a:tr>
              <a:tr h="486911"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</a:rPr>
                        <a:t>MTD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313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114%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9872525"/>
                  </a:ext>
                </a:extLst>
              </a:tr>
              <a:tr h="486911"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</a:rPr>
                        <a:t>QTD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1168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1162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101%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6398071"/>
                  </a:ext>
                </a:extLst>
              </a:tr>
              <a:tr h="351500"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 u="none" strike="noStrike" cap="none" spc="0" baseline="0" dirty="0">
                          <a:solidFill>
                            <a:schemeClr val="tx1"/>
                          </a:solidFill>
                          <a:uFillTx/>
                          <a:latin typeface="Arial Nova" panose="020B0504020202020204" pitchFamily="34" charset="0"/>
                          <a:sym typeface="Montserrat Regular"/>
                        </a:rPr>
                        <a:t>YTD</a:t>
                      </a:r>
                      <a:endParaRPr lang="en-US" sz="1200" b="1" i="0" u="none" strike="noStrike" cap="none" spc="0" baseline="0" dirty="0">
                        <a:solidFill>
                          <a:schemeClr val="tx1"/>
                        </a:solidFill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2486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2428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102%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14105902"/>
                  </a:ext>
                </a:extLst>
              </a:tr>
            </a:tbl>
          </a:graphicData>
        </a:graphic>
      </p:graphicFrame>
      <p:graphicFrame>
        <p:nvGraphicFramePr>
          <p:cNvPr id="12" name="Content Placeholder 5">
            <a:extLst>
              <a:ext uri="{FF2B5EF4-FFF2-40B4-BE49-F238E27FC236}">
                <a16:creationId xmlns:a16="http://schemas.microsoft.com/office/drawing/2014/main" id="{F051942B-5E76-48B2-8578-849742901CA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25932861"/>
              </p:ext>
            </p:extLst>
          </p:nvPr>
        </p:nvGraphicFramePr>
        <p:xfrm>
          <a:off x="5885412" y="4406974"/>
          <a:ext cx="5735461" cy="169732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486624">
                  <a:extLst>
                    <a:ext uri="{9D8B030D-6E8A-4147-A177-3AD203B41FA5}">
                      <a16:colId xmlns:a16="http://schemas.microsoft.com/office/drawing/2014/main" val="975590181"/>
                    </a:ext>
                  </a:extLst>
                </a:gridCol>
                <a:gridCol w="807561">
                  <a:extLst>
                    <a:ext uri="{9D8B030D-6E8A-4147-A177-3AD203B41FA5}">
                      <a16:colId xmlns:a16="http://schemas.microsoft.com/office/drawing/2014/main" val="1346172317"/>
                    </a:ext>
                  </a:extLst>
                </a:gridCol>
                <a:gridCol w="1147092">
                  <a:extLst>
                    <a:ext uri="{9D8B030D-6E8A-4147-A177-3AD203B41FA5}">
                      <a16:colId xmlns:a16="http://schemas.microsoft.com/office/drawing/2014/main" val="997959841"/>
                    </a:ext>
                  </a:extLst>
                </a:gridCol>
                <a:gridCol w="1147092">
                  <a:extLst>
                    <a:ext uri="{9D8B030D-6E8A-4147-A177-3AD203B41FA5}">
                      <a16:colId xmlns:a16="http://schemas.microsoft.com/office/drawing/2014/main" val="1803822674"/>
                    </a:ext>
                  </a:extLst>
                </a:gridCol>
                <a:gridCol w="1147092">
                  <a:extLst>
                    <a:ext uri="{9D8B030D-6E8A-4147-A177-3AD203B41FA5}">
                      <a16:colId xmlns:a16="http://schemas.microsoft.com/office/drawing/2014/main" val="1085912628"/>
                    </a:ext>
                  </a:extLst>
                </a:gridCol>
              </a:tblGrid>
              <a:tr h="702426"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Demand/Sellout</a:t>
                      </a: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R4W</a:t>
                      </a:r>
                    </a:p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(%Growth)</a:t>
                      </a:r>
                      <a:endParaRPr lang="en-US" sz="1050" b="1">
                        <a:solidFill>
                          <a:schemeClr val="bg1"/>
                        </a:solidFill>
                        <a:latin typeface="Arial Nova" panose="020B0504020202020204" pitchFamily="34" charset="0"/>
                      </a:endParaRP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R8W</a:t>
                      </a: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R13W</a:t>
                      </a: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QTD</a:t>
                      </a: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677671"/>
                  </a:ext>
                </a:extLst>
              </a:tr>
              <a:tr h="497450"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200" b="1">
                          <a:solidFill>
                            <a:schemeClr val="tx1"/>
                          </a:solidFill>
                          <a:latin typeface="Arial Nova" panose="020B0504020202020204" pitchFamily="34" charset="0"/>
                        </a:rPr>
                        <a:t>Weekly Average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104</a:t>
                      </a:r>
                    </a:p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(1%)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103</a:t>
                      </a:r>
                    </a:p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(-2%)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103</a:t>
                      </a:r>
                    </a:p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(2%)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>
                      <a:lvl1pPr marL="0" marR="0" indent="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 fontAlgn="ctr"/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/>
                          <a:ea typeface="+mn-ea"/>
                          <a:cs typeface="+mn-cs"/>
                          <a:sym typeface="Montserrat Regular"/>
                        </a:rPr>
                        <a:t>102</a:t>
                      </a:r>
                    </a:p>
                    <a:p>
                      <a:pPr algn="ctr" fontAlgn="ctr"/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(-1%)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29872525"/>
                  </a:ext>
                </a:extLst>
              </a:tr>
              <a:tr h="49745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Daily Average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21.9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21.2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20.9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20.5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5425369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5771429-B4FF-18B9-2B49-DA0819927154}"/>
              </a:ext>
            </a:extLst>
          </p:cNvPr>
          <p:cNvSpPr txBox="1"/>
          <p:nvPr/>
        </p:nvSpPr>
        <p:spPr>
          <a:xfrm>
            <a:off x="9174480" y="91749"/>
            <a:ext cx="1981200" cy="369330"/>
          </a:xfrm>
          <a:prstGeom prst="rect">
            <a:avLst/>
          </a:prstGeom>
          <a:solidFill>
            <a:srgbClr val="002060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With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 PAP vials</a:t>
            </a:r>
          </a:p>
        </p:txBody>
      </p:sp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8D0D870C-A208-715E-E670-41C391E6F1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6885695"/>
              </p:ext>
            </p:extLst>
          </p:nvPr>
        </p:nvGraphicFramePr>
        <p:xfrm>
          <a:off x="475487" y="1086872"/>
          <a:ext cx="11145385" cy="31346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217EDF9E-B47D-5D43-8B9D-2F066E027D35}"/>
              </a:ext>
            </a:extLst>
          </p:cNvPr>
          <p:cNvSpPr txBox="1">
            <a:spLocks/>
          </p:cNvSpPr>
          <p:nvPr/>
        </p:nvSpPr>
        <p:spPr>
          <a:xfrm>
            <a:off x="11826973" y="6506145"/>
            <a:ext cx="207875" cy="21844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C0543ED3-111B-4842-9D2D-918F903AB236}" type="slidenum">
              <a:rPr lang="en-US" sz="800" smtClean="0">
                <a:solidFill>
                  <a:srgbClr val="50626A"/>
                </a:solidFill>
                <a:latin typeface="Montserrat Regular"/>
                <a:sym typeface="Montserrat Regular"/>
              </a:rPr>
              <a:pPr algn="ctr">
                <a:defRPr/>
              </a:pPr>
              <a:t>4</a:t>
            </a:fld>
            <a:endParaRPr lang="en-US" sz="800">
              <a:solidFill>
                <a:srgbClr val="50626A"/>
              </a:solidFill>
              <a:latin typeface="Montserrat Regular"/>
              <a:sym typeface="Montserrat Regular"/>
            </a:endParaRPr>
          </a:p>
        </p:txBody>
      </p:sp>
    </p:spTree>
    <p:extLst>
      <p:ext uri="{BB962C8B-B14F-4D97-AF65-F5344CB8AC3E}">
        <p14:creationId xmlns:p14="http://schemas.microsoft.com/office/powerpoint/2010/main" val="820893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5B415-07D0-3CC7-5B4C-F4B8C42A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19772B5-6D56-6F62-928F-002068F990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5440327"/>
              </p:ext>
            </p:extLst>
          </p:nvPr>
        </p:nvGraphicFramePr>
        <p:xfrm>
          <a:off x="6345730" y="2567572"/>
          <a:ext cx="5770190" cy="1173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3C785CC6-3956-3FB7-3839-8ACAD77E9A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52679402"/>
              </p:ext>
            </p:extLst>
          </p:nvPr>
        </p:nvGraphicFramePr>
        <p:xfrm>
          <a:off x="6316588" y="1901751"/>
          <a:ext cx="5240208" cy="11873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itle 1">
            <a:extLst>
              <a:ext uri="{FF2B5EF4-FFF2-40B4-BE49-F238E27FC236}">
                <a16:creationId xmlns:a16="http://schemas.microsoft.com/office/drawing/2014/main" id="{7C272A88-2967-DC06-C3B8-A4A075B93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891" y="68789"/>
            <a:ext cx="11536220" cy="437518"/>
          </a:xfrm>
        </p:spPr>
        <p:txBody>
          <a:bodyPr/>
          <a:lstStyle/>
          <a:p>
            <a:r>
              <a:rPr lang="en-US" dirty="0"/>
              <a:t>June sales performance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F87341-783E-E219-DC9B-8038780D6044}"/>
              </a:ext>
            </a:extLst>
          </p:cNvPr>
          <p:cNvCxnSpPr>
            <a:cxnSpLocks/>
          </p:cNvCxnSpPr>
          <p:nvPr/>
        </p:nvCxnSpPr>
        <p:spPr>
          <a:xfrm>
            <a:off x="6247277" y="1315160"/>
            <a:ext cx="34040" cy="4807259"/>
          </a:xfrm>
          <a:prstGeom prst="line">
            <a:avLst/>
          </a:prstGeom>
          <a:noFill/>
          <a:ln w="19050" cap="flat">
            <a:solidFill>
              <a:schemeClr val="accent1"/>
            </a:solidFill>
            <a:prstDash val="sysDash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2046625-EBB2-AE34-7C1F-8A08DBC93784}"/>
              </a:ext>
            </a:extLst>
          </p:cNvPr>
          <p:cNvSpPr txBox="1"/>
          <p:nvPr/>
        </p:nvSpPr>
        <p:spPr>
          <a:xfrm>
            <a:off x="441891" y="932896"/>
            <a:ext cx="6096000" cy="313932"/>
          </a:xfrm>
          <a:prstGeom prst="rect">
            <a:avLst/>
          </a:prstGeom>
          <a:ln w="12700">
            <a:miter lim="400000"/>
          </a:ln>
        </p:spPr>
        <p:txBody>
          <a:bodyPr lIns="45720" rIns="45719" anchor="b">
            <a:noAutofit/>
          </a:bodyPr>
          <a:lstStyle>
            <a:lvl1pPr marR="0" indent="0" defTabSz="914240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None/>
              <a:tabLst/>
              <a:defRPr sz="1600" b="0" i="0" u="none" strike="noStrike" cap="none" spc="0" baseline="0">
                <a:solidFill>
                  <a:schemeClr val="accent4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1pPr>
            <a:lvl2pPr marR="0" indent="0" defTabSz="91424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None/>
              <a:tabLst/>
              <a:defRPr sz="2000" b="1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2pPr>
            <a:lvl3pPr marR="0" indent="0" defTabSz="91424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None/>
              <a:tabLst/>
              <a:defRPr b="1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3pPr>
            <a:lvl4pPr marR="0" indent="0" defTabSz="91424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None/>
              <a:tabLst/>
              <a:defRPr sz="1600" b="1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4pPr>
            <a:lvl5pPr marR="0" indent="0" defTabSz="91424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None/>
              <a:tabLst/>
              <a:defRPr sz="1600" b="1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5pPr>
            <a:lvl6pPr marR="0" indent="0" defTabSz="91424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 sz="1600" b="1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6pPr>
            <a:lvl7pPr marR="0" indent="0" defTabSz="91424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 sz="1600" b="1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7pPr>
            <a:lvl8pPr marR="0" indent="0" defTabSz="91424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 sz="1600" b="1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8pPr>
            <a:lvl9pPr marR="0" indent="0" defTabSz="91424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 sz="1600" b="1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9pPr>
          </a:lstStyle>
          <a:p>
            <a:pPr marL="0" marR="0" lvl="0" indent="0" algn="l" defTabSz="91424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rgbClr val="017298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venir Book"/>
              </a:rPr>
              <a:t>Daily average demand units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F07B64-48A6-9753-B0C5-30896B1084D2}"/>
              </a:ext>
            </a:extLst>
          </p:cNvPr>
          <p:cNvSpPr txBox="1"/>
          <p:nvPr/>
        </p:nvSpPr>
        <p:spPr>
          <a:xfrm>
            <a:off x="6537891" y="3740608"/>
            <a:ext cx="6096000" cy="400350"/>
          </a:xfrm>
          <a:prstGeom prst="rect">
            <a:avLst/>
          </a:prstGeom>
          <a:ln w="12700">
            <a:miter lim="400000"/>
          </a:ln>
        </p:spPr>
        <p:txBody>
          <a:bodyPr lIns="45720" rIns="45719" anchor="b">
            <a:noAutofit/>
          </a:bodyPr>
          <a:lstStyle>
            <a:lvl1pPr marR="0" indent="0" defTabSz="914240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None/>
              <a:tabLst/>
              <a:defRPr sz="1600" b="0" i="0" u="none" strike="noStrike" cap="none" spc="0" baseline="0">
                <a:solidFill>
                  <a:schemeClr val="accent4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1pPr>
            <a:lvl2pPr marR="0" indent="0" defTabSz="91424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None/>
              <a:tabLst/>
              <a:defRPr sz="2000" b="1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2pPr>
            <a:lvl3pPr marR="0" indent="0" defTabSz="91424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None/>
              <a:tabLst/>
              <a:defRPr b="1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3pPr>
            <a:lvl4pPr marR="0" indent="0" defTabSz="91424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None/>
              <a:tabLst/>
              <a:defRPr sz="1600" b="1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4pPr>
            <a:lvl5pPr marR="0" indent="0" defTabSz="91424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None/>
              <a:tabLst/>
              <a:defRPr sz="1600" b="1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5pPr>
            <a:lvl6pPr marR="0" indent="0" defTabSz="91424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 sz="1600" b="1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6pPr>
            <a:lvl7pPr marR="0" indent="0" defTabSz="91424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 sz="1600" b="1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7pPr>
            <a:lvl8pPr marR="0" indent="0" defTabSz="91424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 sz="1600" b="1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8pPr>
            <a:lvl9pPr marR="0" indent="0" defTabSz="91424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 sz="1600" b="1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9pPr>
          </a:lstStyle>
          <a:p>
            <a:pPr marL="0" marR="0" lvl="0" indent="0" algn="l" defTabSz="91424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rgbClr val="017298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17298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venir Book"/>
              </a:rPr>
              <a:t>Net sales by Quarter- LTD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63FA97-7BF2-3CA7-4AEE-CCD20A12CC4D}"/>
              </a:ext>
            </a:extLst>
          </p:cNvPr>
          <p:cNvSpPr txBox="1"/>
          <p:nvPr/>
        </p:nvSpPr>
        <p:spPr>
          <a:xfrm>
            <a:off x="157709" y="6389020"/>
            <a:ext cx="9208044" cy="5078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hangingPunct="0">
              <a:defRPr/>
            </a:pPr>
            <a:r>
              <a:rPr kumimoji="0" 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/>
                <a:ea typeface="Arial"/>
                <a:cs typeface="Arial"/>
                <a:sym typeface="Arial"/>
              </a:rPr>
              <a:t>Source: Mckesson Portal; Q4’23 WAC </a:t>
            </a:r>
            <a:r>
              <a:rPr lang="en-US" sz="900" dirty="0">
                <a:solidFill>
                  <a:srgbClr val="000000"/>
                </a:solidFill>
                <a:latin typeface="Arial Nova"/>
                <a:ea typeface="Arial"/>
                <a:cs typeface="Arial"/>
                <a:sym typeface="Arial"/>
              </a:rPr>
              <a:t>price used </a:t>
            </a:r>
            <a:r>
              <a:rPr kumimoji="0" 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/>
                <a:ea typeface="Arial"/>
                <a:cs typeface="Arial"/>
                <a:sym typeface="Arial"/>
              </a:rPr>
              <a:t>for </a:t>
            </a:r>
            <a:r>
              <a:rPr lang="en-US" sz="900" dirty="0">
                <a:solidFill>
                  <a:srgbClr val="000000"/>
                </a:solidFill>
                <a:latin typeface="Arial Nova"/>
                <a:ea typeface="Arial"/>
                <a:cs typeface="Arial"/>
                <a:sym typeface="Arial"/>
              </a:rPr>
              <a:t>Mckesson Plasma And Biologics </a:t>
            </a:r>
            <a:r>
              <a:rPr kumimoji="0" 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/>
                <a:ea typeface="Arial"/>
                <a:cs typeface="Arial"/>
                <a:sym typeface="Arial"/>
              </a:rPr>
              <a:t> order (82 vials) placed in Dec’23 but shipped/delivered in Jan’24 ;</a:t>
            </a:r>
            <a:r>
              <a:rPr lang="en-US" sz="900" dirty="0">
                <a:solidFill>
                  <a:srgbClr val="000000"/>
                </a:solidFill>
                <a:latin typeface="Arial Nova"/>
                <a:ea typeface="Arial"/>
                <a:cs typeface="Arial"/>
                <a:sym typeface="Arial"/>
              </a:rPr>
              <a:t> </a:t>
            </a:r>
            <a:endParaRPr kumimoji="0" lang="en-US" sz="9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Nova" panose="020B0504020202020204" pitchFamily="34" charset="0"/>
              <a:ea typeface="Arial"/>
              <a:cs typeface="Arial"/>
              <a:sym typeface="Arial"/>
            </a:endParaRPr>
          </a:p>
          <a:p>
            <a:pPr hangingPunct="0">
              <a:defRPr/>
            </a:pPr>
            <a:r>
              <a:rPr kumimoji="0" 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/>
                <a:ea typeface="Arial"/>
                <a:cs typeface="Arial"/>
                <a:sym typeface="Arial"/>
              </a:rPr>
              <a:t>Sales data duration: </a:t>
            </a:r>
            <a:r>
              <a:rPr lang="en-US" sz="900" dirty="0">
                <a:solidFill>
                  <a:srgbClr val="000000"/>
                </a:solidFill>
                <a:latin typeface="Arial Nova"/>
                <a:ea typeface="Arial"/>
                <a:cs typeface="Arial"/>
                <a:sym typeface="Arial"/>
              </a:rPr>
              <a:t>17</a:t>
            </a:r>
            <a:r>
              <a:rPr lang="en-US" sz="900" baseline="30000" dirty="0">
                <a:solidFill>
                  <a:srgbClr val="000000"/>
                </a:solidFill>
                <a:latin typeface="Arial Nova"/>
                <a:ea typeface="Calibri Light"/>
                <a:cs typeface="Calibri Light"/>
                <a:sym typeface="Arial"/>
              </a:rPr>
              <a:t>th</a:t>
            </a:r>
            <a:r>
              <a:rPr lang="en-US" sz="900" dirty="0">
                <a:solidFill>
                  <a:srgbClr val="000000"/>
                </a:solidFill>
                <a:latin typeface="Arial Nova"/>
                <a:ea typeface="Arial"/>
                <a:cs typeface="Arial"/>
                <a:sym typeface="Arial"/>
              </a:rPr>
              <a:t> Feb-22 till </a:t>
            </a:r>
            <a:r>
              <a:rPr lang="en-US" sz="900" dirty="0">
                <a:solidFill>
                  <a:srgbClr val="000000"/>
                </a:solidFill>
                <a:latin typeface="Arial Nova"/>
                <a:ea typeface="Calibri Light"/>
                <a:cs typeface="Calibri Light"/>
                <a:sym typeface="Arial"/>
              </a:rPr>
              <a:t>19</a:t>
            </a:r>
            <a:r>
              <a:rPr lang="en-US" sz="900" baseline="30000" dirty="0">
                <a:solidFill>
                  <a:srgbClr val="000000"/>
                </a:solidFill>
                <a:latin typeface="Arial Nova"/>
                <a:ea typeface="Calibri Light"/>
                <a:cs typeface="Calibri Light"/>
                <a:sym typeface="Arial"/>
              </a:rPr>
              <a:t>th</a:t>
            </a:r>
            <a:r>
              <a:rPr lang="en-US" sz="900" dirty="0">
                <a:solidFill>
                  <a:srgbClr val="000000"/>
                </a:solidFill>
                <a:latin typeface="Arial Nova"/>
                <a:ea typeface="Calibri Light"/>
                <a:cs typeface="Calibri Light"/>
                <a:sym typeface="Arial"/>
              </a:rPr>
              <a:t> Jun-26;</a:t>
            </a:r>
            <a:r>
              <a:rPr kumimoji="0" 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/>
                <a:ea typeface="Arial"/>
                <a:cs typeface="Arial"/>
                <a:sym typeface="Arial"/>
              </a:rPr>
              <a:t> Revenue is realized based on received date</a:t>
            </a:r>
            <a:endParaRPr lang="en-US" sz="9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Nova"/>
              <a:ea typeface="Arial"/>
              <a:cs typeface="Arial"/>
            </a:endParaRPr>
          </a:p>
          <a:p>
            <a:pPr hangingPunct="0">
              <a:defRPr/>
            </a:pPr>
            <a:r>
              <a:rPr kumimoji="0" 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/>
                <a:ea typeface="Arial"/>
                <a:cs typeface="Arial"/>
                <a:sym typeface="Arial"/>
              </a:rPr>
              <a:t>Demand data duration: </a:t>
            </a:r>
            <a:r>
              <a:rPr lang="en-US" sz="900" dirty="0">
                <a:solidFill>
                  <a:srgbClr val="000000"/>
                </a:solidFill>
                <a:latin typeface="Arial Nova"/>
                <a:ea typeface="Arial"/>
                <a:cs typeface="Arial"/>
                <a:sym typeface="Arial"/>
              </a:rPr>
              <a:t>17</a:t>
            </a:r>
            <a:r>
              <a:rPr lang="en-US" sz="900" baseline="30000" dirty="0">
                <a:solidFill>
                  <a:srgbClr val="000000"/>
                </a:solidFill>
                <a:latin typeface="Arial Nova"/>
                <a:ea typeface="Calibri Light"/>
                <a:cs typeface="Calibri Light"/>
                <a:sym typeface="Arial"/>
              </a:rPr>
              <a:t>th</a:t>
            </a:r>
            <a:r>
              <a:rPr lang="en-US" sz="900" dirty="0">
                <a:solidFill>
                  <a:srgbClr val="000000"/>
                </a:solidFill>
                <a:latin typeface="Arial Nova"/>
                <a:ea typeface="Arial"/>
                <a:cs typeface="Arial"/>
                <a:sym typeface="Arial"/>
              </a:rPr>
              <a:t> Feb-22 till </a:t>
            </a:r>
            <a:r>
              <a:rPr lang="en-US" sz="900" dirty="0">
                <a:solidFill>
                  <a:srgbClr val="000000"/>
                </a:solidFill>
                <a:latin typeface="Arial Nova"/>
                <a:ea typeface="Calibri Light"/>
                <a:cs typeface="Calibri Light"/>
                <a:sym typeface="Arial"/>
              </a:rPr>
              <a:t>19</a:t>
            </a:r>
            <a:r>
              <a:rPr lang="en-US" sz="900" baseline="30000" dirty="0">
                <a:solidFill>
                  <a:srgbClr val="000000"/>
                </a:solidFill>
                <a:latin typeface="Arial Nova"/>
                <a:ea typeface="Calibri Light"/>
                <a:cs typeface="Calibri Light"/>
                <a:sym typeface="Arial"/>
              </a:rPr>
              <a:t>th</a:t>
            </a:r>
            <a:r>
              <a:rPr lang="en-US" sz="900" dirty="0">
                <a:solidFill>
                  <a:srgbClr val="000000"/>
                </a:solidFill>
                <a:latin typeface="Arial Nova"/>
                <a:ea typeface="Calibri Light"/>
                <a:cs typeface="Calibri Light"/>
                <a:sym typeface="Arial"/>
              </a:rPr>
              <a:t> Jun-26</a:t>
            </a:r>
            <a:r>
              <a:rPr kumimoji="0" 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/>
                <a:ea typeface="Arial"/>
                <a:cs typeface="Arial"/>
                <a:sym typeface="Arial"/>
              </a:rPr>
              <a:t>; Biologics vials added as per 867 data</a:t>
            </a:r>
            <a:endParaRPr kumimoji="0" lang="en-US" sz="9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Arial"/>
              <a:cs typeface="Arial"/>
              <a:sym typeface="Arial"/>
            </a:endParaRP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020ACE6C-BCC3-6B90-7CC2-B3C7F69DBFDA}"/>
              </a:ext>
            </a:extLst>
          </p:cNvPr>
          <p:cNvSpPr txBox="1">
            <a:spLocks/>
          </p:cNvSpPr>
          <p:nvPr/>
        </p:nvSpPr>
        <p:spPr>
          <a:xfrm>
            <a:off x="441891" y="507016"/>
            <a:ext cx="11103866" cy="295514"/>
          </a:xfrm>
          <a:prstGeom prst="rect">
            <a:avLst/>
          </a:prstGeom>
          <a:ln w="12700">
            <a:miter lim="400000"/>
          </a:ln>
        </p:spPr>
        <p:txBody>
          <a:bodyPr lIns="45720" rIns="45719" anchor="ctr">
            <a:no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defTabSz="914240" eaLnBrk="1" hangingPunct="1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defRPr i="1">
                <a:solidFill>
                  <a:schemeClr val="accent4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1pPr>
            <a:lvl2pPr marL="463550" indent="-165100" defTabSz="914240" eaLnBrk="1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Char char="–"/>
              <a:defRPr sz="1400">
                <a:solidFill>
                  <a:schemeClr val="bg2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2pPr>
            <a:lvl3pPr marL="687388" indent="-173038" defTabSz="914240" eaLnBrk="1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Char char="•"/>
              <a:defRPr sz="1200">
                <a:solidFill>
                  <a:schemeClr val="bg2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3pPr>
            <a:lvl4pPr marL="862013" indent="-157163" defTabSz="914240" eaLnBrk="1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Char char="–"/>
              <a:defRPr sz="1200">
                <a:solidFill>
                  <a:schemeClr val="bg2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4pPr>
            <a:lvl5pPr marL="1085850" indent="-157163" defTabSz="914240" eaLnBrk="1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Char char="•"/>
              <a:defRPr sz="1200">
                <a:solidFill>
                  <a:schemeClr val="bg2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5pPr>
            <a:lvl6pPr marL="2502130" indent="-216530" defTabSz="914240" eaLnBrk="1" hangingPunct="1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>
                <a:solidFill>
                  <a:srgbClr val="50626A"/>
                </a:solidFill>
                <a:latin typeface="Avenir Book"/>
                <a:ea typeface="Avenir Book"/>
                <a:cs typeface="Avenir Book"/>
                <a:sym typeface="Avenir Book"/>
              </a:defRPr>
            </a:lvl6pPr>
            <a:lvl7pPr marL="2959250" indent="-216530" defTabSz="914240" eaLnBrk="1" hangingPunct="1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>
                <a:solidFill>
                  <a:srgbClr val="50626A"/>
                </a:solidFill>
                <a:latin typeface="Avenir Book"/>
                <a:ea typeface="Avenir Book"/>
                <a:cs typeface="Avenir Book"/>
                <a:sym typeface="Avenir Book"/>
              </a:defRPr>
            </a:lvl7pPr>
            <a:lvl8pPr marL="3416370" indent="-216530" defTabSz="914240" eaLnBrk="1" hangingPunct="1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>
                <a:solidFill>
                  <a:srgbClr val="50626A"/>
                </a:solidFill>
                <a:latin typeface="Avenir Book"/>
                <a:ea typeface="Avenir Book"/>
                <a:cs typeface="Avenir Book"/>
                <a:sym typeface="Avenir Book"/>
              </a:defRPr>
            </a:lvl8pPr>
            <a:lvl9pPr marL="3873490" indent="-216530" defTabSz="914240" eaLnBrk="1" hangingPunct="1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>
                <a:solidFill>
                  <a:srgbClr val="50626A"/>
                </a:solidFill>
                <a:latin typeface="Avenir Book"/>
                <a:ea typeface="Avenir Book"/>
                <a:cs typeface="Avenir Book"/>
                <a:sym typeface="Avenir Book"/>
              </a:defRPr>
            </a:lvl9pPr>
          </a:lstStyle>
          <a:p>
            <a:pPr marL="0" marR="0" lvl="0" indent="0" algn="l" defTabSz="91424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rgbClr val="017298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>
                <a:solidFill>
                  <a:srgbClr val="017298"/>
                </a:solidFill>
              </a:rPr>
              <a:t>Daily Average for Jun’26 decreased by 1% compared to May’26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17298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venir Book"/>
            </a:endParaRPr>
          </a:p>
        </p:txBody>
      </p:sp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351C0F82-2A18-2320-B995-F4E05BF57A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1097330"/>
              </p:ext>
            </p:extLst>
          </p:nvPr>
        </p:nvGraphicFramePr>
        <p:xfrm>
          <a:off x="6489473" y="3786479"/>
          <a:ext cx="5460701" cy="2335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5" name="Rectangle 24">
            <a:extLst>
              <a:ext uri="{FF2B5EF4-FFF2-40B4-BE49-F238E27FC236}">
                <a16:creationId xmlns:a16="http://schemas.microsoft.com/office/drawing/2014/main" id="{137853DF-3526-8B0D-1A21-BB4836B28587}"/>
              </a:ext>
            </a:extLst>
          </p:cNvPr>
          <p:cNvSpPr/>
          <p:nvPr/>
        </p:nvSpPr>
        <p:spPr>
          <a:xfrm rot="19872646">
            <a:off x="10755916" y="4646010"/>
            <a:ext cx="455713" cy="2063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8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rPr>
              <a:t>+10.5%</a:t>
            </a:r>
            <a:endParaRPr kumimoji="0" lang="en-IN" sz="8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8CD20428-94DA-B276-A27D-360A4BB2588F}"/>
              </a:ext>
            </a:extLst>
          </p:cNvPr>
          <p:cNvSpPr/>
          <p:nvPr/>
        </p:nvSpPr>
        <p:spPr>
          <a:xfrm rot="20223858">
            <a:off x="10473119" y="4942286"/>
            <a:ext cx="283522" cy="154905"/>
          </a:xfrm>
          <a:prstGeom prst="rightArrow">
            <a:avLst/>
          </a:prstGeom>
          <a:solidFill>
            <a:srgbClr val="ECAB1E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ctr">
            <a:no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IN" sz="900" b="1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highlight>
                <a:srgbClr val="ECAB1E"/>
              </a:highlight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graphicFrame>
        <p:nvGraphicFramePr>
          <p:cNvPr id="28" name="Chart 27">
            <a:extLst>
              <a:ext uri="{FF2B5EF4-FFF2-40B4-BE49-F238E27FC236}">
                <a16:creationId xmlns:a16="http://schemas.microsoft.com/office/drawing/2014/main" id="{8E0716CC-76FB-8E54-FCFE-7C973DCD6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09424737"/>
              </p:ext>
            </p:extLst>
          </p:nvPr>
        </p:nvGraphicFramePr>
        <p:xfrm>
          <a:off x="501202" y="1380768"/>
          <a:ext cx="5577840" cy="20835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9" name="Content Placeholder 4">
            <a:extLst>
              <a:ext uri="{FF2B5EF4-FFF2-40B4-BE49-F238E27FC236}">
                <a16:creationId xmlns:a16="http://schemas.microsoft.com/office/drawing/2014/main" id="{C682ABDA-8D6F-CB08-FE2E-9AA99109E22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0440659"/>
              </p:ext>
            </p:extLst>
          </p:nvPr>
        </p:nvGraphicFramePr>
        <p:xfrm>
          <a:off x="425948" y="3727215"/>
          <a:ext cx="5594798" cy="23484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7C7F5753-F63C-FFD2-9BE0-572B8CFDF7D5}"/>
              </a:ext>
            </a:extLst>
          </p:cNvPr>
          <p:cNvSpPr/>
          <p:nvPr/>
        </p:nvSpPr>
        <p:spPr>
          <a:xfrm>
            <a:off x="6461222" y="1341883"/>
            <a:ext cx="5488952" cy="2416594"/>
          </a:xfrm>
          <a:prstGeom prst="rect">
            <a:avLst/>
          </a:prstGeom>
          <a:noFill/>
          <a:ln w="12700" cap="flat">
            <a:solidFill>
              <a:schemeClr val="tx1">
                <a:lumMod val="75000"/>
                <a:lumOff val="25000"/>
              </a:schemeClr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AE" sz="1200" b="0" i="0" u="none" strike="noStrike" cap="none" spc="0" normalizeH="0" baseline="0">
              <a:ln>
                <a:noFill/>
              </a:ln>
              <a:solidFill>
                <a:schemeClr val="bg2"/>
              </a:solidFill>
              <a:effectLst/>
              <a:uFillTx/>
              <a:latin typeface="Arial Nova" panose="020B0504020202020204" pitchFamily="34" charset="0"/>
              <a:ea typeface="+mn-ea"/>
              <a:cs typeface="+mn-cs"/>
              <a:sym typeface="Calibri"/>
            </a:endParaRP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928725BA-A8B4-3E84-4F79-51EE428330AC}"/>
              </a:ext>
            </a:extLst>
          </p:cNvPr>
          <p:cNvSpPr txBox="1">
            <a:spLocks/>
          </p:cNvSpPr>
          <p:nvPr/>
        </p:nvSpPr>
        <p:spPr>
          <a:xfrm>
            <a:off x="6537891" y="860447"/>
            <a:ext cx="3399969" cy="3139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45720" rIns="45719" anchor="b">
            <a:noAutofit/>
          </a:bodyPr>
          <a:lstStyle>
            <a:lvl1pPr marL="0" marR="0" indent="0" algn="l" defTabSz="91424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None/>
              <a:tabLst/>
              <a:defRPr sz="2000" b="0" i="0" u="none" strike="noStrike" cap="none" spc="0" baseline="0">
                <a:solidFill>
                  <a:schemeClr val="accent4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1pPr>
            <a:lvl2pPr marL="457200" marR="0" indent="0" algn="l" defTabSz="91424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None/>
              <a:tabLst/>
              <a:defRPr sz="2000" b="1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2pPr>
            <a:lvl3pPr marL="914400" marR="0" indent="0" algn="l" defTabSz="91424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None/>
              <a:tabLst/>
              <a:defRPr sz="1800" b="1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3pPr>
            <a:lvl4pPr marL="1371600" marR="0" indent="0" algn="l" defTabSz="91424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System Font Regular"/>
              <a:buNone/>
              <a:tabLst/>
              <a:defRPr sz="1600" b="1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4pPr>
            <a:lvl5pPr marL="1828800" marR="0" indent="0" algn="l" defTabSz="91424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4"/>
              </a:buClr>
              <a:buSzPct val="100000"/>
              <a:buFont typeface="Arial" panose="020B0604020202020204" pitchFamily="34" charset="0"/>
              <a:buNone/>
              <a:tabLst/>
              <a:defRPr sz="1600" b="1" i="0" u="none" strike="noStrike" cap="none" spc="0" baseline="0">
                <a:solidFill>
                  <a:schemeClr val="bg2"/>
                </a:solidFill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 Book"/>
              </a:defRPr>
            </a:lvl5pPr>
            <a:lvl6pPr marL="2286000" marR="0" indent="0" algn="l" defTabSz="91424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 sz="1600" b="1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6pPr>
            <a:lvl7pPr marL="2743200" marR="0" indent="0" algn="l" defTabSz="91424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 sz="1600" b="1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7pPr>
            <a:lvl8pPr marL="3200400" marR="0" indent="0" algn="l" defTabSz="91424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 sz="1600" b="1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8pPr>
            <a:lvl9pPr marL="3657600" marR="0" indent="0" algn="l" defTabSz="91424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 sz="1600" b="1" i="0" u="none" strike="noStrike" cap="none" spc="0" baseline="0">
                <a:solidFill>
                  <a:srgbClr val="50626A"/>
                </a:solidFill>
                <a:uFillTx/>
                <a:latin typeface="Avenir Book"/>
                <a:ea typeface="Avenir Book"/>
                <a:cs typeface="Avenir Book"/>
                <a:sym typeface="Avenir Book"/>
              </a:defRPr>
            </a:lvl9pPr>
          </a:lstStyle>
          <a:p>
            <a:r>
              <a:rPr lang="en-US" sz="1400" b="1" kern="0">
                <a:solidFill>
                  <a:schemeClr val="tx1"/>
                </a:solidFill>
              </a:rPr>
              <a:t>Revenue Progress Bar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CE94979A-BBFA-A547-616A-304851854C91}"/>
              </a:ext>
            </a:extLst>
          </p:cNvPr>
          <p:cNvSpPr txBox="1">
            <a:spLocks/>
          </p:cNvSpPr>
          <p:nvPr/>
        </p:nvSpPr>
        <p:spPr>
          <a:xfrm>
            <a:off x="11826973" y="6506145"/>
            <a:ext cx="207875" cy="21844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C0543ED3-111B-4842-9D2D-918F903AB236}" type="slidenum">
              <a:rPr lang="en-US" sz="800" smtClean="0">
                <a:solidFill>
                  <a:srgbClr val="50626A"/>
                </a:solidFill>
                <a:latin typeface="Montserrat Regular"/>
                <a:sym typeface="Montserrat Regular"/>
              </a:rPr>
              <a:pPr algn="ctr">
                <a:defRPr/>
              </a:pPr>
              <a:t>5</a:t>
            </a:fld>
            <a:endParaRPr lang="en-US" sz="800">
              <a:solidFill>
                <a:srgbClr val="50626A"/>
              </a:solidFill>
              <a:latin typeface="Montserrat Regular"/>
              <a:sym typeface="Montserrat Regular"/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29F7DF79-DBCA-7162-BBB0-DD2E2B8BFD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1308604"/>
              </p:ext>
            </p:extLst>
          </p:nvPr>
        </p:nvGraphicFramePr>
        <p:xfrm>
          <a:off x="6317831" y="1292534"/>
          <a:ext cx="4990863" cy="11873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  <p:extLst>
      <p:ext uri="{BB962C8B-B14F-4D97-AF65-F5344CB8AC3E}">
        <p14:creationId xmlns:p14="http://schemas.microsoft.com/office/powerpoint/2010/main" val="883173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21BCF3B3-3069-EF94-44A9-58E35FB3C580}"/>
              </a:ext>
            </a:extLst>
          </p:cNvPr>
          <p:cNvSpPr txBox="1">
            <a:spLocks/>
          </p:cNvSpPr>
          <p:nvPr/>
        </p:nvSpPr>
        <p:spPr>
          <a:xfrm>
            <a:off x="11826973" y="6506145"/>
            <a:ext cx="207875" cy="21844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0543ED3-111B-4842-9D2D-918F903AB236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50626A"/>
                </a:solidFill>
                <a:effectLst/>
                <a:uLnTx/>
                <a:uFillTx/>
                <a:latin typeface="Montserrat Regular"/>
                <a:ea typeface="+mn-ea"/>
                <a:cs typeface="+mn-cs"/>
                <a:sym typeface="Montserrat Regular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50626A"/>
              </a:solidFill>
              <a:effectLst/>
              <a:uLnTx/>
              <a:uFillTx/>
              <a:latin typeface="Montserrat Regular"/>
              <a:ea typeface="+mn-ea"/>
              <a:cs typeface="+mn-cs"/>
              <a:sym typeface="Montserrat Regular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1BD178-6D43-6083-84C3-3160AF6240CB}"/>
              </a:ext>
            </a:extLst>
          </p:cNvPr>
          <p:cNvSpPr txBox="1">
            <a:spLocks/>
          </p:cNvSpPr>
          <p:nvPr/>
        </p:nvSpPr>
        <p:spPr>
          <a:xfrm>
            <a:off x="303367" y="346229"/>
            <a:ext cx="11497473" cy="477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vert="horz" lIns="0" tIns="0" rIns="0" bIns="0" rtlCol="0" anchor="ctr">
            <a:normAutofit/>
          </a:bodyPr>
          <a:lstStyle>
            <a:lvl1pPr marL="0" marR="0" indent="0" algn="ctr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US" sz="1800" b="1" i="0" u="none" strike="noStrike" cap="none" spc="0" baseline="0" dirty="0">
                <a:solidFill>
                  <a:schemeClr val="bg1"/>
                </a:solidFill>
                <a:uFillTx/>
                <a:latin typeface="Arial Nova" panose="020B0504020202020204" pitchFamily="34" charset="0"/>
                <a:ea typeface="Arial Nova" panose="020B0504020202020204" pitchFamily="34" charset="0"/>
                <a:cs typeface="Arial Nova" panose="020B0504020202020204" pitchFamily="34" charset="0"/>
                <a:sym typeface="Avenir Black"/>
              </a:defRPr>
            </a:lvl1pPr>
            <a:lvl2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2pPr>
            <a:lvl3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3pPr>
            <a:lvl4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4pPr>
            <a:lvl5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5pPr>
            <a:lvl6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6pPr>
            <a:lvl7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7pPr>
            <a:lvl8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8pPr>
            <a:lvl9pPr marL="0" marR="0" indent="0" algn="l" defTabSz="91424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9pPr>
          </a:lstStyle>
          <a:p>
            <a:pPr marL="0" marR="0" lvl="0" indent="0" algn="l" defTabSz="91424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 err="1">
                <a:ln>
                  <a:noFill/>
                </a:ln>
                <a:solidFill>
                  <a:srgbClr val="00859D"/>
                </a:solidFill>
                <a:effectLst/>
                <a:uLnTx/>
                <a:uFillTx/>
                <a:latin typeface="Arial Nova" panose="020B0504020202020204" pitchFamily="34" charset="0"/>
                <a:sym typeface="Avenir Black"/>
              </a:rPr>
              <a:t>Fyarro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859D"/>
                </a:solidFill>
                <a:effectLst/>
                <a:uLnTx/>
                <a:uFillTx/>
                <a:latin typeface="Arial Nova" panose="020B0504020202020204" pitchFamily="34" charset="0"/>
                <a:sym typeface="Avenir Black"/>
              </a:rPr>
              <a:t> –Inventory at SDs as of 06/19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6984C6-1735-46E6-2380-72EEF466BEB8}"/>
              </a:ext>
            </a:extLst>
          </p:cNvPr>
          <p:cNvSpPr txBox="1"/>
          <p:nvPr/>
        </p:nvSpPr>
        <p:spPr>
          <a:xfrm>
            <a:off x="387189" y="6211671"/>
            <a:ext cx="9488031" cy="6463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Source: Mckesson Portal 867 feed and Revenue feed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Demand data duration: 17</a:t>
            </a:r>
            <a:r>
              <a:rPr kumimoji="0" lang="en-US" sz="9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th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 Feb-22 till 19</a:t>
            </a:r>
            <a:r>
              <a:rPr kumimoji="0" lang="en-US" sz="9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th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 Jun-26</a:t>
            </a:r>
          </a:p>
          <a:p>
            <a:pPr lvl="0" hangingPunct="0">
              <a:defRPr/>
            </a:pPr>
            <a:r>
              <a:rPr kumimoji="0" lang="en-GB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Arial"/>
                <a:sym typeface="Arial"/>
              </a:rPr>
              <a:t>Cencora</a:t>
            </a:r>
            <a:r>
              <a:rPr kumimoji="0" lang="en-GB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Arial"/>
                <a:sym typeface="Arial"/>
              </a:rPr>
              <a:t> = (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AmerisourceBergen (</a:t>
            </a:r>
            <a:r>
              <a:rPr kumimoji="0" lang="en-GB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Arial"/>
                <a:sym typeface="Arial"/>
              </a:rPr>
              <a:t>ASD) + </a:t>
            </a:r>
            <a:r>
              <a:rPr kumimoji="0" lang="en-GB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Arial"/>
                <a:sym typeface="Arial"/>
              </a:rPr>
              <a:t>Onc</a:t>
            </a:r>
            <a:r>
              <a:rPr kumimoji="0" lang="en-GB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Arial"/>
                <a:sym typeface="Arial"/>
              </a:rPr>
              <a:t> Supply), MPB: Mckesson Plasma And Biologics, MSH: Mckesson Specialty</a:t>
            </a:r>
            <a:br>
              <a:rPr kumimoji="0" lang="en-GB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Arial"/>
                <a:sym typeface="Arial"/>
              </a:rPr>
            </a:br>
            <a:r>
              <a:rPr lang="en-GB" sz="900" dirty="0">
                <a:solidFill>
                  <a:srgbClr val="000000"/>
                </a:solidFill>
                <a:latin typeface="Arial Nova" panose="020B0504020202020204" pitchFamily="34" charset="0"/>
                <a:cs typeface="Arial"/>
                <a:sym typeface="Arial"/>
              </a:rPr>
              <a:t>May has 20 demand days ;Jun has 22 demand days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Nova" panose="020B0504020202020204" pitchFamily="3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11" name="Table 5">
            <a:extLst>
              <a:ext uri="{FF2B5EF4-FFF2-40B4-BE49-F238E27FC236}">
                <a16:creationId xmlns:a16="http://schemas.microsoft.com/office/drawing/2014/main" id="{FEE0AE9A-86E6-FFF8-3F6F-002A5426E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0271706"/>
              </p:ext>
            </p:extLst>
          </p:nvPr>
        </p:nvGraphicFramePr>
        <p:xfrm>
          <a:off x="387189" y="3183147"/>
          <a:ext cx="10740885" cy="2812213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3001782">
                  <a:extLst>
                    <a:ext uri="{9D8B030D-6E8A-4147-A177-3AD203B41FA5}">
                      <a16:colId xmlns:a16="http://schemas.microsoft.com/office/drawing/2014/main" val="1982482834"/>
                    </a:ext>
                  </a:extLst>
                </a:gridCol>
                <a:gridCol w="1100278">
                  <a:extLst>
                    <a:ext uri="{9D8B030D-6E8A-4147-A177-3AD203B41FA5}">
                      <a16:colId xmlns:a16="http://schemas.microsoft.com/office/drawing/2014/main" val="1952795743"/>
                    </a:ext>
                  </a:extLst>
                </a:gridCol>
                <a:gridCol w="3714520">
                  <a:extLst>
                    <a:ext uri="{9D8B030D-6E8A-4147-A177-3AD203B41FA5}">
                      <a16:colId xmlns:a16="http://schemas.microsoft.com/office/drawing/2014/main" val="4217589739"/>
                    </a:ext>
                  </a:extLst>
                </a:gridCol>
                <a:gridCol w="2924305">
                  <a:extLst>
                    <a:ext uri="{9D8B030D-6E8A-4147-A177-3AD203B41FA5}">
                      <a16:colId xmlns:a16="http://schemas.microsoft.com/office/drawing/2014/main" val="142872647"/>
                    </a:ext>
                  </a:extLst>
                </a:gridCol>
              </a:tblGrid>
              <a:tr h="42561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b="1" i="0" u="none" strike="noStrike" kern="1200" cap="all" spc="120" normalizeH="0" baseline="0">
                          <a:solidFill>
                            <a:srgbClr val="000000">
                              <a:lumMod val="65000"/>
                              <a:lumOff val="35000"/>
                            </a:srgb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US" sz="1200" b="1" i="0" u="none" strike="noStrike" kern="1200" cap="all" spc="120" normalizeH="0" baseline="0">
                          <a:solidFill>
                            <a:srgbClr val="595959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     Inventory at Wholesalers       </a:t>
                      </a:r>
                      <a:endParaRPr lang="en-IN" sz="1200" b="1" i="0" u="none" strike="noStrike" kern="1200" cap="all" spc="120" normalizeH="0" baseline="0">
                        <a:solidFill>
                          <a:srgbClr val="595959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b="1" i="0" u="none" strike="noStrike" kern="1200" cap="all" spc="120" normalizeH="0" baseline="0">
                          <a:solidFill>
                            <a:srgbClr val="000000">
                              <a:lumMod val="65000"/>
                              <a:lumOff val="35000"/>
                            </a:srgb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IN" sz="1200" b="1" i="0" u="none" strike="noStrike" kern="1200" cap="all" spc="120" normalizeH="0" baseline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b="1" i="0" u="none" strike="noStrike" kern="1200" cap="all" spc="120" normalizeH="0" baseline="0">
                          <a:solidFill>
                            <a:srgbClr val="000000">
                              <a:lumMod val="65000"/>
                              <a:lumOff val="35000"/>
                            </a:srgb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US" sz="1200" b="1" i="0" u="none" strike="noStrike" kern="1200" cap="all" spc="120" normalizeH="0" baseline="0" dirty="0">
                          <a:solidFill>
                            <a:srgbClr val="000000">
                              <a:lumMod val="65000"/>
                              <a:lumOff val="35000"/>
                            </a:srgb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(June Days DOH)</a:t>
                      </a:r>
                      <a:endParaRPr lang="en-IN" sz="1200" b="1" i="0" u="none" strike="noStrike" kern="1200" cap="all" spc="120" normalizeH="0" baseline="0" dirty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b="1" i="0" u="none" strike="noStrike" kern="1200" cap="all" spc="120" normalizeH="0" baseline="0">
                          <a:solidFill>
                            <a:srgbClr val="000000">
                              <a:lumMod val="65000"/>
                              <a:lumOff val="35000"/>
                            </a:srgb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US" sz="1200" b="1" i="0" u="none" strike="noStrike" kern="1200" cap="all" spc="120" normalizeH="0" baseline="0">
                          <a:solidFill>
                            <a:srgbClr val="000000">
                              <a:lumMod val="65000"/>
                              <a:lumOff val="35000"/>
                            </a:srgb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(Prior Month end DOH)</a:t>
                      </a:r>
                      <a:endParaRPr lang="en-IN" sz="1200" b="1" i="0" u="none" strike="noStrike" kern="1200" cap="all" spc="120" normalizeH="0" baseline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0296715"/>
                  </a:ext>
                </a:extLst>
              </a:tr>
              <a:tr h="657829">
                <a:tc>
                  <a:txBody>
                    <a:bodyPr/>
                    <a:lstStyle/>
                    <a:p>
                      <a:pPr marL="0" marR="0" indent="0" algn="ctr" defTabSz="914400" fontAlgn="b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1400" b="1" i="0" u="none" strike="noStrike" cap="none" spc="0" baseline="0">
                          <a:solidFill>
                            <a:schemeClr val="bg1"/>
                          </a:solidFill>
                          <a:uFillTx/>
                          <a:latin typeface="+mn-lt"/>
                          <a:ea typeface="+mn-ea"/>
                          <a:cs typeface="+mn-cs"/>
                          <a:sym typeface="Montserrat Regular"/>
                        </a:rPr>
                        <a:t>Wholesaler</a:t>
                      </a:r>
                      <a:endParaRPr lang="en-IN" sz="1400" b="1" i="0" u="none" strike="noStrike" cap="none" spc="0" baseline="0">
                        <a:solidFill>
                          <a:schemeClr val="bg1"/>
                        </a:solidFill>
                        <a:uFillTx/>
                        <a:latin typeface="+mn-lt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b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1400" b="1" i="0" u="none" strike="noStrike" cap="none" spc="0" baseline="0" dirty="0">
                          <a:solidFill>
                            <a:schemeClr val="bg1"/>
                          </a:solidFill>
                          <a:uFillTx/>
                          <a:latin typeface="+mn-lt"/>
                          <a:ea typeface="+mn-ea"/>
                          <a:cs typeface="+mn-cs"/>
                          <a:sym typeface="Montserrat Regular"/>
                        </a:rPr>
                        <a:t># Vials</a:t>
                      </a:r>
                      <a:endParaRPr lang="en-IN" sz="1400" b="1" i="0" u="none" strike="noStrike" cap="none" spc="0" baseline="0" dirty="0">
                        <a:solidFill>
                          <a:schemeClr val="bg1"/>
                        </a:solidFill>
                        <a:uFillTx/>
                        <a:latin typeface="+mn-lt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1" i="0" u="none" strike="noStrike" cap="none" spc="0" baseline="0" dirty="0">
                          <a:solidFill>
                            <a:schemeClr val="bg1"/>
                          </a:solidFill>
                          <a:uFillTx/>
                          <a:latin typeface="+mn-lt"/>
                          <a:ea typeface="+mn-ea"/>
                          <a:cs typeface="+mn-cs"/>
                          <a:sym typeface="Montserrat Regular"/>
                        </a:rPr>
                        <a:t># Days on hand</a:t>
                      </a:r>
                      <a:endParaRPr lang="en-IN" sz="1400" b="1" i="0" u="none" strike="noStrike" cap="none" spc="0" baseline="0" dirty="0">
                        <a:solidFill>
                          <a:schemeClr val="bg1"/>
                        </a:solidFill>
                        <a:uFillTx/>
                        <a:latin typeface="+mn-lt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1" i="0" u="none" strike="noStrike" cap="none" spc="0" baseline="0" dirty="0">
                          <a:solidFill>
                            <a:schemeClr val="tx1"/>
                          </a:solidFill>
                          <a:uFillTx/>
                          <a:latin typeface="+mn-lt"/>
                          <a:ea typeface="+mn-ea"/>
                          <a:cs typeface="+mn-cs"/>
                          <a:sym typeface="Montserrat Regular"/>
                        </a:rPr>
                        <a:t># Days on hand</a:t>
                      </a:r>
                      <a:endParaRPr lang="en-IN" sz="1400" b="1" i="0" u="none" strike="noStrike" cap="none" spc="0" baseline="0" dirty="0">
                        <a:solidFill>
                          <a:schemeClr val="tx1"/>
                        </a:solidFill>
                        <a:uFillTx/>
                        <a:latin typeface="+mn-lt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3049347"/>
                  </a:ext>
                </a:extLst>
              </a:tr>
              <a:tr h="438586">
                <a:tc>
                  <a:txBody>
                    <a:bodyPr/>
                    <a:lstStyle/>
                    <a:p>
                      <a:pPr algn="ctr" fontAlgn="b"/>
                      <a:r>
                        <a:rPr lang="en-IN" sz="1200" b="0" i="0" u="none" strike="noStrike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Arial Nova"/>
                        </a:rPr>
                        <a:t>Mckesson Specialty</a:t>
                      </a:r>
                      <a:endParaRPr lang="en-IN" sz="1200" b="0" i="0" u="none" strike="noStrike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 5 (3%)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0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376065"/>
                  </a:ext>
                </a:extLst>
              </a:tr>
              <a:tr h="438586">
                <a:tc>
                  <a:txBody>
                    <a:bodyPr/>
                    <a:lstStyle/>
                    <a:p>
                      <a:pPr marL="0" marR="0" indent="0" algn="ctr" fontAlgn="b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IN" sz="12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/>
                          <a:ea typeface="+mn-ea"/>
                          <a:cs typeface="+mn-cs"/>
                        </a:rPr>
                        <a:t>Mckesson Plasma And Biologics</a:t>
                      </a:r>
                      <a:endParaRPr lang="en-IN" sz="1200" b="0" i="0" u="none" strike="noStrike" cap="none" spc="0" baseline="0">
                        <a:solidFill>
                          <a:srgbClr val="000000"/>
                        </a:solidFill>
                        <a:effectLst/>
                        <a:uFillTx/>
                        <a:latin typeface="Arial Nova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4763" marR="4763" marT="4763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142 (75%)</a:t>
                      </a:r>
                    </a:p>
                  </a:txBody>
                  <a:tcPr marL="0" marR="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22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28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558590"/>
                  </a:ext>
                </a:extLst>
              </a:tr>
              <a:tr h="438586">
                <a:tc>
                  <a:txBody>
                    <a:bodyPr/>
                    <a:lstStyle/>
                    <a:p>
                      <a:pPr marL="0" marR="0" lvl="0" indent="0" algn="ctr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IN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 Nova"/>
                        </a:rPr>
                        <a:t>Cencora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43 (23%)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8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2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565383"/>
                  </a:ext>
                </a:extLst>
              </a:tr>
              <a:tr h="4130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Total</a:t>
                      </a:r>
                      <a:endParaRPr lang="en-IN" sz="1200" b="1" i="0" u="none" strike="noStrike">
                        <a:solidFill>
                          <a:srgbClr val="000000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190 (100%)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13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 Nova" panose="020B0504020202020204" pitchFamily="34" charset="0"/>
                        </a:rPr>
                        <a:t>14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3497572"/>
                  </a:ext>
                </a:extLst>
              </a:tr>
            </a:tbl>
          </a:graphicData>
        </a:graphic>
      </p:graphicFrame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80554895-D474-4B7C-4373-5D8F7D5FDB5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10077645"/>
              </p:ext>
            </p:extLst>
          </p:nvPr>
        </p:nvGraphicFramePr>
        <p:xfrm>
          <a:off x="832438" y="1175798"/>
          <a:ext cx="9782174" cy="18971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094413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54500D1-92F6-E2AD-689B-89BFC8B5CF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6613480"/>
              </p:ext>
            </p:extLst>
          </p:nvPr>
        </p:nvGraphicFramePr>
        <p:xfrm>
          <a:off x="161365" y="1159849"/>
          <a:ext cx="11691968" cy="4684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3BC6C8C-6293-2BF7-8BEB-703AADD8C2BC}"/>
              </a:ext>
            </a:extLst>
          </p:cNvPr>
          <p:cNvSpPr txBox="1"/>
          <p:nvPr/>
        </p:nvSpPr>
        <p:spPr>
          <a:xfrm>
            <a:off x="469899" y="6614815"/>
            <a:ext cx="5104435" cy="21544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rebuchet MS"/>
              <a:ea typeface="Calibri"/>
              <a:cs typeface="Calibri"/>
            </a:endParaRP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3CEC5B54-C650-2490-2DCB-86A830C50C13}"/>
              </a:ext>
            </a:extLst>
          </p:cNvPr>
          <p:cNvSpPr txBox="1">
            <a:spLocks/>
          </p:cNvSpPr>
          <p:nvPr/>
        </p:nvSpPr>
        <p:spPr bwMode="auto">
          <a:xfrm>
            <a:off x="355860" y="237284"/>
            <a:ext cx="11497473" cy="4778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800" spc="0" baseline="0">
                <a:solidFill>
                  <a:schemeClr val="accent1"/>
                </a:solidFill>
                <a:latin typeface="Trebuchet MS" panose="020B0703020202090204" pitchFamily="34" charset="0"/>
                <a:ea typeface="+mj-ea"/>
                <a:cs typeface="Trebuchet MS" panose="020B070302020209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800" cap="none" spc="0" normalizeH="0" baseline="0" noProof="0">
                <a:ln>
                  <a:noFill/>
                </a:ln>
                <a:solidFill>
                  <a:srgbClr val="00859D"/>
                </a:solidFill>
                <a:effectLst/>
                <a:uLnTx/>
                <a:uFillTx/>
                <a:latin typeface="Arial Nova" panose="020B0504020202020204" pitchFamily="34" charset="0"/>
              </a:rPr>
              <a:t>Top 25 FYARRO Ordering Accounts performance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800" cap="none" spc="0" normalizeH="0" baseline="0" noProof="0">
                <a:ln>
                  <a:noFill/>
                </a:ln>
                <a:solidFill>
                  <a:srgbClr val="00859D"/>
                </a:solidFill>
                <a:effectLst/>
                <a:uLnTx/>
                <a:uFillTx/>
                <a:latin typeface="Arial Nova" panose="020B0504020202020204" pitchFamily="34" charset="0"/>
              </a:rPr>
              <a:t>- Accounts are in descending order of their </a:t>
            </a:r>
            <a:r>
              <a:rPr lang="en-US" sz="2400">
                <a:solidFill>
                  <a:srgbClr val="00859D"/>
                </a:solidFill>
                <a:latin typeface="Arial Nova" panose="020B0504020202020204" pitchFamily="34" charset="0"/>
              </a:rPr>
              <a:t>2025T</a:t>
            </a:r>
            <a:r>
              <a:rPr kumimoji="0" lang="en-US" sz="2400" b="1" i="0" u="none" strike="noStrike" kern="800" cap="none" spc="0" normalizeH="0" baseline="0" noProof="0">
                <a:ln>
                  <a:noFill/>
                </a:ln>
                <a:solidFill>
                  <a:srgbClr val="00859D"/>
                </a:solidFill>
                <a:effectLst/>
                <a:uLnTx/>
                <a:uFillTx/>
                <a:latin typeface="Arial Nova" panose="020B0504020202020204" pitchFamily="34" charset="0"/>
              </a:rPr>
              <a:t>D vials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A94A83-FE10-2FBB-7403-84578CF2E89D}"/>
              </a:ext>
            </a:extLst>
          </p:cNvPr>
          <p:cNvSpPr/>
          <p:nvPr/>
        </p:nvSpPr>
        <p:spPr>
          <a:xfrm>
            <a:off x="6296098" y="296210"/>
            <a:ext cx="5204125" cy="359953"/>
          </a:xfrm>
          <a:prstGeom prst="rect">
            <a:avLst/>
          </a:prstGeom>
          <a:noFill/>
          <a:ln w="19050">
            <a:solidFill>
              <a:srgbClr val="ECAB1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f</a:t>
            </a:r>
            <a:r>
              <a:rPr kumimoji="0" lang="en-IN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>
                    <a:lumMod val="50000"/>
                  </a:srgbClr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Accounts</a:t>
            </a: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50000"/>
                  </a:srgbClr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 declining in both R8W and R4W are highlighted</a:t>
            </a:r>
            <a:endParaRPr kumimoji="0" lang="en-IN" sz="12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F6F1F8-728C-D5EB-4716-64149FD64100}"/>
              </a:ext>
            </a:extLst>
          </p:cNvPr>
          <p:cNvSpPr txBox="1"/>
          <p:nvPr/>
        </p:nvSpPr>
        <p:spPr>
          <a:xfrm>
            <a:off x="355860" y="6289072"/>
            <a:ext cx="6935056" cy="66941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lvl="0" hangingPunct="0"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Source: Mckesson Portal; Demand data duration: </a:t>
            </a:r>
            <a:r>
              <a:rPr lang="en-US" sz="900" dirty="0">
                <a:solidFill>
                  <a:srgbClr val="000000"/>
                </a:solidFill>
                <a:latin typeface="Arial Nova" panose="020B0504020202020204" pitchFamily="34" charset="0"/>
                <a:ea typeface="Arial"/>
                <a:cs typeface="Arial"/>
                <a:sym typeface="Arial"/>
              </a:rPr>
              <a:t>17</a:t>
            </a:r>
            <a:r>
              <a:rPr lang="en-US" sz="900" baseline="30000" dirty="0">
                <a:solidFill>
                  <a:srgbClr val="000000"/>
                </a:solidFill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th</a:t>
            </a:r>
            <a:r>
              <a:rPr lang="en-US" sz="900" dirty="0">
                <a:solidFill>
                  <a:srgbClr val="000000"/>
                </a:solidFill>
                <a:latin typeface="Arial Nova" panose="020B0504020202020204" pitchFamily="34" charset="0"/>
                <a:ea typeface="Arial"/>
                <a:cs typeface="Arial"/>
                <a:sym typeface="Arial"/>
              </a:rPr>
              <a:t> Feb-22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 till </a:t>
            </a:r>
            <a:r>
              <a:rPr lang="en-US" sz="900" dirty="0">
                <a:solidFill>
                  <a:srgbClr val="000000"/>
                </a:solidFill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19</a:t>
            </a:r>
            <a:r>
              <a:rPr lang="en-US" sz="900" baseline="30000" dirty="0">
                <a:solidFill>
                  <a:srgbClr val="000000"/>
                </a:solidFill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th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 Jun</a:t>
            </a:r>
            <a:r>
              <a:rPr lang="en-US" sz="900" dirty="0">
                <a:solidFill>
                  <a:srgbClr val="000000"/>
                </a:solidFill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-26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 ; Accounts sorted in order of their LTD Vials: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Accounts having growth &gt; 100% have been ceiled to 100% for visualization </a:t>
            </a:r>
            <a:b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</a:b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Accounts having growth &lt;100% have been ceiled to -100% for visualization</a:t>
            </a:r>
            <a:b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Arial"/>
                <a:cs typeface="Arial"/>
                <a:sym typeface="Arial"/>
              </a:rPr>
            </a:b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A3871B-A5F2-CB9C-FE61-628E4D17C701}"/>
              </a:ext>
            </a:extLst>
          </p:cNvPr>
          <p:cNvSpPr txBox="1"/>
          <p:nvPr/>
        </p:nvSpPr>
        <p:spPr>
          <a:xfrm>
            <a:off x="11853333" y="6484010"/>
            <a:ext cx="430914" cy="2462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8AD2424-EA5A-4EB7-979A-F53B0A5082F8}" type="slidenum">
              <a:rPr kumimoji="0" lang="en-US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lumMod val="50000"/>
                  </a:srgbClr>
                </a:solidFill>
                <a:effectLst/>
                <a:uLnTx/>
                <a:uFillTx/>
                <a:latin typeface="Trebuchet MS" panose="020B0703020202090204" pitchFamily="34" charset="0"/>
                <a:ea typeface="Calibri"/>
                <a:cs typeface="Calibri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IN" sz="1000" b="0" i="0" u="none" strike="noStrike" kern="1200" cap="none" spc="0" normalizeH="0" baseline="0" noProof="0">
              <a:ln>
                <a:noFill/>
              </a:ln>
              <a:solidFill>
                <a:srgbClr val="000000">
                  <a:lumMod val="50000"/>
                </a:srgbClr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49469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3D2BE368-FD66-295C-1138-88E26ED90273}"/>
              </a:ext>
            </a:extLst>
          </p:cNvPr>
          <p:cNvSpPr txBox="1">
            <a:spLocks/>
          </p:cNvSpPr>
          <p:nvPr/>
        </p:nvSpPr>
        <p:spPr>
          <a:xfrm>
            <a:off x="11826973" y="6506145"/>
            <a:ext cx="207875" cy="21844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543ED3-111B-4842-9D2D-918F903AB236}" type="slidenum">
              <a:rPr lang="en-US" sz="900" smtClean="0"/>
              <a:pPr/>
              <a:t>8</a:t>
            </a:fld>
            <a:endParaRPr lang="en-US" sz="90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2EA7C11A-6D7F-9544-AA09-A44AA638BC5C}"/>
              </a:ext>
            </a:extLst>
          </p:cNvPr>
          <p:cNvSpPr txBox="1">
            <a:spLocks/>
          </p:cNvSpPr>
          <p:nvPr/>
        </p:nvSpPr>
        <p:spPr>
          <a:xfrm>
            <a:off x="429208" y="156754"/>
            <a:ext cx="11123332" cy="4963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91440" rIns="45719" anchor="t">
            <a:normAutofit/>
          </a:bodyPr>
          <a:lstStyle>
            <a:lvl1pPr marL="0" marR="0" indent="0" algn="l" defTabSz="91424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1" i="0" u="none" strike="noStrike" cap="none" spc="0" baseline="0">
                <a:solidFill>
                  <a:schemeClr val="accent4"/>
                </a:solidFill>
                <a:uFillTx/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venir Black"/>
              </a:defRPr>
            </a:lvl1pPr>
            <a:lvl2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2pPr>
            <a:lvl3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3pPr>
            <a:lvl4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4pPr>
            <a:lvl5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5pPr>
            <a:lvl6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6pPr>
            <a:lvl7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7pPr>
            <a:lvl8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8pPr>
            <a:lvl9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9pPr>
          </a:lstStyle>
          <a:p>
            <a:r>
              <a:rPr lang="en-US" sz="2400" kern="800" dirty="0">
                <a:solidFill>
                  <a:schemeClr val="accent1"/>
                </a:solidFill>
                <a:latin typeface="Trebuchet MS" panose="020B0703020202090204" pitchFamily="34" charset="0"/>
              </a:rPr>
              <a:t>Top 25 FYARRO Ordering Accounts 2025 till date (Including PAP)</a:t>
            </a:r>
            <a:endParaRPr lang="en-IN" sz="2400" kern="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D75984E-3B7A-F239-F2D4-C9F5E05CCB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9599297"/>
              </p:ext>
            </p:extLst>
          </p:nvPr>
        </p:nvGraphicFramePr>
        <p:xfrm>
          <a:off x="270616" y="601728"/>
          <a:ext cx="11650767" cy="5784271"/>
        </p:xfrm>
        <a:graphic>
          <a:graphicData uri="http://schemas.openxmlformats.org/drawingml/2006/table">
            <a:tbl>
              <a:tblPr firstRow="1" bandRow="1"/>
              <a:tblGrid>
                <a:gridCol w="2631233">
                  <a:extLst>
                    <a:ext uri="{9D8B030D-6E8A-4147-A177-3AD203B41FA5}">
                      <a16:colId xmlns:a16="http://schemas.microsoft.com/office/drawing/2014/main" val="2120148881"/>
                    </a:ext>
                  </a:extLst>
                </a:gridCol>
                <a:gridCol w="986672">
                  <a:extLst>
                    <a:ext uri="{9D8B030D-6E8A-4147-A177-3AD203B41FA5}">
                      <a16:colId xmlns:a16="http://schemas.microsoft.com/office/drawing/2014/main" val="3846965455"/>
                    </a:ext>
                  </a:extLst>
                </a:gridCol>
                <a:gridCol w="938125">
                  <a:extLst>
                    <a:ext uri="{9D8B030D-6E8A-4147-A177-3AD203B41FA5}">
                      <a16:colId xmlns:a16="http://schemas.microsoft.com/office/drawing/2014/main" val="2901867873"/>
                    </a:ext>
                  </a:extLst>
                </a:gridCol>
                <a:gridCol w="960605">
                  <a:extLst>
                    <a:ext uri="{9D8B030D-6E8A-4147-A177-3AD203B41FA5}">
                      <a16:colId xmlns:a16="http://schemas.microsoft.com/office/drawing/2014/main" val="4054793336"/>
                    </a:ext>
                  </a:extLst>
                </a:gridCol>
                <a:gridCol w="1171898">
                  <a:extLst>
                    <a:ext uri="{9D8B030D-6E8A-4147-A177-3AD203B41FA5}">
                      <a16:colId xmlns:a16="http://schemas.microsoft.com/office/drawing/2014/main" val="3198574804"/>
                    </a:ext>
                  </a:extLst>
                </a:gridCol>
                <a:gridCol w="872813">
                  <a:extLst>
                    <a:ext uri="{9D8B030D-6E8A-4147-A177-3AD203B41FA5}">
                      <a16:colId xmlns:a16="http://schemas.microsoft.com/office/drawing/2014/main" val="2149558096"/>
                    </a:ext>
                  </a:extLst>
                </a:gridCol>
                <a:gridCol w="1022355">
                  <a:extLst>
                    <a:ext uri="{9D8B030D-6E8A-4147-A177-3AD203B41FA5}">
                      <a16:colId xmlns:a16="http://schemas.microsoft.com/office/drawing/2014/main" val="3162243589"/>
                    </a:ext>
                  </a:extLst>
                </a:gridCol>
                <a:gridCol w="1097820">
                  <a:extLst>
                    <a:ext uri="{9D8B030D-6E8A-4147-A177-3AD203B41FA5}">
                      <a16:colId xmlns:a16="http://schemas.microsoft.com/office/drawing/2014/main" val="1063593301"/>
                    </a:ext>
                  </a:extLst>
                </a:gridCol>
                <a:gridCol w="946891">
                  <a:extLst>
                    <a:ext uri="{9D8B030D-6E8A-4147-A177-3AD203B41FA5}">
                      <a16:colId xmlns:a16="http://schemas.microsoft.com/office/drawing/2014/main" val="1144397877"/>
                    </a:ext>
                  </a:extLst>
                </a:gridCol>
                <a:gridCol w="1022355">
                  <a:extLst>
                    <a:ext uri="{9D8B030D-6E8A-4147-A177-3AD203B41FA5}">
                      <a16:colId xmlns:a16="http://schemas.microsoft.com/office/drawing/2014/main" val="2408184898"/>
                    </a:ext>
                  </a:extLst>
                </a:gridCol>
              </a:tblGrid>
              <a:tr h="583240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Top 25 Parent Accounts​</a:t>
                      </a:r>
                    </a:p>
                    <a:p>
                      <a:pPr algn="ctr" rtl="0" fontAlgn="base"/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(By </a:t>
                      </a:r>
                      <a:r>
                        <a:rPr lang="en-US" sz="1000" b="1" i="0" u="none" strike="noStrike" kern="1200" cap="none" spc="0" baseline="0" dirty="0">
                          <a:solidFill>
                            <a:schemeClr val="bg1"/>
                          </a:solidFill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FYARRO</a:t>
                      </a: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 Sales)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2025 to date Commercial Vials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000" b="1" i="0" u="none" strike="noStrike" cap="none" spc="0" baseline="0" dirty="0">
                          <a:solidFill>
                            <a:schemeClr val="bg1"/>
                          </a:solidFill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2025 to date</a:t>
                      </a: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000" b="1" i="0" u="none" strike="noStrike" cap="none" spc="0" baseline="0" dirty="0">
                          <a:solidFill>
                            <a:schemeClr val="bg1"/>
                          </a:solidFill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PAP </a:t>
                      </a: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000" b="1" i="0" u="none" strike="noStrike" cap="none" spc="0" baseline="0" dirty="0">
                          <a:solidFill>
                            <a:schemeClr val="bg1"/>
                          </a:solidFill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Vials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2025 to date</a:t>
                      </a:r>
                    </a:p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 Vials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000" b="1" i="0" u="none" strike="noStrike" cap="none" spc="0" baseline="0">
                          <a:solidFill>
                            <a:schemeClr val="bg1"/>
                          </a:solidFill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%2025 to date contribution to Nation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i="0" u="none" strike="noStrike" cap="none" spc="0" baseline="0">
                          <a:solidFill>
                            <a:schemeClr val="bg1"/>
                          </a:solidFill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R4W </a:t>
                      </a: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i="0" u="none" strike="noStrike" cap="none" spc="0" baseline="0">
                          <a:solidFill>
                            <a:schemeClr val="bg1"/>
                          </a:solidFill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Vials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i="0" u="none" strike="noStrike" cap="none" spc="0" baseline="0">
                          <a:solidFill>
                            <a:schemeClr val="bg1"/>
                          </a:solidFill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P4W </a:t>
                      </a: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i="0" u="none" strike="noStrike" cap="none" spc="0" baseline="0">
                          <a:solidFill>
                            <a:schemeClr val="bg1"/>
                          </a:solidFill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Vials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000" b="1" i="0" u="none" strike="noStrike" cap="none" spc="0" baseline="0">
                          <a:solidFill>
                            <a:schemeClr val="bg1"/>
                          </a:solidFill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Last ordered date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>
                      <a:lvl1pPr marL="0" marR="0" indent="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1pPr>
                      <a:lvl2pPr marL="0" marR="0" indent="4572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2pPr>
                      <a:lvl3pPr marL="0" marR="0" indent="9144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3pPr>
                      <a:lvl4pPr marL="0" marR="0" indent="13716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4pPr>
                      <a:lvl5pPr marL="0" marR="0" indent="18288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5pPr>
                      <a:lvl6pPr marL="0" marR="0" indent="22860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6pPr>
                      <a:lvl7pPr marL="0" marR="0" indent="27432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7pPr>
                      <a:lvl8pPr marL="0" marR="0" indent="32004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8pPr>
                      <a:lvl9pPr marL="0" marR="0" indent="3657600" algn="ctr" defTabSz="91440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800" b="1" i="0" u="none" strike="noStrike" cap="none" spc="0" baseline="0">
                          <a:solidFill>
                            <a:schemeClr val="lt1"/>
                          </a:solidFill>
                          <a:uFillTx/>
                          <a:latin typeface="Arial" panose="020B0604020202020204"/>
                          <a:sym typeface="Montserrat Regular"/>
                        </a:defRPr>
                      </a:lvl9pPr>
                    </a:lstStyle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% change in (4weeks)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Arial Nova" panose="020B0504020202020204" pitchFamily="34" charset="0"/>
                        </a:rPr>
                        <a:t> % change in (8weeks)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7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6549267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TEXAS ONCOLOGY PA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409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409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6/18/26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-43%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4113496"/>
                  </a:ext>
                </a:extLst>
              </a:tr>
              <a:tr h="305825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MEMORIAL SLOAN KETTERING CANCER CENTER GROUP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297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301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6/16/26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-38%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7573141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STANFORD HEALTH CARE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272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272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6/18/26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-25%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-26%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3766140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WASHINGTON UNIVERSITY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263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263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6/18/26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57%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80%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189896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DUKE HEALTH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193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193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6/16/26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-36%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16%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579792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UNIVERSITY OF TEXAS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171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175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6/18/26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133%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5346833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NORTHWESTERN MEDICINE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172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172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6/17/26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143%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-20%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7067482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EMORY HEALTHCARE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160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160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6/11/26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-73%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-17%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739222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DANA FARBER CANCER INSTITUTE INC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152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152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6/15/26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67%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858103"/>
                  </a:ext>
                </a:extLst>
              </a:tr>
              <a:tr h="189606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UNC HEALTH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122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122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5/11/26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-100%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-83%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8573372"/>
                  </a:ext>
                </a:extLst>
              </a:tr>
              <a:tr h="305825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FLORIDA CANCER SPECIALISTS &amp; RESEARCH INSTITUTE LLC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118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118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6/19/26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150%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-36%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6942416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VIRGINIA CANCER SPECIALISTS P.C.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116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116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6/10/26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50%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101898"/>
                  </a:ext>
                </a:extLst>
              </a:tr>
              <a:tr h="305825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NORTHEAST GEORGIA HEALTH SYSTEM INC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6/15/26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0086501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UPMC HEALTH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6/17/26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150%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6340358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KAISER PERMANENTE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5/27/26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-50%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-40%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951709"/>
                  </a:ext>
                </a:extLst>
              </a:tr>
              <a:tr h="258476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UMASS MEMORIAL HEALTH CARE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5/18/26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-100%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-71%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7537806"/>
                  </a:ext>
                </a:extLst>
              </a:tr>
              <a:tr h="159496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ADVOCATE AURORA HEALTH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6/18/26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50%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109736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NUVANCE HEALTH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6/17/26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8488266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MOUNT SINAI HEALTH SYSTEM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4/28/26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-100%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-86%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9498045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JOHNS HOPKINS MEDICINE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6/4/26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99%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99%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724920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DARTMOUTH HEALTH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6/9/26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-33%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511539"/>
                  </a:ext>
                </a:extLst>
              </a:tr>
              <a:tr h="266189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VIRGINIA ONCOLOGY ASSOCIATES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6/18/26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-25%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133%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8545509"/>
                  </a:ext>
                </a:extLst>
              </a:tr>
              <a:tr h="189606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FORREST HEALTH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6/16/26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300%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3622321"/>
                  </a:ext>
                </a:extLst>
              </a:tr>
              <a:tr h="305825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NORTH SHORE HEMATOLOGY ONCOLOGY ASSOCIATES PC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6/12/26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-33%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60940"/>
                  </a:ext>
                </a:extLst>
              </a:tr>
              <a:tr h="305825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UNIVERSITY OF SOUTHERN CALIFORNIA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AB1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88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AB1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AB1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88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AB1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AB1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AB1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AB1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1/13/26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AB1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AB1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0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AB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281164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TOP 25 TOTAL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3706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3730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49%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187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194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 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-4%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-6%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767792"/>
                  </a:ext>
                </a:extLst>
              </a:tr>
              <a:tr h="152913"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TOTAL NATION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7486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7550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416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411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000" b="1" i="0" u="none" strike="noStrike" cap="none" spc="0" baseline="0" dirty="0">
                        <a:solidFill>
                          <a:srgbClr val="000000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000" b="1" i="0" u="none" strike="noStrike" cap="none" spc="0" baseline="0" dirty="0">
                          <a:solidFill>
                            <a:srgbClr val="00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-2%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22536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773BB25D-C3D8-332D-7302-56C4B3A7B08B}"/>
              </a:ext>
            </a:extLst>
          </p:cNvPr>
          <p:cNvSpPr/>
          <p:nvPr/>
        </p:nvSpPr>
        <p:spPr>
          <a:xfrm>
            <a:off x="176206" y="6376979"/>
            <a:ext cx="5439590" cy="5811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hangingPunct="0"/>
            <a:r>
              <a:rPr lang="en-US" sz="900" dirty="0">
                <a:solidFill>
                  <a:srgbClr val="000000"/>
                </a:solidFill>
                <a:latin typeface="Arial Nova" panose="020B0504020202020204" pitchFamily="34" charset="0"/>
                <a:ea typeface="Arial"/>
                <a:cs typeface="Arial"/>
                <a:sym typeface="Arial"/>
              </a:rPr>
              <a:t>Source: Mckesson Portal; Demand data duration: 17</a:t>
            </a:r>
            <a:r>
              <a:rPr lang="en-US" sz="900" baseline="30000" dirty="0">
                <a:solidFill>
                  <a:srgbClr val="000000"/>
                </a:solidFill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th</a:t>
            </a:r>
            <a:r>
              <a:rPr lang="en-US" sz="900" dirty="0">
                <a:solidFill>
                  <a:srgbClr val="000000"/>
                </a:solidFill>
                <a:latin typeface="Arial Nova" panose="020B0504020202020204" pitchFamily="34" charset="0"/>
                <a:ea typeface="Arial"/>
                <a:cs typeface="Arial"/>
                <a:sym typeface="Arial"/>
              </a:rPr>
              <a:t> Feb-22 till 19</a:t>
            </a:r>
            <a:r>
              <a:rPr lang="en-US" sz="900" baseline="30000" dirty="0">
                <a:solidFill>
                  <a:srgbClr val="000000"/>
                </a:solidFill>
                <a:latin typeface="Arial Nova" panose="020B0504020202020204" pitchFamily="34" charset="0"/>
                <a:ea typeface="Arial"/>
                <a:cs typeface="Arial"/>
                <a:sym typeface="Arial"/>
              </a:rPr>
              <a:t>th</a:t>
            </a:r>
            <a:r>
              <a:rPr lang="en-US" sz="900" dirty="0">
                <a:solidFill>
                  <a:srgbClr val="000000"/>
                </a:solidFill>
                <a:latin typeface="Arial Nova" panose="020B0504020202020204" pitchFamily="34" charset="0"/>
                <a:ea typeface="Arial"/>
                <a:cs typeface="Arial"/>
                <a:sym typeface="Arial"/>
              </a:rPr>
              <a:t> Jun-26 </a:t>
            </a: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IN" sz="9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8339D9-22FE-8116-6319-770BA208DB85}"/>
              </a:ext>
            </a:extLst>
          </p:cNvPr>
          <p:cNvSpPr/>
          <p:nvPr/>
        </p:nvSpPr>
        <p:spPr>
          <a:xfrm>
            <a:off x="10675353" y="161820"/>
            <a:ext cx="1087439" cy="326572"/>
          </a:xfrm>
          <a:prstGeom prst="rect">
            <a:avLst/>
          </a:prstGeom>
          <a:solidFill>
            <a:srgbClr val="ECAB1E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rPr>
              <a:t>Dormant</a:t>
            </a:r>
            <a:endParaRPr kumimoji="0" lang="en-IN" sz="20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+mn-ea"/>
              <a:cs typeface="+mn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27478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DA296BBC-8CDD-7DC0-DA9A-5116434B7FEC}"/>
              </a:ext>
            </a:extLst>
          </p:cNvPr>
          <p:cNvSpPr txBox="1">
            <a:spLocks/>
          </p:cNvSpPr>
          <p:nvPr/>
        </p:nvSpPr>
        <p:spPr>
          <a:xfrm>
            <a:off x="11826971" y="6525808"/>
            <a:ext cx="457200" cy="27432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543ED3-111B-4842-9D2D-918F903AB23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9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F1074066-B60D-30B4-F0CA-109D6FDAAEFD}"/>
              </a:ext>
            </a:extLst>
          </p:cNvPr>
          <p:cNvSpPr txBox="1">
            <a:spLocks/>
          </p:cNvSpPr>
          <p:nvPr/>
        </p:nvSpPr>
        <p:spPr>
          <a:xfrm>
            <a:off x="303367" y="346229"/>
            <a:ext cx="11497473" cy="477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91440" rIns="45719" anchor="t">
            <a:normAutofit/>
          </a:bodyPr>
          <a:lstStyle>
            <a:lvl1pPr marL="0" marR="0" indent="0" algn="l" defTabSz="91424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1" i="0" u="none" strike="noStrike" cap="none" spc="0" baseline="0">
                <a:solidFill>
                  <a:schemeClr val="accent4"/>
                </a:solidFill>
                <a:uFillTx/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venir Black"/>
              </a:defRPr>
            </a:lvl1pPr>
            <a:lvl2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2pPr>
            <a:lvl3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3pPr>
            <a:lvl4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4pPr>
            <a:lvl5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5pPr>
            <a:lvl6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6pPr>
            <a:lvl7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7pPr>
            <a:lvl8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8pPr>
            <a:lvl9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9pPr>
          </a:lstStyle>
          <a:p>
            <a:r>
              <a:rPr lang="en-US" sz="2400" kern="0">
                <a:solidFill>
                  <a:schemeClr val="accent1"/>
                </a:solidFill>
              </a:rPr>
              <a:t>Fyarro Monthly Demand Performance by Region(Excluding PAP)</a:t>
            </a:r>
            <a:endParaRPr lang="en-IN" sz="2400" kern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286480-2664-77E3-E77B-8F7E60A389AC}"/>
              </a:ext>
            </a:extLst>
          </p:cNvPr>
          <p:cNvSpPr txBox="1"/>
          <p:nvPr/>
        </p:nvSpPr>
        <p:spPr>
          <a:xfrm>
            <a:off x="413772" y="6321480"/>
            <a:ext cx="9488031" cy="369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Source: Mckesson Portal; 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Demand data duration: </a:t>
            </a:r>
            <a:r>
              <a:rPr lang="en-US" sz="900" dirty="0">
                <a:solidFill>
                  <a:srgbClr val="000000"/>
                </a:solidFill>
                <a:latin typeface="Arial Nova" panose="020B0504020202020204" pitchFamily="34" charset="0"/>
                <a:ea typeface="Arial"/>
                <a:cs typeface="Arial"/>
                <a:sym typeface="Arial"/>
              </a:rPr>
              <a:t>17</a:t>
            </a:r>
            <a:r>
              <a:rPr lang="en-US" sz="900" baseline="30000" dirty="0">
                <a:solidFill>
                  <a:srgbClr val="000000"/>
                </a:solidFill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th</a:t>
            </a:r>
            <a:r>
              <a:rPr lang="en-US" sz="900" dirty="0">
                <a:solidFill>
                  <a:srgbClr val="000000"/>
                </a:solidFill>
                <a:latin typeface="Arial Nova" panose="020B0504020202020204" pitchFamily="34" charset="0"/>
                <a:ea typeface="Arial"/>
                <a:cs typeface="Arial"/>
                <a:sym typeface="Arial"/>
              </a:rPr>
              <a:t> Feb-22 till 19</a:t>
            </a:r>
            <a:r>
              <a:rPr lang="en-US" sz="900" baseline="30000" dirty="0">
                <a:solidFill>
                  <a:srgbClr val="000000"/>
                </a:solidFill>
                <a:latin typeface="Arial Nova" panose="020B0504020202020204" pitchFamily="34" charset="0"/>
                <a:ea typeface="Arial"/>
                <a:cs typeface="Arial"/>
                <a:sym typeface="Arial"/>
              </a:rPr>
              <a:t>th</a:t>
            </a:r>
            <a:r>
              <a:rPr lang="en-US" sz="900" dirty="0">
                <a:solidFill>
                  <a:srgbClr val="000000"/>
                </a:solidFill>
                <a:latin typeface="Arial Nova" panose="020B0504020202020204" pitchFamily="34" charset="0"/>
                <a:ea typeface="Arial"/>
                <a:cs typeface="Arial"/>
                <a:sym typeface="Arial"/>
              </a:rPr>
              <a:t> Jun-26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; Friday is partial; </a:t>
            </a:r>
            <a:r>
              <a:rPr kumimoji="0" lang="en-US" sz="90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 Nova" panose="020B0504020202020204" pitchFamily="34" charset="0"/>
                <a:sym typeface="Calibri"/>
              </a:rPr>
              <a:t>55 vial order from </a:t>
            </a:r>
            <a:r>
              <a:rPr lang="en-US" sz="900" dirty="0">
                <a:latin typeface="Arial Nova" panose="020B0504020202020204" pitchFamily="34" charset="0"/>
                <a:sym typeface="Calibri"/>
              </a:rPr>
              <a:t>DAUPHIN MEDHEALTH </a:t>
            </a:r>
            <a:r>
              <a:rPr kumimoji="0" lang="en-US" sz="90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 Nova" panose="020B0504020202020204" pitchFamily="34" charset="0"/>
                <a:sym typeface="Calibri"/>
              </a:rPr>
              <a:t>is </a:t>
            </a:r>
            <a:r>
              <a:rPr lang="en-US" sz="900" dirty="0">
                <a:latin typeface="Arial Nova" panose="020B0504020202020204" pitchFamily="34" charset="0"/>
                <a:sym typeface="Calibri"/>
              </a:rPr>
              <a:t>ex</a:t>
            </a:r>
            <a:r>
              <a:rPr kumimoji="0" lang="en-US" sz="90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 Nova" panose="020B0504020202020204" pitchFamily="34" charset="0"/>
                <a:sym typeface="Calibri"/>
              </a:rPr>
              <a:t>cluded</a:t>
            </a:r>
            <a:endParaRPr kumimoji="0" lang="en-IN" sz="90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Arial Nova" panose="020B0504020202020204" pitchFamily="34" charset="0"/>
              <a:sym typeface="Calibri"/>
            </a:endParaRPr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6F73B2FC-9E2E-8183-76F6-5C5246CDB1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4809906"/>
              </p:ext>
            </p:extLst>
          </p:nvPr>
        </p:nvGraphicFramePr>
        <p:xfrm>
          <a:off x="303367" y="3675926"/>
          <a:ext cx="5259235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5AAC1E3E-0FAD-60B6-0559-E223D96FC4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83907587"/>
              </p:ext>
            </p:extLst>
          </p:nvPr>
        </p:nvGraphicFramePr>
        <p:xfrm>
          <a:off x="5834744" y="1183589"/>
          <a:ext cx="522327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D0EF4169-4F42-3E4B-35FD-818B663F0A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7267763"/>
              </p:ext>
            </p:extLst>
          </p:nvPr>
        </p:nvGraphicFramePr>
        <p:xfrm>
          <a:off x="303368" y="1183589"/>
          <a:ext cx="5259234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66135FE9-1ADA-CF00-CD36-56BD1D804C3A}"/>
              </a:ext>
            </a:extLst>
          </p:cNvPr>
          <p:cNvSpPr txBox="1"/>
          <p:nvPr/>
        </p:nvSpPr>
        <p:spPr>
          <a:xfrm>
            <a:off x="5909186" y="3759025"/>
            <a:ext cx="5148826" cy="489363"/>
          </a:xfrm>
          <a:prstGeom prst="rect">
            <a:avLst/>
          </a:prstGeom>
          <a:noFill/>
          <a:ln w="12700" cap="flat">
            <a:solidFill>
              <a:schemeClr val="accent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171450" indent="-171450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latin typeface="Arial Nova" panose="020B0504020202020204" pitchFamily="34" charset="0"/>
              </a:rPr>
              <a:t>West Region has shown an increase in the daily average while East and Central has experienced a decline in June compared to May</a:t>
            </a:r>
            <a:endParaRPr lang="en-US" sz="1200" dirty="0">
              <a:latin typeface="Arial Nova" panose="020B050402020202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30842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0986A7C2-2CF0-9720-9F25-B7F5659F63F6}"/>
              </a:ext>
            </a:extLst>
          </p:cNvPr>
          <p:cNvSpPr txBox="1">
            <a:spLocks/>
          </p:cNvSpPr>
          <p:nvPr/>
        </p:nvSpPr>
        <p:spPr>
          <a:xfrm>
            <a:off x="11826973" y="6506146"/>
            <a:ext cx="295358" cy="204227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C0543ED3-111B-4842-9D2D-918F903AB236}" type="slidenum">
              <a:rPr lang="en-US" sz="800" smtClean="0">
                <a:solidFill>
                  <a:srgbClr val="50626A"/>
                </a:solidFill>
                <a:latin typeface="Montserrat Regular"/>
                <a:sym typeface="Montserrat Regular"/>
              </a:rPr>
              <a:pPr algn="ctr">
                <a:defRPr/>
              </a:pPr>
              <a:t>10</a:t>
            </a:fld>
            <a:endParaRPr lang="en-US" sz="800">
              <a:solidFill>
                <a:srgbClr val="50626A"/>
              </a:solidFill>
              <a:latin typeface="Montserrat Regular"/>
              <a:sym typeface="Montserrat Regular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A1157544-B0B3-141D-281B-BFC28710ABB4}"/>
              </a:ext>
            </a:extLst>
          </p:cNvPr>
          <p:cNvSpPr txBox="1">
            <a:spLocks/>
          </p:cNvSpPr>
          <p:nvPr/>
        </p:nvSpPr>
        <p:spPr>
          <a:xfrm>
            <a:off x="274992" y="346229"/>
            <a:ext cx="11524615" cy="477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91440" rIns="45719" anchor="t">
            <a:normAutofit/>
          </a:bodyPr>
          <a:lstStyle>
            <a:lvl1pPr marL="0" marR="0" indent="0" algn="l" defTabSz="91424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1" i="0" u="none" strike="noStrike" cap="none" spc="0" baseline="0">
                <a:solidFill>
                  <a:schemeClr val="accent4"/>
                </a:solidFill>
                <a:uFillTx/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venir Black"/>
              </a:defRPr>
            </a:lvl1pPr>
            <a:lvl2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2pPr>
            <a:lvl3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3pPr>
            <a:lvl4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4pPr>
            <a:lvl5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5pPr>
            <a:lvl6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6pPr>
            <a:lvl7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7pPr>
            <a:lvl8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8pPr>
            <a:lvl9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9pPr>
          </a:lstStyle>
          <a:p>
            <a:r>
              <a:rPr lang="en-US" sz="2400" kern="0" dirty="0" err="1">
                <a:solidFill>
                  <a:schemeClr val="accent1"/>
                </a:solidFill>
              </a:rPr>
              <a:t>Fyarro</a:t>
            </a:r>
            <a:r>
              <a:rPr lang="en-US" sz="2400" kern="0" dirty="0">
                <a:solidFill>
                  <a:schemeClr val="accent1"/>
                </a:solidFill>
              </a:rPr>
              <a:t> New and Active Accounts Trends as of 06/19</a:t>
            </a:r>
            <a:endParaRPr lang="en-IN" sz="2400" kern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DA5F97-3DA2-681E-1500-93B94921D039}"/>
              </a:ext>
            </a:extLst>
          </p:cNvPr>
          <p:cNvSpPr txBox="1"/>
          <p:nvPr/>
        </p:nvSpPr>
        <p:spPr>
          <a:xfrm>
            <a:off x="274992" y="6248710"/>
            <a:ext cx="9045167" cy="461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hangingPunct="0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Source: Mckesson Portal </a:t>
            </a:r>
            <a:endParaRPr lang="en-US" sz="800" dirty="0">
              <a:solidFill>
                <a:srgbClr val="000000"/>
              </a:solidFill>
              <a:latin typeface="Arial Nova" panose="020B0504020202020204" pitchFamily="34" charset="0"/>
              <a:ea typeface="Arial"/>
              <a:cs typeface="Arial"/>
              <a:sym typeface="Arial"/>
            </a:endParaRPr>
          </a:p>
          <a:p>
            <a:pPr hangingPunct="0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Demand data duration: </a:t>
            </a:r>
            <a:r>
              <a:rPr lang="en-US" sz="800" dirty="0">
                <a:solidFill>
                  <a:srgbClr val="000000"/>
                </a:solidFill>
                <a:latin typeface="Arial Nova" panose="020B0504020202020204" pitchFamily="34" charset="0"/>
                <a:ea typeface="Arial"/>
                <a:cs typeface="Arial"/>
                <a:sym typeface="Arial"/>
              </a:rPr>
              <a:t>17</a:t>
            </a:r>
            <a:r>
              <a:rPr lang="en-US" sz="800" baseline="30000" dirty="0">
                <a:solidFill>
                  <a:srgbClr val="000000"/>
                </a:solidFill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th</a:t>
            </a:r>
            <a:r>
              <a:rPr lang="en-US" sz="800" dirty="0">
                <a:solidFill>
                  <a:srgbClr val="000000"/>
                </a:solidFill>
                <a:latin typeface="Arial Nova" panose="020B0504020202020204" pitchFamily="34" charset="0"/>
                <a:ea typeface="Arial"/>
                <a:cs typeface="Arial"/>
                <a:sym typeface="Arial"/>
              </a:rPr>
              <a:t> Feb-22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 till 19</a:t>
            </a:r>
            <a:r>
              <a:rPr kumimoji="0" lang="en-US" sz="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th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 Jun-26 </a:t>
            </a:r>
            <a:r>
              <a:rPr kumimoji="0" lang="en-US" sz="8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Arial"/>
                <a:cs typeface="Arial"/>
                <a:sym typeface="Arial"/>
              </a:rPr>
              <a:t>data, Once Biologics dispense data is available, the chart is updated accordingly as per dispense info.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Nova" panose="020B0504020202020204" pitchFamily="34" charset="0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ova" panose="020B050402020202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Arial"/>
              </a:rPr>
              <a:t>Active Account: Any Account ordering FYARRO in recent 4 weeks</a:t>
            </a:r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8E3D8549-6BE7-AB0E-E385-F683027082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6793856"/>
              </p:ext>
            </p:extLst>
          </p:nvPr>
        </p:nvGraphicFramePr>
        <p:xfrm>
          <a:off x="5984240" y="3750367"/>
          <a:ext cx="6050608" cy="2514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493C99F3-55A5-738E-40DD-70A971FB77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6845868"/>
              </p:ext>
            </p:extLst>
          </p:nvPr>
        </p:nvGraphicFramePr>
        <p:xfrm>
          <a:off x="274992" y="3750368"/>
          <a:ext cx="5526368" cy="25149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3D094EC9-05FB-28E7-1DA9-707A19ACCE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7638278"/>
              </p:ext>
            </p:extLst>
          </p:nvPr>
        </p:nvGraphicFramePr>
        <p:xfrm>
          <a:off x="274992" y="1161198"/>
          <a:ext cx="5526368" cy="2422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9DBC5E15-F1F7-3EEC-EFA4-C846230687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6113379"/>
              </p:ext>
            </p:extLst>
          </p:nvPr>
        </p:nvGraphicFramePr>
        <p:xfrm>
          <a:off x="6020205" y="1161198"/>
          <a:ext cx="6050608" cy="24226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00890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E3DCB1EB-11A2-C37E-7DF6-4786C06EDEBB}"/>
              </a:ext>
            </a:extLst>
          </p:cNvPr>
          <p:cNvSpPr txBox="1">
            <a:spLocks/>
          </p:cNvSpPr>
          <p:nvPr/>
        </p:nvSpPr>
        <p:spPr>
          <a:xfrm>
            <a:off x="11826973" y="6506145"/>
            <a:ext cx="457200" cy="2778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543ED3-111B-4842-9D2D-918F903AB23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11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9787505A-0F87-AEAF-96BD-E1F6D9474E68}"/>
              </a:ext>
            </a:extLst>
          </p:cNvPr>
          <p:cNvSpPr txBox="1">
            <a:spLocks/>
          </p:cNvSpPr>
          <p:nvPr/>
        </p:nvSpPr>
        <p:spPr>
          <a:xfrm>
            <a:off x="390616" y="265176"/>
            <a:ext cx="10892239" cy="7186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91440" rIns="45719" anchor="t">
            <a:noAutofit/>
          </a:bodyPr>
          <a:lstStyle>
            <a:lvl1pPr marL="0" marR="0" indent="0" algn="l" defTabSz="91424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1" i="0" u="none" strike="noStrike" cap="none" spc="0" baseline="0">
                <a:solidFill>
                  <a:schemeClr val="accent4"/>
                </a:solidFill>
                <a:uFillTx/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venir Black"/>
              </a:defRPr>
            </a:lvl1pPr>
            <a:lvl2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2pPr>
            <a:lvl3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3pPr>
            <a:lvl4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4pPr>
            <a:lvl5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5pPr>
            <a:lvl6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6pPr>
            <a:lvl7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7pPr>
            <a:lvl8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8pPr>
            <a:lvl9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9pPr>
          </a:lstStyle>
          <a:p>
            <a:r>
              <a:rPr lang="en-US" sz="2400" kern="0" dirty="0" err="1">
                <a:solidFill>
                  <a:schemeClr val="accent1"/>
                </a:solidFill>
              </a:rPr>
              <a:t>Fyarro</a:t>
            </a:r>
            <a:r>
              <a:rPr lang="en-US" sz="2400" kern="0" dirty="0">
                <a:solidFill>
                  <a:schemeClr val="accent1"/>
                </a:solidFill>
              </a:rPr>
              <a:t> New Child Accounts (R4W)</a:t>
            </a:r>
            <a:endParaRPr lang="en-IN" kern="0" dirty="0"/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83C06422-F4CE-5856-4FE3-19722B13FD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996671"/>
              </p:ext>
            </p:extLst>
          </p:nvPr>
        </p:nvGraphicFramePr>
        <p:xfrm>
          <a:off x="279183" y="983833"/>
          <a:ext cx="11763292" cy="519882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037297">
                  <a:extLst>
                    <a:ext uri="{9D8B030D-6E8A-4147-A177-3AD203B41FA5}">
                      <a16:colId xmlns:a16="http://schemas.microsoft.com/office/drawing/2014/main" val="2131702879"/>
                    </a:ext>
                  </a:extLst>
                </a:gridCol>
                <a:gridCol w="1252779">
                  <a:extLst>
                    <a:ext uri="{9D8B030D-6E8A-4147-A177-3AD203B41FA5}">
                      <a16:colId xmlns:a16="http://schemas.microsoft.com/office/drawing/2014/main" val="3680354169"/>
                    </a:ext>
                  </a:extLst>
                </a:gridCol>
                <a:gridCol w="1569458">
                  <a:extLst>
                    <a:ext uri="{9D8B030D-6E8A-4147-A177-3AD203B41FA5}">
                      <a16:colId xmlns:a16="http://schemas.microsoft.com/office/drawing/2014/main" val="109579855"/>
                    </a:ext>
                  </a:extLst>
                </a:gridCol>
                <a:gridCol w="1009874">
                  <a:extLst>
                    <a:ext uri="{9D8B030D-6E8A-4147-A177-3AD203B41FA5}">
                      <a16:colId xmlns:a16="http://schemas.microsoft.com/office/drawing/2014/main" val="2368129063"/>
                    </a:ext>
                  </a:extLst>
                </a:gridCol>
                <a:gridCol w="1409710">
                  <a:extLst>
                    <a:ext uri="{9D8B030D-6E8A-4147-A177-3AD203B41FA5}">
                      <a16:colId xmlns:a16="http://schemas.microsoft.com/office/drawing/2014/main" val="1015831616"/>
                    </a:ext>
                  </a:extLst>
                </a:gridCol>
                <a:gridCol w="1737618">
                  <a:extLst>
                    <a:ext uri="{9D8B030D-6E8A-4147-A177-3AD203B41FA5}">
                      <a16:colId xmlns:a16="http://schemas.microsoft.com/office/drawing/2014/main" val="3173316217"/>
                    </a:ext>
                  </a:extLst>
                </a:gridCol>
                <a:gridCol w="1102360">
                  <a:extLst>
                    <a:ext uri="{9D8B030D-6E8A-4147-A177-3AD203B41FA5}">
                      <a16:colId xmlns:a16="http://schemas.microsoft.com/office/drawing/2014/main" val="2642700016"/>
                    </a:ext>
                  </a:extLst>
                </a:gridCol>
                <a:gridCol w="1644196">
                  <a:extLst>
                    <a:ext uri="{9D8B030D-6E8A-4147-A177-3AD203B41FA5}">
                      <a16:colId xmlns:a16="http://schemas.microsoft.com/office/drawing/2014/main" val="2755759529"/>
                    </a:ext>
                  </a:extLst>
                </a:gridCol>
              </a:tblGrid>
              <a:tr h="678746"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u="none" strike="noStrike" cap="none" spc="0" baseline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sym typeface="Montserrat Regular"/>
                        </a:rPr>
                        <a:t>Account Name</a:t>
                      </a:r>
                      <a:endParaRPr lang="en-IN" sz="1200" b="1" i="0" u="none" strike="noStrike" cap="none" spc="0" baseline="0" dirty="0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9525" marR="9525" marT="9525" marB="0" anchor="ctr">
                    <a:lnB w="12700" cmpd="sng">
                      <a:noFill/>
                    </a:lnB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i="0" u="none" strike="noStrike" cap="none" spc="0" baseline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City</a:t>
                      </a: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u="none" strike="noStrike" cap="none" spc="0" baseline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sym typeface="Montserrat Regular"/>
                        </a:rPr>
                        <a:t>First order date</a:t>
                      </a:r>
                      <a:endParaRPr lang="en-IN" sz="1200" b="1" i="0" u="none" strike="noStrike" cap="none" spc="0" baseline="0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u="none" strike="noStrike" cap="none" spc="0" baseline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sym typeface="Montserrat Regular"/>
                        </a:rPr>
                        <a:t>Total Vials</a:t>
                      </a:r>
                      <a:endParaRPr lang="en-IN" sz="1200" b="1" i="0" u="none" strike="noStrike" cap="none" spc="0" baseline="0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u="none" strike="noStrike" cap="none" spc="0" baseline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sym typeface="Montserrat Regular"/>
                        </a:rPr>
                        <a:t>No. of Orders</a:t>
                      </a:r>
                      <a:endParaRPr lang="en-IN" sz="1200" b="1" i="0" u="none" strike="noStrike" cap="none" spc="0" baseline="0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u="none" strike="noStrike" cap="none" spc="0" baseline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sym typeface="Montserrat Regular"/>
                        </a:rPr>
                        <a:t>Parent Name</a:t>
                      </a:r>
                      <a:endParaRPr lang="en-IN" sz="1200" b="1" i="0" u="none" strike="noStrike" cap="none" spc="0" baseline="0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u="none" strike="noStrike" cap="none" spc="0" baseline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sym typeface="Montserrat Regular"/>
                        </a:rPr>
                        <a:t>Region</a:t>
                      </a:r>
                      <a:endParaRPr lang="en-IN" sz="1200" b="1" i="0" u="none" strike="noStrike" cap="none" spc="0" baseline="0" dirty="0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u="none" strike="noStrike" cap="none" spc="0" baseline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sym typeface="Montserrat Regular"/>
                        </a:rPr>
                        <a:t>Account </a:t>
                      </a:r>
                    </a:p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u="none" strike="noStrike" cap="none" spc="0" baseline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sym typeface="Montserrat Regular"/>
                        </a:rPr>
                        <a:t>classification</a:t>
                      </a:r>
                      <a:endParaRPr lang="en-IN" sz="1200" b="1" i="0" u="none" strike="noStrike" cap="none" spc="0" baseline="0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3850243"/>
                  </a:ext>
                </a:extLst>
              </a:tr>
              <a:tr h="64567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Epic Care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Pleasant Hill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6/8/26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4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2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Epic Care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West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Non Academic- </a:t>
                      </a: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Clinic</a:t>
                      </a: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9792956"/>
                  </a:ext>
                </a:extLst>
              </a:tr>
              <a:tr h="64567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Kalispell Regional Medical Center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Kalispell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6/5/26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6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2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Logan Health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West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Academic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06899406"/>
                  </a:ext>
                </a:extLst>
              </a:tr>
              <a:tr h="64567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Asante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Medford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6/3/26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2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1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Asante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West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Academic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06092846"/>
                  </a:ext>
                </a:extLst>
              </a:tr>
              <a:tr h="64567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Saint Peter’s University Hospital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New Brunswick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6/3/26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4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2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Roma Catholic Diocese of Metuchen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East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Academic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59242288"/>
                  </a:ext>
                </a:extLst>
              </a:tr>
              <a:tr h="645677"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Ironwood Cancer &amp; Research Centers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Chandler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6/3/26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4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2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Ironwood Physicians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West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Non Academic- </a:t>
                      </a: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Clinic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25885233"/>
                  </a:ext>
                </a:extLst>
              </a:tr>
              <a:tr h="64567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Adventist Health Physicians Network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Ukiah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5/27/26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6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3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Adventist Health West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West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Academic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08610286"/>
                  </a:ext>
                </a:extLst>
              </a:tr>
              <a:tr h="61160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University Hospital Cleveland Medical Center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Cleveland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5/26/26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8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4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University Hospitals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</a:rPr>
                        <a:t>Central</a:t>
                      </a:r>
                      <a:endParaRPr lang="en-IN" sz="1100" b="0" i="0" u="none" strike="noStrike" dirty="0">
                        <a:solidFill>
                          <a:schemeClr val="tx1"/>
                        </a:solidFill>
                        <a:effectLst/>
                        <a:latin typeface="Arial Nova" panose="020B05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Academic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42549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3686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32EB4F8-9932-E9CA-2475-88420E9877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9148116"/>
              </p:ext>
            </p:extLst>
          </p:nvPr>
        </p:nvGraphicFramePr>
        <p:xfrm>
          <a:off x="285391" y="945733"/>
          <a:ext cx="11130455" cy="4638197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409450">
                  <a:extLst>
                    <a:ext uri="{9D8B030D-6E8A-4147-A177-3AD203B41FA5}">
                      <a16:colId xmlns:a16="http://schemas.microsoft.com/office/drawing/2014/main" val="2089336505"/>
                    </a:ext>
                  </a:extLst>
                </a:gridCol>
                <a:gridCol w="933319">
                  <a:extLst>
                    <a:ext uri="{9D8B030D-6E8A-4147-A177-3AD203B41FA5}">
                      <a16:colId xmlns:a16="http://schemas.microsoft.com/office/drawing/2014/main" val="4230906110"/>
                    </a:ext>
                  </a:extLst>
                </a:gridCol>
                <a:gridCol w="1488377">
                  <a:extLst>
                    <a:ext uri="{9D8B030D-6E8A-4147-A177-3AD203B41FA5}">
                      <a16:colId xmlns:a16="http://schemas.microsoft.com/office/drawing/2014/main" val="1736753360"/>
                    </a:ext>
                  </a:extLst>
                </a:gridCol>
                <a:gridCol w="1137842">
                  <a:extLst>
                    <a:ext uri="{9D8B030D-6E8A-4147-A177-3AD203B41FA5}">
                      <a16:colId xmlns:a16="http://schemas.microsoft.com/office/drawing/2014/main" val="1822667008"/>
                    </a:ext>
                  </a:extLst>
                </a:gridCol>
                <a:gridCol w="1213330">
                  <a:extLst>
                    <a:ext uri="{9D8B030D-6E8A-4147-A177-3AD203B41FA5}">
                      <a16:colId xmlns:a16="http://schemas.microsoft.com/office/drawing/2014/main" val="3984629292"/>
                    </a:ext>
                  </a:extLst>
                </a:gridCol>
                <a:gridCol w="2030419">
                  <a:extLst>
                    <a:ext uri="{9D8B030D-6E8A-4147-A177-3AD203B41FA5}">
                      <a16:colId xmlns:a16="http://schemas.microsoft.com/office/drawing/2014/main" val="3514747934"/>
                    </a:ext>
                  </a:extLst>
                </a:gridCol>
                <a:gridCol w="768090">
                  <a:extLst>
                    <a:ext uri="{9D8B030D-6E8A-4147-A177-3AD203B41FA5}">
                      <a16:colId xmlns:a16="http://schemas.microsoft.com/office/drawing/2014/main" val="3808412022"/>
                    </a:ext>
                  </a:extLst>
                </a:gridCol>
                <a:gridCol w="1149628">
                  <a:extLst>
                    <a:ext uri="{9D8B030D-6E8A-4147-A177-3AD203B41FA5}">
                      <a16:colId xmlns:a16="http://schemas.microsoft.com/office/drawing/2014/main" val="3247736512"/>
                    </a:ext>
                  </a:extLst>
                </a:gridCol>
              </a:tblGrid>
              <a:tr h="631071"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u="none" strike="noStrike" cap="none" spc="0" baseline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sym typeface="Montserrat Regular"/>
                        </a:rPr>
                        <a:t>Account Name</a:t>
                      </a:r>
                      <a:endParaRPr lang="en-IN" sz="1200" b="1" i="0" u="none" strike="noStrike" cap="none" spc="0" baseline="0" dirty="0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i="0" u="none" strike="noStrike" cap="none" spc="0" baseline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City</a:t>
                      </a: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i="0" u="none" strike="noStrike" cap="none" spc="0" baseline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Last order date Before Reactivation</a:t>
                      </a: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i="0" u="none" strike="noStrike" cap="none" spc="0" baseline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Latest </a:t>
                      </a:r>
                    </a:p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i="0" u="none" strike="noStrike" cap="none" spc="0" baseline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order date</a:t>
                      </a: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i="0" u="none" strike="noStrike" cap="none" spc="0" baseline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Latest </a:t>
                      </a:r>
                    </a:p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i="0" u="none" strike="noStrike" cap="none" spc="0" baseline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ordered Vials</a:t>
                      </a: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i="0" u="none" strike="noStrike" cap="none" spc="0" baseline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Parent Name</a:t>
                      </a: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i="0" u="none" strike="noStrike" cap="none" spc="0" baseline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Region</a:t>
                      </a: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fontAlgn="t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IN" sz="1200" b="1" i="0" u="none" strike="noStrike" cap="none" spc="0" baseline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Account Classification</a:t>
                      </a:r>
                    </a:p>
                  </a:txBody>
                  <a:tcPr marL="9525" marR="9525" marT="9525" marB="0" anchor="ctr">
                    <a:solidFill>
                      <a:srgbClr val="0007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93162"/>
                  </a:ext>
                </a:extLst>
              </a:tr>
              <a:tr h="630440"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Schuylkill Medical Center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Pottsville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rgbClr val="FF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3/21/26</a:t>
                      </a:r>
                      <a:endParaRPr lang="en-IN" sz="1100" b="0" i="0" u="none" strike="noStrike" cap="none" spc="0" baseline="0" dirty="0">
                        <a:solidFill>
                          <a:srgbClr val="FF0000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i="0" u="none" strike="noStrike" cap="none" spc="0" baseline="0" dirty="0">
                          <a:solidFill>
                            <a:srgbClr val="00B05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6/17/26</a:t>
                      </a:r>
                      <a:endParaRPr lang="en-IN" sz="1100" b="1" i="0" u="none" strike="noStrike" cap="none" spc="0" baseline="0" dirty="0">
                        <a:solidFill>
                          <a:srgbClr val="00B050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Lehigh Valley Health Network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Calibri"/>
                          <a:cs typeface="Calibri"/>
                          <a:sym typeface="Montserrat Regular"/>
                        </a:rPr>
                        <a:t>East</a:t>
                      </a:r>
                      <a:endParaRPr kumimoji="0" lang="en-IN" sz="11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Calibri"/>
                        <a:cs typeface="Calibri"/>
                        <a:sym typeface="Montserrat Regular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Academic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905807"/>
                  </a:ext>
                </a:extLst>
              </a:tr>
              <a:tr h="742683"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Dana Farber Cancer Institute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Weymouth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rgbClr val="FF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1/20/26</a:t>
                      </a:r>
                      <a:endParaRPr lang="en-IN" sz="1100" b="0" i="0" u="none" strike="noStrike" cap="none" spc="0" baseline="0" dirty="0">
                        <a:solidFill>
                          <a:srgbClr val="FF0000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i="0" u="none" strike="noStrike" cap="none" spc="0" baseline="0" dirty="0">
                          <a:solidFill>
                            <a:srgbClr val="00B05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6/15/26</a:t>
                      </a:r>
                      <a:endParaRPr lang="en-IN" sz="1100" b="1" i="0" u="none" strike="noStrike" cap="none" spc="0" baseline="0" dirty="0">
                        <a:solidFill>
                          <a:srgbClr val="00B050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Dana Farber Cancer Institute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Calibri"/>
                          <a:cs typeface="Calibri"/>
                          <a:sym typeface="Montserrat Regular"/>
                        </a:rPr>
                        <a:t>East</a:t>
                      </a:r>
                      <a:endParaRPr kumimoji="0" lang="en-IN" sz="11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Calibri"/>
                        <a:cs typeface="Calibri"/>
                        <a:sym typeface="Montserrat Regular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Academic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03491799"/>
                  </a:ext>
                </a:extLst>
              </a:tr>
              <a:tr h="742683"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Prisma Health -Midlands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Columbia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rgbClr val="FF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9/13/25</a:t>
                      </a:r>
                      <a:endParaRPr lang="en-IN" sz="1100" b="0" i="0" u="none" strike="noStrike" cap="none" spc="0" baseline="0" dirty="0">
                        <a:solidFill>
                          <a:srgbClr val="FF0000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i="0" u="none" strike="noStrike" cap="none" spc="0" baseline="0" dirty="0">
                          <a:solidFill>
                            <a:srgbClr val="00B05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6/10/26</a:t>
                      </a:r>
                      <a:endParaRPr lang="en-IN" sz="1100" b="1" i="0" u="none" strike="noStrike" cap="none" spc="0" baseline="0" dirty="0">
                        <a:solidFill>
                          <a:srgbClr val="00B050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2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Prisma Health 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Calibri"/>
                          <a:cs typeface="Calibri"/>
                          <a:sym typeface="Montserrat Regular"/>
                        </a:rPr>
                        <a:t>East</a:t>
                      </a:r>
                      <a:endParaRPr kumimoji="0" lang="en-IN" sz="11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Calibri"/>
                        <a:cs typeface="Calibri"/>
                        <a:sym typeface="Montserrat Regular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Non Academic-</a:t>
                      </a: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Clinic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98709800"/>
                  </a:ext>
                </a:extLst>
              </a:tr>
              <a:tr h="630440"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The Johns Hopkins Hospital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Baltimore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rgbClr val="FF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9/26/25</a:t>
                      </a:r>
                      <a:endParaRPr lang="en-IN" sz="1100" b="0" i="0" u="none" strike="noStrike" cap="none" spc="0" baseline="0" dirty="0">
                        <a:solidFill>
                          <a:srgbClr val="FF0000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i="0" u="none" strike="noStrike" cap="none" spc="0" baseline="0" dirty="0">
                          <a:solidFill>
                            <a:srgbClr val="00B05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6/4/26</a:t>
                      </a:r>
                      <a:endParaRPr lang="en-IN" sz="1100" b="1" i="0" u="none" strike="noStrike" cap="none" spc="0" baseline="0" dirty="0">
                        <a:solidFill>
                          <a:srgbClr val="00B050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Johns Hopkins Medicine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Calibri"/>
                          <a:cs typeface="Calibri"/>
                          <a:sym typeface="Montserrat Regular"/>
                        </a:rPr>
                        <a:t>East</a:t>
                      </a:r>
                      <a:endParaRPr kumimoji="0" lang="en-IN" sz="11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Calibri"/>
                        <a:cs typeface="Calibri"/>
                        <a:sym typeface="Montserrat Regular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Academic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40538653"/>
                  </a:ext>
                </a:extLst>
              </a:tr>
              <a:tr h="630440"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University of Colorado Medicine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Aurora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rgbClr val="FF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6/11/25</a:t>
                      </a:r>
                      <a:endParaRPr lang="en-IN" sz="1100" b="0" i="0" u="none" strike="noStrike" cap="none" spc="0" baseline="0" dirty="0">
                        <a:solidFill>
                          <a:srgbClr val="FF0000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i="0" u="none" strike="noStrike" cap="none" spc="0" baseline="0" dirty="0">
                          <a:solidFill>
                            <a:srgbClr val="00B05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6/3/26</a:t>
                      </a:r>
                      <a:endParaRPr lang="en-IN" sz="1100" b="1" i="0" u="none" strike="noStrike" cap="none" spc="0" baseline="0" dirty="0">
                        <a:solidFill>
                          <a:srgbClr val="00B050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UCHealth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Calibri"/>
                          <a:cs typeface="Calibri"/>
                          <a:sym typeface="Montserrat Regular"/>
                        </a:rPr>
                        <a:t>West</a:t>
                      </a:r>
                      <a:endParaRPr kumimoji="0" lang="en-IN" sz="11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Calibri"/>
                        <a:cs typeface="Calibri"/>
                        <a:sym typeface="Montserrat Regular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Academic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94159628"/>
                  </a:ext>
                </a:extLst>
              </a:tr>
              <a:tr h="630440"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John Muir Health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Walnut Creek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rgbClr val="FF000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3/24/26</a:t>
                      </a:r>
                      <a:endParaRPr lang="en-IN" sz="1100" b="0" i="0" u="none" strike="noStrike" cap="none" spc="0" baseline="0" dirty="0">
                        <a:solidFill>
                          <a:srgbClr val="FF0000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i="0" u="none" strike="noStrike" cap="none" spc="0" baseline="0" dirty="0">
                          <a:solidFill>
                            <a:srgbClr val="00B050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6/2/26</a:t>
                      </a:r>
                      <a:endParaRPr lang="en-IN" sz="1100" b="1" i="0" u="none" strike="noStrike" cap="none" spc="0" baseline="0" dirty="0">
                        <a:solidFill>
                          <a:srgbClr val="00B050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4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John Muir Health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Calibri"/>
                          <a:cs typeface="Calibri"/>
                          <a:sym typeface="Montserrat Regular"/>
                        </a:rPr>
                        <a:t>West</a:t>
                      </a:r>
                      <a:endParaRPr kumimoji="0" lang="en-IN" sz="11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Calibri"/>
                        <a:cs typeface="Calibri"/>
                        <a:sym typeface="Montserrat Regular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Non Academic-</a:t>
                      </a:r>
                    </a:p>
                    <a:p>
                      <a:pPr marL="0" marR="0" lvl="0" indent="0" algn="ctr" defTabSz="91440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  <a:sym typeface="Montserrat Regular"/>
                        </a:rPr>
                        <a:t>Hospital</a:t>
                      </a:r>
                      <a:endParaRPr lang="en-IN" sz="11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Arial Nova" panose="020B0504020202020204" pitchFamily="34" charset="0"/>
                        <a:ea typeface="+mn-ea"/>
                        <a:cs typeface="+mn-cs"/>
                        <a:sym typeface="Montserrat Regular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57833764"/>
                  </a:ext>
                </a:extLst>
              </a:tr>
            </a:tbl>
          </a:graphicData>
        </a:graphic>
      </p:graphicFrame>
      <p:sp>
        <p:nvSpPr>
          <p:cNvPr id="9" name="Title 3">
            <a:extLst>
              <a:ext uri="{FF2B5EF4-FFF2-40B4-BE49-F238E27FC236}">
                <a16:creationId xmlns:a16="http://schemas.microsoft.com/office/drawing/2014/main" id="{F7804C6A-942E-08EB-B766-F7C72951512A}"/>
              </a:ext>
            </a:extLst>
          </p:cNvPr>
          <p:cNvSpPr txBox="1">
            <a:spLocks/>
          </p:cNvSpPr>
          <p:nvPr/>
        </p:nvSpPr>
        <p:spPr>
          <a:xfrm>
            <a:off x="190500" y="329453"/>
            <a:ext cx="11130456" cy="6162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40" rIns="45719" anchor="t">
            <a:normAutofit/>
          </a:bodyPr>
          <a:lstStyle>
            <a:lvl1pPr marL="0" marR="0" indent="0" algn="l" defTabSz="91424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1" i="0" u="none" strike="noStrike" cap="none" spc="0" baseline="0">
                <a:solidFill>
                  <a:schemeClr val="accent4"/>
                </a:solidFill>
                <a:uFillTx/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venir Black"/>
              </a:defRPr>
            </a:lvl1pPr>
            <a:lvl2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2pPr>
            <a:lvl3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3pPr>
            <a:lvl4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4pPr>
            <a:lvl5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5pPr>
            <a:lvl6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6pPr>
            <a:lvl7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7pPr>
            <a:lvl8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8pPr>
            <a:lvl9pPr marL="0" marR="0" indent="0" algn="l" defTabSz="91424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0" i="0" u="none" strike="noStrike" cap="none" spc="0" baseline="0">
                <a:solidFill>
                  <a:schemeClr val="accent1"/>
                </a:solidFill>
                <a:uFillTx/>
                <a:latin typeface="Avenir Black"/>
                <a:ea typeface="Avenir Black"/>
                <a:cs typeface="Avenir Black"/>
                <a:sym typeface="Avenir Black"/>
              </a:defRPr>
            </a:lvl9pPr>
          </a:lstStyle>
          <a:p>
            <a:r>
              <a:rPr lang="en-US" sz="2400" kern="0" dirty="0" err="1">
                <a:solidFill>
                  <a:schemeClr val="accent1"/>
                </a:solidFill>
              </a:rPr>
              <a:t>Fyarro</a:t>
            </a:r>
            <a:r>
              <a:rPr lang="en-US" sz="2400" kern="0" dirty="0">
                <a:solidFill>
                  <a:schemeClr val="accent1"/>
                </a:solidFill>
              </a:rPr>
              <a:t> Reactivated Child Accounts(R4W)</a:t>
            </a:r>
            <a:endParaRPr lang="en-IN" sz="2400" kern="0" dirty="0"/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91660FF2-95E6-31B6-C021-E0FAC66EAE12}"/>
              </a:ext>
            </a:extLst>
          </p:cNvPr>
          <p:cNvSpPr txBox="1">
            <a:spLocks/>
          </p:cNvSpPr>
          <p:nvPr/>
        </p:nvSpPr>
        <p:spPr>
          <a:xfrm>
            <a:off x="11826973" y="6506145"/>
            <a:ext cx="457200" cy="2778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543ED3-111B-4842-9D2D-918F903AB23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17165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QZUsTLcnoMc5s1.xSUkXg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Depth">
  <a:themeElements>
    <a:clrScheme name="Depth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859D"/>
      </a:accent1>
      <a:accent2>
        <a:srgbClr val="ECAB1E"/>
      </a:accent2>
      <a:accent3>
        <a:srgbClr val="E2F0D9"/>
      </a:accent3>
      <a:accent4>
        <a:srgbClr val="F40000"/>
      </a:accent4>
      <a:accent5>
        <a:srgbClr val="820000"/>
      </a:accent5>
      <a:accent6>
        <a:srgbClr val="F4B183"/>
      </a:accent6>
      <a:hlink>
        <a:srgbClr val="0000FF"/>
      </a:hlink>
      <a:folHlink>
        <a:srgbClr val="FF00FF"/>
      </a:folHlink>
    </a:clrScheme>
    <a:fontScheme name="Depth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Mod val="40000"/>
            <a:lumOff val="60000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noAutofit/>
      </a:bodyPr>
      <a:lstStyle>
        <a:defPPr marL="0" marR="0" indent="0" algn="ctr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900" b="0" i="0" u="none" strike="noStrike" cap="none" spc="0" normalizeH="0" baseline="0" dirty="0" smtClean="0">
            <a:ln>
              <a:noFill/>
            </a:ln>
            <a:solidFill>
              <a:schemeClr val="tx1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3_AADI-2022-DARK">
  <a:themeElements>
    <a:clrScheme name="AADI-2022">
      <a:dk1>
        <a:srgbClr val="000000"/>
      </a:dk1>
      <a:lt1>
        <a:srgbClr val="FFFFFF"/>
      </a:lt1>
      <a:dk2>
        <a:srgbClr val="A7A7A7"/>
      </a:dk2>
      <a:lt2>
        <a:srgbClr val="000738"/>
      </a:lt2>
      <a:accent1>
        <a:srgbClr val="00859D"/>
      </a:accent1>
      <a:accent2>
        <a:srgbClr val="FFB71B"/>
      </a:accent2>
      <a:accent3>
        <a:srgbClr val="E2F0D9"/>
      </a:accent3>
      <a:accent4>
        <a:srgbClr val="017298"/>
      </a:accent4>
      <a:accent5>
        <a:srgbClr val="820000"/>
      </a:accent5>
      <a:accent6>
        <a:srgbClr val="00C7D2"/>
      </a:accent6>
      <a:hlink>
        <a:srgbClr val="0000FF"/>
      </a:hlink>
      <a:folHlink>
        <a:srgbClr val="FF00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Mod val="40000"/>
            <a:lumOff val="60000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noAutofit/>
      </a:bodyPr>
      <a:lstStyle>
        <a:defPPr marL="0" marR="0" indent="0" algn="ctr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 dirty="0" err="1" smtClean="0">
            <a:ln>
              <a:noFill/>
            </a:ln>
            <a:solidFill>
              <a:srgbClr val="50626A"/>
            </a:solidFill>
            <a:effectLst/>
            <a:uFillTx/>
            <a:latin typeface="Arial Nova" panose="020B0504020202020204" pitchFamily="34" charset="0"/>
            <a:ea typeface="+mn-ea"/>
            <a:cs typeface="+mn-cs"/>
            <a:sym typeface="Calibri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AADI-2022-DARK" id="{981BE2AC-7BFA-3A45-9210-108CBC5E3BCD}" vid="{181A2FC2-C848-2D42-A0EB-25747E6777BD}"/>
    </a:ext>
  </a:extLst>
</a:theme>
</file>

<file path=ppt/theme/theme3.xml><?xml version="1.0" encoding="utf-8"?>
<a:theme xmlns:a="http://schemas.openxmlformats.org/drawingml/2006/main" name="AADI-2022">
  <a:themeElements>
    <a:clrScheme name="AADI-2022">
      <a:dk1>
        <a:srgbClr val="000000"/>
      </a:dk1>
      <a:lt1>
        <a:srgbClr val="FFFFFF"/>
      </a:lt1>
      <a:dk2>
        <a:srgbClr val="A7A7A7"/>
      </a:dk2>
      <a:lt2>
        <a:srgbClr val="000738"/>
      </a:lt2>
      <a:accent1>
        <a:srgbClr val="00859D"/>
      </a:accent1>
      <a:accent2>
        <a:srgbClr val="FFB71B"/>
      </a:accent2>
      <a:accent3>
        <a:srgbClr val="E2F0D9"/>
      </a:accent3>
      <a:accent4>
        <a:srgbClr val="017298"/>
      </a:accent4>
      <a:accent5>
        <a:srgbClr val="820000"/>
      </a:accent5>
      <a:accent6>
        <a:srgbClr val="00C7D2"/>
      </a:accent6>
      <a:hlink>
        <a:srgbClr val="0000FF"/>
      </a:hlink>
      <a:folHlink>
        <a:srgbClr val="FF00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40" tIns="91440" rIns="91440" bIns="91440" numCol="1" spcCol="38100" rtlCol="0" anchor="ctr">
        <a:noAutofit/>
      </a:bodyPr>
      <a:lstStyle>
        <a:defPPr marL="0" marR="0" indent="0" algn="ctr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 dirty="0" smtClean="0">
            <a:ln>
              <a:noFill/>
            </a:ln>
            <a:solidFill>
              <a:schemeClr val="bg2"/>
            </a:solidFill>
            <a:effectLst/>
            <a:uFillTx/>
            <a:latin typeface="Arial Nova" panose="020B0504020202020204" pitchFamily="34" charset="0"/>
            <a:ea typeface="+mn-ea"/>
            <a:cs typeface="+mn-cs"/>
            <a:sym typeface="Calibri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AADI-MASTER-TEMPLATE-2022" id="{41D95691-9B16-AA49-AD11-A7F499CA1CA4}" vid="{6023DD26-D56B-614B-8278-4493BF38357B}"/>
    </a:ext>
  </a:extLst>
</a:theme>
</file>

<file path=ppt/theme/theme4.xml><?xml version="1.0" encoding="utf-8"?>
<a:theme xmlns:a="http://schemas.openxmlformats.org/drawingml/2006/main" name="1_AADI-2022">
  <a:themeElements>
    <a:clrScheme name="AADI-2022">
      <a:dk1>
        <a:srgbClr val="000000"/>
      </a:dk1>
      <a:lt1>
        <a:srgbClr val="FFFFFF"/>
      </a:lt1>
      <a:dk2>
        <a:srgbClr val="A7A7A7"/>
      </a:dk2>
      <a:lt2>
        <a:srgbClr val="000738"/>
      </a:lt2>
      <a:accent1>
        <a:srgbClr val="00859D"/>
      </a:accent1>
      <a:accent2>
        <a:srgbClr val="FFB71B"/>
      </a:accent2>
      <a:accent3>
        <a:srgbClr val="E2F0D9"/>
      </a:accent3>
      <a:accent4>
        <a:srgbClr val="017298"/>
      </a:accent4>
      <a:accent5>
        <a:srgbClr val="820000"/>
      </a:accent5>
      <a:accent6>
        <a:srgbClr val="00C7D2"/>
      </a:accent6>
      <a:hlink>
        <a:srgbClr val="0000FF"/>
      </a:hlink>
      <a:folHlink>
        <a:srgbClr val="FF00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40" tIns="91440" rIns="91440" bIns="91440" numCol="1" spcCol="38100" rtlCol="0" anchor="ctr">
        <a:noAutofit/>
      </a:bodyPr>
      <a:lstStyle>
        <a:defPPr marL="0" marR="0" indent="0" algn="ctr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 dirty="0" smtClean="0">
            <a:ln>
              <a:noFill/>
            </a:ln>
            <a:solidFill>
              <a:schemeClr val="bg2"/>
            </a:solidFill>
            <a:effectLst/>
            <a:uFillTx/>
            <a:latin typeface="Arial Nova" panose="020B0504020202020204" pitchFamily="34" charset="0"/>
            <a:ea typeface="+mn-ea"/>
            <a:cs typeface="+mn-cs"/>
            <a:sym typeface="Calibri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AADI-MASTER-TEMPLATE-2022" id="{41D95691-9B16-AA49-AD11-A7F499CA1CA4}" vid="{6023DD26-D56B-614B-8278-4493BF38357B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ustom 19">
    <a:dk1>
      <a:srgbClr val="54565B"/>
    </a:dk1>
    <a:lt1>
      <a:srgbClr val="FFFFFF"/>
    </a:lt1>
    <a:dk2>
      <a:srgbClr val="C50E3C"/>
    </a:dk2>
    <a:lt2>
      <a:srgbClr val="C6CAC6"/>
    </a:lt2>
    <a:accent1>
      <a:srgbClr val="203661"/>
    </a:accent1>
    <a:accent2>
      <a:srgbClr val="3C587F"/>
    </a:accent2>
    <a:accent3>
      <a:srgbClr val="8DC1C5"/>
    </a:accent3>
    <a:accent4>
      <a:srgbClr val="688C38"/>
    </a:accent4>
    <a:accent5>
      <a:srgbClr val="AEB618"/>
    </a:accent5>
    <a:accent6>
      <a:srgbClr val="000000"/>
    </a:accent6>
    <a:hlink>
      <a:srgbClr val="3A6C8A"/>
    </a:hlink>
    <a:folHlink>
      <a:srgbClr val="8F7F9E"/>
    </a:folHlink>
  </a:clrScheme>
  <a:fontScheme name="Arial Black-Arial">
    <a:majorFont>
      <a:latin typeface="Arial Black" panose="020B0A04020102020204"/>
      <a:ea typeface=""/>
      <a:cs typeface=""/>
      <a:font script="Jpan" typeface="ＭＳ ゴシック"/>
      <a:font script="Hang" typeface="굴림"/>
      <a:font script="Hans" typeface="微软雅黑"/>
      <a:font script="Hant" typeface="微軟正黑體"/>
      <a:font script="Arab" typeface="Tahoma"/>
      <a:font script="Hebr" typeface="Tahoma"/>
      <a:font script="Thai" typeface="FreesiaUPC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Verdana"/>
      <a:font script="Uigh" typeface="Microsoft Uighur"/>
      <a:font script="Geor" typeface="Sylfaen"/>
    </a:majorFont>
    <a:minorFont>
      <a:latin typeface="Arial" panose="020B0604020202020204"/>
      <a:ea typeface=""/>
      <a:cs typeface=""/>
      <a:font script="Jpan" typeface="ＭＳ Ｐゴシック"/>
      <a:font script="Hang" typeface="굴림"/>
      <a:font script="Hans" typeface="黑体"/>
      <a:font script="Hant" typeface="微軟正黑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Custom 19">
    <a:dk1>
      <a:srgbClr val="54565B"/>
    </a:dk1>
    <a:lt1>
      <a:srgbClr val="FFFFFF"/>
    </a:lt1>
    <a:dk2>
      <a:srgbClr val="C50E3C"/>
    </a:dk2>
    <a:lt2>
      <a:srgbClr val="C6CAC6"/>
    </a:lt2>
    <a:accent1>
      <a:srgbClr val="203661"/>
    </a:accent1>
    <a:accent2>
      <a:srgbClr val="3C587F"/>
    </a:accent2>
    <a:accent3>
      <a:srgbClr val="8DC1C5"/>
    </a:accent3>
    <a:accent4>
      <a:srgbClr val="688C38"/>
    </a:accent4>
    <a:accent5>
      <a:srgbClr val="AEB618"/>
    </a:accent5>
    <a:accent6>
      <a:srgbClr val="000000"/>
    </a:accent6>
    <a:hlink>
      <a:srgbClr val="3A6C8A"/>
    </a:hlink>
    <a:folHlink>
      <a:srgbClr val="8F7F9E"/>
    </a:folHlink>
  </a:clrScheme>
  <a:fontScheme name="Arial Black-Arial">
    <a:majorFont>
      <a:latin typeface="Arial Black" panose="020B0A04020102020204"/>
      <a:ea typeface=""/>
      <a:cs typeface=""/>
      <a:font script="Jpan" typeface="ＭＳ ゴシック"/>
      <a:font script="Hang" typeface="굴림"/>
      <a:font script="Hans" typeface="微软雅黑"/>
      <a:font script="Hant" typeface="微軟正黑體"/>
      <a:font script="Arab" typeface="Tahoma"/>
      <a:font script="Hebr" typeface="Tahoma"/>
      <a:font script="Thai" typeface="FreesiaUPC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Verdana"/>
      <a:font script="Uigh" typeface="Microsoft Uighur"/>
      <a:font script="Geor" typeface="Sylfaen"/>
    </a:majorFont>
    <a:minorFont>
      <a:latin typeface="Arial" panose="020B0604020202020204"/>
      <a:ea typeface=""/>
      <a:cs typeface=""/>
      <a:font script="Jpan" typeface="ＭＳ Ｐゴシック"/>
      <a:font script="Hang" typeface="굴림"/>
      <a:font script="Hans" typeface="黑体"/>
      <a:font script="Hant" typeface="微軟正黑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Depth">
    <a:dk1>
      <a:srgbClr val="000000"/>
    </a:dk1>
    <a:lt1>
      <a:srgbClr val="FFFFFF"/>
    </a:lt1>
    <a:dk2>
      <a:srgbClr val="A7A7A7"/>
    </a:dk2>
    <a:lt2>
      <a:srgbClr val="535353"/>
    </a:lt2>
    <a:accent1>
      <a:srgbClr val="00859D"/>
    </a:accent1>
    <a:accent2>
      <a:srgbClr val="ECAB1E"/>
    </a:accent2>
    <a:accent3>
      <a:srgbClr val="E2F0D9"/>
    </a:accent3>
    <a:accent4>
      <a:srgbClr val="F40000"/>
    </a:accent4>
    <a:accent5>
      <a:srgbClr val="820000"/>
    </a:accent5>
    <a:accent6>
      <a:srgbClr val="F4B183"/>
    </a:accent6>
    <a:hlink>
      <a:srgbClr val="0000FF"/>
    </a:hlink>
    <a:folHlink>
      <a:srgbClr val="FF00FF"/>
    </a:folHlink>
  </a:clrScheme>
  <a:fontScheme name="Depth">
    <a:majorFont>
      <a:latin typeface="Helvetica"/>
      <a:ea typeface="Helvetica"/>
      <a:cs typeface="Helvetica"/>
    </a:majorFont>
    <a:minorFont>
      <a:latin typeface="Calibri"/>
      <a:ea typeface="Calibri"/>
      <a:cs typeface="Calibri"/>
    </a:minorFont>
  </a:fontScheme>
  <a:fmtScheme name="Depth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tint val="100000"/>
              <a:shade val="100000"/>
              <a:satMod val="129999"/>
            </a:schemeClr>
          </a:gs>
          <a:gs pos="100000">
            <a:schemeClr val="phClr">
              <a:tint val="50000"/>
              <a:shade val="100000"/>
              <a:satMod val="350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4999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/>
      </a:effectStyle>
      <a:effectStyle>
        <a:effectLst/>
      </a:effectStyle>
      <a:effectStyle>
        <a:effectLst/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Depth">
    <a:dk1>
      <a:srgbClr val="000000"/>
    </a:dk1>
    <a:lt1>
      <a:srgbClr val="FFFFFF"/>
    </a:lt1>
    <a:dk2>
      <a:srgbClr val="A7A7A7"/>
    </a:dk2>
    <a:lt2>
      <a:srgbClr val="535353"/>
    </a:lt2>
    <a:accent1>
      <a:srgbClr val="00859D"/>
    </a:accent1>
    <a:accent2>
      <a:srgbClr val="ECAB1E"/>
    </a:accent2>
    <a:accent3>
      <a:srgbClr val="E2F0D9"/>
    </a:accent3>
    <a:accent4>
      <a:srgbClr val="F40000"/>
    </a:accent4>
    <a:accent5>
      <a:srgbClr val="820000"/>
    </a:accent5>
    <a:accent6>
      <a:srgbClr val="F4B183"/>
    </a:accent6>
    <a:hlink>
      <a:srgbClr val="0000FF"/>
    </a:hlink>
    <a:folHlink>
      <a:srgbClr val="FF00FF"/>
    </a:folHlink>
  </a:clrScheme>
  <a:fontScheme name="Depth">
    <a:majorFont>
      <a:latin typeface="Helvetica"/>
      <a:ea typeface="Helvetica"/>
      <a:cs typeface="Helvetica"/>
    </a:majorFont>
    <a:minorFont>
      <a:latin typeface="Calibri"/>
      <a:ea typeface="Calibri"/>
      <a:cs typeface="Calibri"/>
    </a:minorFont>
  </a:fontScheme>
  <a:fmtScheme name="Depth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tint val="100000"/>
              <a:shade val="100000"/>
              <a:satMod val="129999"/>
            </a:schemeClr>
          </a:gs>
          <a:gs pos="100000">
            <a:schemeClr val="phClr">
              <a:tint val="50000"/>
              <a:shade val="100000"/>
              <a:satMod val="350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4999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/>
      </a:effectStyle>
      <a:effectStyle>
        <a:effectLst/>
      </a:effectStyle>
      <a:effectStyle>
        <a:effectLst/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e7d7682-d79f-4125-b85f-7fdf802f580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0E5095D3B376442BD8A39DC5A9008BD" ma:contentTypeVersion="16" ma:contentTypeDescription="Create a new document." ma:contentTypeScope="" ma:versionID="f808e4882df7a953372d0e86c0e687ef">
  <xsd:schema xmlns:xsd="http://www.w3.org/2001/XMLSchema" xmlns:xs="http://www.w3.org/2001/XMLSchema" xmlns:p="http://schemas.microsoft.com/office/2006/metadata/properties" xmlns:ns3="5e7d7682-d79f-4125-b85f-7fdf802f5803" xmlns:ns4="b7fa760e-defd-4713-bf1b-98d0bf2430af" targetNamespace="http://schemas.microsoft.com/office/2006/metadata/properties" ma:root="true" ma:fieldsID="d8b26baad813ec97cbb51b87623872e1" ns3:_="" ns4:_="">
    <xsd:import namespace="5e7d7682-d79f-4125-b85f-7fdf802f5803"/>
    <xsd:import namespace="b7fa760e-defd-4713-bf1b-98d0bf2430a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LengthInSeconds" minOccurs="0"/>
                <xsd:element ref="ns3:MediaServiceAutoTags" minOccurs="0"/>
                <xsd:element ref="ns3:_activity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Location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7d7682-d79f-4125-b85f-7fdf802f580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fa760e-defd-4713-bf1b-98d0bf2430a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890CE1F-E9B6-4327-A288-65F403EF7ADF}">
  <ds:schemaRefs>
    <ds:schemaRef ds:uri="http://schemas.microsoft.com/office/2006/documentManagement/types"/>
    <ds:schemaRef ds:uri="5e7d7682-d79f-4125-b85f-7fdf802f5803"/>
    <ds:schemaRef ds:uri="http://schemas.microsoft.com/office/2006/metadata/properties"/>
    <ds:schemaRef ds:uri="http://purl.org/dc/elements/1.1/"/>
    <ds:schemaRef ds:uri="http://purl.org/dc/terms/"/>
    <ds:schemaRef ds:uri="http://schemas.microsoft.com/office/infopath/2007/PartnerControls"/>
    <ds:schemaRef ds:uri="b7fa760e-defd-4713-bf1b-98d0bf2430af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D713D4B7-1C98-4BB6-94AF-A43481A83F49}">
  <ds:schemaRefs>
    <ds:schemaRef ds:uri="5e7d7682-d79f-4125-b85f-7fdf802f5803"/>
    <ds:schemaRef ds:uri="b7fa760e-defd-4713-bf1b-98d0bf2430a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09C3411-8210-4B5B-AF68-F6BFBF595F4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6973</TotalTime>
  <Words>1931</Words>
  <Application>Microsoft Office PowerPoint</Application>
  <PresentationFormat>Widescreen</PresentationFormat>
  <Paragraphs>800</Paragraphs>
  <Slides>12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9" baseType="lpstr">
      <vt:lpstr>Arial</vt:lpstr>
      <vt:lpstr>Arial Nova</vt:lpstr>
      <vt:lpstr>Avenir Black</vt:lpstr>
      <vt:lpstr>Avenir Book</vt:lpstr>
      <vt:lpstr>Calibri</vt:lpstr>
      <vt:lpstr>Calibri (Body)</vt:lpstr>
      <vt:lpstr>Montserrat</vt:lpstr>
      <vt:lpstr>Montserrat Regular</vt:lpstr>
      <vt:lpstr>System Font Regular</vt:lpstr>
      <vt:lpstr>Trebuchet MS</vt:lpstr>
      <vt:lpstr>Wingdings</vt:lpstr>
      <vt:lpstr>1_Depth</vt:lpstr>
      <vt:lpstr>3_AADI-2022-DARK</vt:lpstr>
      <vt:lpstr>AADI-2022</vt:lpstr>
      <vt:lpstr>1_AADI-2022</vt:lpstr>
      <vt:lpstr>think-cell Slide</vt:lpstr>
      <vt:lpstr>think-cell スライド</vt:lpstr>
      <vt:lpstr>PowerPoint Presentation</vt:lpstr>
      <vt:lpstr>PowerPoint Presentation</vt:lpstr>
      <vt:lpstr>Fyarro Weekly run rate</vt:lpstr>
      <vt:lpstr>Fyarro Weekly run rate</vt:lpstr>
      <vt:lpstr>June sales performance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Joan McNicholl</dc:creator>
  <cp:lastModifiedBy>Deepak Dubey</cp:lastModifiedBy>
  <cp:revision>2</cp:revision>
  <dcterms:created xsi:type="dcterms:W3CDTF">2021-06-29T17:10:26Z</dcterms:created>
  <dcterms:modified xsi:type="dcterms:W3CDTF">2026-06-24T15:14:58Z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18c1083-8924-401d-97ae-40f5eed0fcd8_Enabled">
    <vt:lpwstr>true</vt:lpwstr>
  </property>
  <property fmtid="{D5CDD505-2E9C-101B-9397-08002B2CF9AE}" pid="3" name="MSIP_Label_418c1083-8924-401d-97ae-40f5eed0fcd8_SetDate">
    <vt:lpwstr>2022-04-12T08:49:45Z</vt:lpwstr>
  </property>
  <property fmtid="{D5CDD505-2E9C-101B-9397-08002B2CF9AE}" pid="4" name="MSIP_Label_418c1083-8924-401d-97ae-40f5eed0fcd8_Method">
    <vt:lpwstr>Privileged</vt:lpwstr>
  </property>
  <property fmtid="{D5CDD505-2E9C-101B-9397-08002B2CF9AE}" pid="5" name="MSIP_Label_418c1083-8924-401d-97ae-40f5eed0fcd8_Name">
    <vt:lpwstr>418c1083-8924-401d-97ae-40f5eed0fcd8</vt:lpwstr>
  </property>
  <property fmtid="{D5CDD505-2E9C-101B-9397-08002B2CF9AE}" pid="6" name="MSIP_Label_418c1083-8924-401d-97ae-40f5eed0fcd8_SiteId">
    <vt:lpwstr>a5a8bcaa-3292-41e6-b735-5e8b21f4dbfd</vt:lpwstr>
  </property>
  <property fmtid="{D5CDD505-2E9C-101B-9397-08002B2CF9AE}" pid="7" name="MSIP_Label_418c1083-8924-401d-97ae-40f5eed0fcd8_ActionId">
    <vt:lpwstr>9d62ba6c-b010-4e96-8f4b-ab8a42ef2762</vt:lpwstr>
  </property>
  <property fmtid="{D5CDD505-2E9C-101B-9397-08002B2CF9AE}" pid="8" name="MSIP_Label_418c1083-8924-401d-97ae-40f5eed0fcd8_ContentBits">
    <vt:lpwstr>0</vt:lpwstr>
  </property>
  <property fmtid="{D5CDD505-2E9C-101B-9397-08002B2CF9AE}" pid="9" name="ContentTypeId">
    <vt:lpwstr>0x01010050E5095D3B376442BD8A39DC5A9008BD</vt:lpwstr>
  </property>
  <property fmtid="{D5CDD505-2E9C-101B-9397-08002B2CF9AE}" pid="10" name="MediaServiceImageTags">
    <vt:lpwstr/>
  </property>
</Properties>
</file>