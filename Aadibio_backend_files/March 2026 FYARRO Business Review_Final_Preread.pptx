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ags/tag1.xml" ContentType="application/vnd.openxmlformats-officedocument.presentationml.tags+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3.xml" ContentType="application/vnd.openxmlformats-officedocument.theme+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theme/theme4.xml" ContentType="application/vnd.openxmlformats-officedocument.theme+xml"/>
  <Override PartName="/ppt/tags/tag3.xml" ContentType="application/vnd.openxmlformats-officedocument.presentationml.tags+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theme/theme5.xml" ContentType="application/vnd.openxmlformats-officedocument.theme+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theme/theme6.xml" ContentType="application/vnd.openxmlformats-officedocument.theme+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theme/theme7.xml" ContentType="application/vnd.openxmlformats-officedocument.theme+xml"/>
  <Override PartName="/ppt/theme/theme8.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drawings/drawing1.xml" ContentType="application/vnd.openxmlformats-officedocument.drawingml.chartshapes+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theme/themeOverride1.xml" ContentType="application/vnd.openxmlformats-officedocument.themeOverr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theme/themeOverride2.xml" ContentType="application/vnd.openxmlformats-officedocument.themeOverr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theme/themeOverride3.xml" ContentType="application/vnd.openxmlformats-officedocument.themeOverride+xml"/>
  <Override PartName="/ppt/notesSlides/notesSlide4.xml" ContentType="application/vnd.openxmlformats-officedocument.presentationml.notesSlide+xml"/>
  <Override PartName="/ppt/charts/chart10.xml" ContentType="application/vnd.openxmlformats-officedocument.drawingml.chart+xml"/>
  <Override PartName="/ppt/charts/style10.xml" ContentType="application/vnd.ms-office.chartstyle+xml"/>
  <Override PartName="/ppt/charts/colors10.xml" ContentType="application/vnd.ms-office.chartcolorstyle+xml"/>
  <Override PartName="/ppt/charts/chart11.xml" ContentType="application/vnd.openxmlformats-officedocument.drawingml.chart+xml"/>
  <Override PartName="/ppt/charts/style11.xml" ContentType="application/vnd.ms-office.chartstyle+xml"/>
  <Override PartName="/ppt/charts/colors11.xml" ContentType="application/vnd.ms-office.chartcolorstyle+xml"/>
  <Override PartName="/ppt/charts/chart12.xml" ContentType="application/vnd.openxmlformats-officedocument.drawingml.chart+xml"/>
  <Override PartName="/ppt/charts/style12.xml" ContentType="application/vnd.ms-office.chartstyle+xml"/>
  <Override PartName="/ppt/charts/colors12.xml" ContentType="application/vnd.ms-office.chartcolorstyle+xml"/>
  <Override PartName="/ppt/charts/chart13.xml" ContentType="application/vnd.openxmlformats-officedocument.drawingml.chart+xml"/>
  <Override PartName="/ppt/charts/style13.xml" ContentType="application/vnd.ms-office.chartstyle+xml"/>
  <Override PartName="/ppt/charts/colors13.xml" ContentType="application/vnd.ms-office.chartcolorstyle+xml"/>
  <Override PartName="/ppt/charts/chart14.xml" ContentType="application/vnd.openxmlformats-officedocument.drawingml.chart+xml"/>
  <Override PartName="/ppt/charts/style14.xml" ContentType="application/vnd.ms-office.chartstyle+xml"/>
  <Override PartName="/ppt/charts/colors14.xml" ContentType="application/vnd.ms-office.chartcolorstyle+xml"/>
  <Override PartName="/ppt/charts/chart15.xml" ContentType="application/vnd.openxmlformats-officedocument.drawingml.chart+xml"/>
  <Override PartName="/ppt/charts/style15.xml" ContentType="application/vnd.ms-office.chartstyle+xml"/>
  <Override PartName="/ppt/charts/colors15.xml" ContentType="application/vnd.ms-office.chartcolorstyle+xml"/>
  <Override PartName="/ppt/drawings/drawing2.xml" ContentType="application/vnd.openxmlformats-officedocument.drawingml.chartshapes+xml"/>
  <Override PartName="/ppt/charts/chart16.xml" ContentType="application/vnd.openxmlformats-officedocument.drawingml.chart+xml"/>
  <Override PartName="/ppt/charts/style16.xml" ContentType="application/vnd.ms-office.chartstyle+xml"/>
  <Override PartName="/ppt/charts/colors16.xml" ContentType="application/vnd.ms-office.chartcolorstyle+xml"/>
  <Override PartName="/ppt/charts/chart17.xml" ContentType="application/vnd.openxmlformats-officedocument.drawingml.chart+xml"/>
  <Override PartName="/ppt/charts/style17.xml" ContentType="application/vnd.ms-office.chartstyle+xml"/>
  <Override PartName="/ppt/charts/colors17.xml" ContentType="application/vnd.ms-office.chartcolorstyle+xml"/>
  <Override PartName="/ppt/charts/chart18.xml" ContentType="application/vnd.openxmlformats-officedocument.drawingml.chart+xml"/>
  <Override PartName="/ppt/charts/style18.xml" ContentType="application/vnd.ms-office.chartstyle+xml"/>
  <Override PartName="/ppt/charts/colors18.xml" ContentType="application/vnd.ms-office.chartcolorstyle+xml"/>
  <Override PartName="/ppt/charts/chart19.xml" ContentType="application/vnd.openxmlformats-officedocument.drawingml.chart+xml"/>
  <Override PartName="/ppt/charts/style19.xml" ContentType="application/vnd.ms-office.chartstyle+xml"/>
  <Override PartName="/ppt/charts/colors19.xml" ContentType="application/vnd.ms-office.chartcolorstyle+xml"/>
  <Override PartName="/ppt/charts/chart20.xml" ContentType="application/vnd.openxmlformats-officedocument.drawingml.chart+xml"/>
  <Override PartName="/ppt/charts/style20.xml" ContentType="application/vnd.ms-office.chartstyle+xml"/>
  <Override PartName="/ppt/charts/colors20.xml" ContentType="application/vnd.ms-office.chartcolorstyle+xml"/>
  <Override PartName="/ppt/charts/chart21.xml" ContentType="application/vnd.openxmlformats-officedocument.drawingml.chart+xml"/>
  <Override PartName="/ppt/charts/style21.xml" ContentType="application/vnd.ms-office.chartstyle+xml"/>
  <Override PartName="/ppt/charts/colors21.xml" ContentType="application/vnd.ms-office.chartcolorstyle+xml"/>
  <Override PartName="/ppt/notesSlides/notesSlide5.xml" ContentType="application/vnd.openxmlformats-officedocument.presentationml.notesSlide+xml"/>
  <Override PartName="/ppt/charts/chart22.xml" ContentType="application/vnd.openxmlformats-officedocument.drawingml.chart+xml"/>
  <Override PartName="/ppt/charts/style22.xml" ContentType="application/vnd.ms-office.chartstyle+xml"/>
  <Override PartName="/ppt/charts/colors22.xml" ContentType="application/vnd.ms-office.chartcolorstyle+xml"/>
  <Override PartName="/ppt/charts/chart23.xml" ContentType="application/vnd.openxmlformats-officedocument.drawingml.chart+xml"/>
  <Override PartName="/ppt/charts/style23.xml" ContentType="application/vnd.ms-office.chartstyle+xml"/>
  <Override PartName="/ppt/charts/colors23.xml" ContentType="application/vnd.ms-office.chartcolorstyle+xml"/>
  <Override PartName="/ppt/drawings/drawing3.xml" ContentType="application/vnd.openxmlformats-officedocument.drawingml.chartshapes+xml"/>
  <Override PartName="/ppt/charts/chart24.xml" ContentType="application/vnd.openxmlformats-officedocument.drawingml.chart+xml"/>
  <Override PartName="/ppt/charts/style24.xml" ContentType="application/vnd.ms-office.chartstyle+xml"/>
  <Override PartName="/ppt/charts/colors24.xml" ContentType="application/vnd.ms-office.chartcolorstyle+xml"/>
  <Override PartName="/ppt/drawings/drawing4.xml" ContentType="application/vnd.openxmlformats-officedocument.drawingml.chartshapes+xml"/>
  <Override PartName="/ppt/notesSlides/notesSlide6.xml" ContentType="application/vnd.openxmlformats-officedocument.presentationml.notesSlide+xml"/>
  <Override PartName="/ppt/charts/chart25.xml" ContentType="application/vnd.openxmlformats-officedocument.drawingml.chart+xml"/>
  <Override PartName="/ppt/charts/style25.xml" ContentType="application/vnd.ms-office.chartstyle+xml"/>
  <Override PartName="/ppt/charts/colors25.xml" ContentType="application/vnd.ms-office.chartcolorstyle+xml"/>
  <Override PartName="/ppt/charts/chart26.xml" ContentType="application/vnd.openxmlformats-officedocument.drawingml.chart+xml"/>
  <Override PartName="/ppt/charts/style26.xml" ContentType="application/vnd.ms-office.chartstyle+xml"/>
  <Override PartName="/ppt/charts/colors26.xml" ContentType="application/vnd.ms-office.chartcolorstyle+xml"/>
  <Override PartName="/ppt/drawings/drawing5.xml" ContentType="application/vnd.openxmlformats-officedocument.drawingml.chartshapes+xml"/>
  <Override PartName="/ppt/charts/chart27.xml" ContentType="application/vnd.openxmlformats-officedocument.drawingml.chart+xml"/>
  <Override PartName="/ppt/charts/style27.xml" ContentType="application/vnd.ms-office.chartstyle+xml"/>
  <Override PartName="/ppt/charts/colors27.xml" ContentType="application/vnd.ms-office.chartcolorstyle+xml"/>
  <Override PartName="/ppt/drawings/drawing6.xml" ContentType="application/vnd.openxmlformats-officedocument.drawingml.chartshapes+xml"/>
  <Override PartName="/ppt/notesSlides/notesSlide7.xml" ContentType="application/vnd.openxmlformats-officedocument.presentationml.notesSlide+xml"/>
  <Override PartName="/ppt/charts/chart28.xml" ContentType="application/vnd.openxmlformats-officedocument.drawingml.chart+xml"/>
  <Override PartName="/ppt/charts/style28.xml" ContentType="application/vnd.ms-office.chartstyle+xml"/>
  <Override PartName="/ppt/charts/colors28.xml" ContentType="application/vnd.ms-office.chartcolorstyle+xml"/>
  <Override PartName="/ppt/charts/chart29.xml" ContentType="application/vnd.openxmlformats-officedocument.drawingml.chart+xml"/>
  <Override PartName="/ppt/charts/style29.xml" ContentType="application/vnd.ms-office.chartstyle+xml"/>
  <Override PartName="/ppt/charts/colors29.xml" ContentType="application/vnd.ms-office.chartcolorstyle+xml"/>
  <Override PartName="/ppt/drawings/drawing7.xml" ContentType="application/vnd.openxmlformats-officedocument.drawingml.chartshapes+xml"/>
  <Override PartName="/ppt/charts/chart30.xml" ContentType="application/vnd.openxmlformats-officedocument.drawingml.chart+xml"/>
  <Override PartName="/ppt/charts/style30.xml" ContentType="application/vnd.ms-office.chartstyle+xml"/>
  <Override PartName="/ppt/charts/colors30.xml" ContentType="application/vnd.ms-office.chartcolorstyle+xml"/>
  <Override PartName="/ppt/drawings/drawing8.xml" ContentType="application/vnd.openxmlformats-officedocument.drawingml.chartshapes+xml"/>
  <Override PartName="/ppt/notesSlides/notesSlide8.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2.xml" ContentType="application/vnd.openxmlformats-officedocument.presentationml.notesSlide+xml"/>
  <Override PartName="/ppt/charts/chart31.xml" ContentType="application/vnd.openxmlformats-officedocument.drawingml.chart+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3" r:id="rId2"/>
    <p:sldMasterId id="2147483697" r:id="rId3"/>
    <p:sldMasterId id="2147483706" r:id="rId4"/>
    <p:sldMasterId id="2147483743" r:id="rId5"/>
    <p:sldMasterId id="2147483761" r:id="rId6"/>
    <p:sldMasterId id="2147483775" r:id="rId7"/>
  </p:sldMasterIdLst>
  <p:notesMasterIdLst>
    <p:notesMasterId r:id="rId37"/>
  </p:notesMasterIdLst>
  <p:sldIdLst>
    <p:sldId id="2147483562" r:id="rId8"/>
    <p:sldId id="2147483608" r:id="rId9"/>
    <p:sldId id="2147483593" r:id="rId10"/>
    <p:sldId id="2147483584" r:id="rId11"/>
    <p:sldId id="2147483613" r:id="rId12"/>
    <p:sldId id="2147483603" r:id="rId13"/>
    <p:sldId id="2147483623" r:id="rId14"/>
    <p:sldId id="2147483605" r:id="rId15"/>
    <p:sldId id="2147483624" r:id="rId16"/>
    <p:sldId id="2147483625" r:id="rId17"/>
    <p:sldId id="2147483551" r:id="rId18"/>
    <p:sldId id="2147483645" r:id="rId19"/>
    <p:sldId id="2147483552" r:id="rId20"/>
    <p:sldId id="259" r:id="rId21"/>
    <p:sldId id="2147483555" r:id="rId22"/>
    <p:sldId id="260" r:id="rId23"/>
    <p:sldId id="265" r:id="rId24"/>
    <p:sldId id="2147483429" r:id="rId25"/>
    <p:sldId id="2147483610" r:id="rId26"/>
    <p:sldId id="261" r:id="rId27"/>
    <p:sldId id="2147483116" r:id="rId28"/>
    <p:sldId id="2147483647" r:id="rId29"/>
    <p:sldId id="2147483556" r:id="rId30"/>
    <p:sldId id="2147474406" r:id="rId31"/>
    <p:sldId id="2147483558" r:id="rId32"/>
    <p:sldId id="256" r:id="rId33"/>
    <p:sldId id="2147483646" r:id="rId34"/>
    <p:sldId id="258" r:id="rId35"/>
    <p:sldId id="257" r:id="rId3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BF6D517-5096-38D1-FEC9-156C47A49BE7}" name="Becky Hartwell" initials="BH" userId="S::rhartwell@aadibio.com::5cc013c0-d2de-4eb9-bced-9c89634d8f6f" providerId="AD"/>
  <p188:author id="{1870C926-3EE2-F7CB-3E51-F6B96217C40D}" name="Nikita Dubey" initials="ND" userId="S::ndubey@acuitas360.com::f74eff0e-1ec4-4a94-bcde-eb39ebcac7a8" providerId="AD"/>
  <p188:author id="{12B93331-455A-1C34-4B40-2FCEC6DFE9CD}" name="Deepak Dubey" initials="DD" userId="S::Ddubey@acuitas360.com::0f025daf-9fe6-4edb-b6db-85f4837a9750" providerId="AD"/>
  <p188:author id="{1CB8EB5D-87D1-2F97-1CAC-793EADECC374}" name="Allie Gallo" initials="AG" userId="S::agallo@aadibio.com::5a8b74e6-8bfe-408f-bc8a-ca3d08dac07b" providerId="AD"/>
  <p188:author id="{D2EA8F76-A073-9A2E-E448-E046C2D67609}" name="Becky Hartwell" initials="RH" userId="S::Rhartwell@aadibio.com::5cc013c0-d2de-4eb9-bced-9c89634d8f6f" providerId="AD"/>
  <p188:author id="{5CF1A2EE-40EC-3018-3575-803C861196CD}" name="Christa Perlaza" initials="CP" userId="S::CPerlaza@aadibio.com::5a464441-b2c5-4b3f-bb6e-2bca92285200"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B71B"/>
    <a:srgbClr val="92D050"/>
    <a:srgbClr val="2AC8FE"/>
    <a:srgbClr val="989898"/>
    <a:srgbClr val="969696"/>
    <a:srgbClr val="67A441"/>
    <a:srgbClr val="00859D"/>
    <a:srgbClr val="FFFFFF"/>
    <a:srgbClr val="006476"/>
    <a:srgbClr val="BFBFB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93" autoAdjust="0"/>
    <p:restoredTop sz="94601" autoAdjust="0"/>
  </p:normalViewPr>
  <p:slideViewPr>
    <p:cSldViewPr snapToGrid="0">
      <p:cViewPr varScale="1">
        <p:scale>
          <a:sx n="115" d="100"/>
          <a:sy n="115" d="100"/>
        </p:scale>
        <p:origin x="624" y="72"/>
      </p:cViewPr>
      <p:guideLst/>
    </p:cSldViewPr>
  </p:slideViewPr>
  <p:notesTextViewPr>
    <p:cViewPr>
      <p:scale>
        <a:sx n="1" d="1"/>
        <a:sy n="1" d="1"/>
      </p:scale>
      <p:origin x="0" y="0"/>
    </p:cViewPr>
  </p:notesTextViewPr>
  <p:sorterViewPr>
    <p:cViewPr>
      <p:scale>
        <a:sx n="140" d="100"/>
        <a:sy n="14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39" Type="http://schemas.openxmlformats.org/officeDocument/2006/relationships/viewProps" Target="viewProps.xml"/><Relationship Id="rId21" Type="http://schemas.openxmlformats.org/officeDocument/2006/relationships/slide" Target="slides/slide14.xml"/><Relationship Id="rId34" Type="http://schemas.openxmlformats.org/officeDocument/2006/relationships/slide" Target="slides/slide27.xml"/><Relationship Id="rId42" Type="http://schemas.microsoft.com/office/2018/10/relationships/authors" Target="authors.xml"/><Relationship Id="rId7" Type="http://schemas.openxmlformats.org/officeDocument/2006/relationships/slideMaster" Target="slideMasters/slideMaster7.xml"/><Relationship Id="rId2" Type="http://schemas.openxmlformats.org/officeDocument/2006/relationships/slideMaster" Target="slideMasters/slideMaster2.xml"/><Relationship Id="rId16" Type="http://schemas.openxmlformats.org/officeDocument/2006/relationships/slide" Target="slides/slide9.xml"/><Relationship Id="rId20" Type="http://schemas.openxmlformats.org/officeDocument/2006/relationships/slide" Target="slides/slide13.xml"/><Relationship Id="rId29" Type="http://schemas.openxmlformats.org/officeDocument/2006/relationships/slide" Target="slides/slide22.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slide" Target="slides/slide25.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Master" Target="slideMasters/slideMaster5.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slide" Target="slides/slide29.xml"/><Relationship Id="rId10" Type="http://schemas.openxmlformats.org/officeDocument/2006/relationships/slide" Target="slides/slide3.xml"/><Relationship Id="rId19" Type="http://schemas.openxmlformats.org/officeDocument/2006/relationships/slide" Target="slides/slide12.xml"/><Relationship Id="rId31" Type="http://schemas.openxmlformats.org/officeDocument/2006/relationships/slide" Target="slides/slide24.xml"/><Relationship Id="rId4" Type="http://schemas.openxmlformats.org/officeDocument/2006/relationships/slideMaster" Target="slideMasters/slideMaster4.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slide" Target="slides/slide28.xml"/><Relationship Id="rId8" Type="http://schemas.openxmlformats.org/officeDocument/2006/relationships/slide" Target="slides/slide1.xml"/><Relationship Id="rId3" Type="http://schemas.openxmlformats.org/officeDocument/2006/relationships/slideMaster" Target="slideMasters/slideMaster3.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presProps" Target="presProp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chartUserShapes" Target="../drawings/drawing1.xml"/></Relationships>
</file>

<file path=ppt/charts/_rels/chart2.xml.rels><?xml version="1.0" encoding="UTF-8" standalone="yes"?>
<Relationships xmlns="http://schemas.openxmlformats.org/package/2006/relationships"><Relationship Id="rId3" Type="http://schemas.openxmlformats.org/officeDocument/2006/relationships/themeOverride" Target="../theme/themeOverride1.xml"/><Relationship Id="rId2" Type="http://schemas.microsoft.com/office/2011/relationships/chartColorStyle" Target="colors2.xml"/><Relationship Id="rId1" Type="http://schemas.microsoft.com/office/2011/relationships/chartStyle" Target="style2.xml"/><Relationship Id="rId4"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3" Type="http://schemas.openxmlformats.org/officeDocument/2006/relationships/themeOverride" Target="../theme/themeOverride2.xml"/><Relationship Id="rId2" Type="http://schemas.microsoft.com/office/2011/relationships/chartColorStyle" Target="colors3.xml"/><Relationship Id="rId1" Type="http://schemas.microsoft.com/office/2011/relationships/chartStyle" Target="style3.xml"/><Relationship Id="rId4"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package" Target="../embeddings/Microsoft_Excel_Worksheet6.xlsx"/><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package" Target="../embeddings/Microsoft_Excel_Worksheet7.xlsx"/><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3" Type="http://schemas.openxmlformats.org/officeDocument/2006/relationships/themeOverride" Target="../theme/themeOverride3.xml"/><Relationship Id="rId2" Type="http://schemas.microsoft.com/office/2011/relationships/chartColorStyle" Target="colors9.xml"/><Relationship Id="rId1" Type="http://schemas.microsoft.com/office/2011/relationships/chartStyle" Target="style9.xml"/><Relationship Id="rId4" Type="http://schemas.openxmlformats.org/officeDocument/2006/relationships/package" Target="../embeddings/Microsoft_Excel_Worksheet8.xlsx"/></Relationships>
</file>

<file path=ppt/charts/_rels/chart10.xml.rels><?xml version="1.0" encoding="UTF-8" standalone="yes"?>
<Relationships xmlns="http://schemas.openxmlformats.org/package/2006/relationships"><Relationship Id="rId3" Type="http://schemas.openxmlformats.org/officeDocument/2006/relationships/package" Target="../embeddings/Microsoft_Excel_Worksheet9.xlsx"/><Relationship Id="rId2" Type="http://schemas.microsoft.com/office/2011/relationships/chartColorStyle" Target="colors10.xml"/><Relationship Id="rId1" Type="http://schemas.microsoft.com/office/2011/relationships/chartStyle" Target="style10.xml"/></Relationships>
</file>

<file path=ppt/charts/_rels/chart11.xml.rels><?xml version="1.0" encoding="UTF-8" standalone="yes"?>
<Relationships xmlns="http://schemas.openxmlformats.org/package/2006/relationships"><Relationship Id="rId3" Type="http://schemas.openxmlformats.org/officeDocument/2006/relationships/package" Target="../embeddings/Microsoft_Excel_Worksheet10.xlsx"/><Relationship Id="rId2" Type="http://schemas.microsoft.com/office/2011/relationships/chartColorStyle" Target="colors11.xml"/><Relationship Id="rId1" Type="http://schemas.microsoft.com/office/2011/relationships/chartStyle" Target="style11.xml"/></Relationships>
</file>

<file path=ppt/charts/_rels/chart12.xml.rels><?xml version="1.0" encoding="UTF-8" standalone="yes"?>
<Relationships xmlns="http://schemas.openxmlformats.org/package/2006/relationships"><Relationship Id="rId3" Type="http://schemas.openxmlformats.org/officeDocument/2006/relationships/package" Target="../embeddings/Microsoft_Excel_Worksheet11.xlsx"/><Relationship Id="rId2" Type="http://schemas.microsoft.com/office/2011/relationships/chartColorStyle" Target="colors12.xml"/><Relationship Id="rId1" Type="http://schemas.microsoft.com/office/2011/relationships/chartStyle" Target="style12.xml"/></Relationships>
</file>

<file path=ppt/charts/_rels/chart13.xml.rels><?xml version="1.0" encoding="UTF-8" standalone="yes"?>
<Relationships xmlns="http://schemas.openxmlformats.org/package/2006/relationships"><Relationship Id="rId3" Type="http://schemas.openxmlformats.org/officeDocument/2006/relationships/package" Target="../embeddings/Microsoft_Excel_Worksheet12.xlsx"/><Relationship Id="rId2" Type="http://schemas.microsoft.com/office/2011/relationships/chartColorStyle" Target="colors13.xml"/><Relationship Id="rId1" Type="http://schemas.microsoft.com/office/2011/relationships/chartStyle" Target="style13.xml"/></Relationships>
</file>

<file path=ppt/charts/_rels/chart14.xml.rels><?xml version="1.0" encoding="UTF-8" standalone="yes"?>
<Relationships xmlns="http://schemas.openxmlformats.org/package/2006/relationships"><Relationship Id="rId3" Type="http://schemas.openxmlformats.org/officeDocument/2006/relationships/package" Target="../embeddings/Microsoft_Excel_Worksheet13.xlsx"/><Relationship Id="rId2" Type="http://schemas.microsoft.com/office/2011/relationships/chartColorStyle" Target="colors14.xml"/><Relationship Id="rId1" Type="http://schemas.microsoft.com/office/2011/relationships/chartStyle" Target="style14.xml"/></Relationships>
</file>

<file path=ppt/charts/_rels/chart15.xml.rels><?xml version="1.0" encoding="UTF-8" standalone="yes"?>
<Relationships xmlns="http://schemas.openxmlformats.org/package/2006/relationships"><Relationship Id="rId3" Type="http://schemas.openxmlformats.org/officeDocument/2006/relationships/package" Target="../embeddings/Microsoft_Excel_Worksheet14.xlsx"/><Relationship Id="rId2" Type="http://schemas.microsoft.com/office/2011/relationships/chartColorStyle" Target="colors15.xml"/><Relationship Id="rId1" Type="http://schemas.microsoft.com/office/2011/relationships/chartStyle" Target="style15.xml"/><Relationship Id="rId4" Type="http://schemas.openxmlformats.org/officeDocument/2006/relationships/chartUserShapes" Target="../drawings/drawing2.xml"/></Relationships>
</file>

<file path=ppt/charts/_rels/chart16.xml.rels><?xml version="1.0" encoding="UTF-8" standalone="yes"?>
<Relationships xmlns="http://schemas.openxmlformats.org/package/2006/relationships"><Relationship Id="rId3" Type="http://schemas.openxmlformats.org/officeDocument/2006/relationships/package" Target="../embeddings/Microsoft_Excel_Worksheet15.xlsx"/><Relationship Id="rId2" Type="http://schemas.microsoft.com/office/2011/relationships/chartColorStyle" Target="colors16.xml"/><Relationship Id="rId1" Type="http://schemas.microsoft.com/office/2011/relationships/chartStyle" Target="style16.xml"/></Relationships>
</file>

<file path=ppt/charts/_rels/chart17.xml.rels><?xml version="1.0" encoding="UTF-8" standalone="yes"?>
<Relationships xmlns="http://schemas.openxmlformats.org/package/2006/relationships"><Relationship Id="rId3" Type="http://schemas.openxmlformats.org/officeDocument/2006/relationships/package" Target="../embeddings/Microsoft_Excel_Worksheet16.xlsx"/><Relationship Id="rId2" Type="http://schemas.microsoft.com/office/2011/relationships/chartColorStyle" Target="colors17.xml"/><Relationship Id="rId1" Type="http://schemas.microsoft.com/office/2011/relationships/chartStyle" Target="style17.xml"/></Relationships>
</file>

<file path=ppt/charts/_rels/chart18.xml.rels><?xml version="1.0" encoding="UTF-8" standalone="yes"?>
<Relationships xmlns="http://schemas.openxmlformats.org/package/2006/relationships"><Relationship Id="rId3" Type="http://schemas.openxmlformats.org/officeDocument/2006/relationships/package" Target="../embeddings/Microsoft_Excel_Worksheet17.xlsx"/><Relationship Id="rId2" Type="http://schemas.microsoft.com/office/2011/relationships/chartColorStyle" Target="colors18.xml"/><Relationship Id="rId1" Type="http://schemas.microsoft.com/office/2011/relationships/chartStyle" Target="style18.xml"/></Relationships>
</file>

<file path=ppt/charts/_rels/chart19.xml.rels><?xml version="1.0" encoding="UTF-8" standalone="yes"?>
<Relationships xmlns="http://schemas.openxmlformats.org/package/2006/relationships"><Relationship Id="rId3" Type="http://schemas.openxmlformats.org/officeDocument/2006/relationships/package" Target="../embeddings/Microsoft_Excel_Worksheet18.xlsx"/><Relationship Id="rId2" Type="http://schemas.microsoft.com/office/2011/relationships/chartColorStyle" Target="colors19.xml"/><Relationship Id="rId1" Type="http://schemas.microsoft.com/office/2011/relationships/chartStyle" Target="style19.xml"/></Relationships>
</file>

<file path=ppt/charts/_rels/chart20.xml.rels><?xml version="1.0" encoding="UTF-8" standalone="yes"?>
<Relationships xmlns="http://schemas.openxmlformats.org/package/2006/relationships"><Relationship Id="rId3" Type="http://schemas.openxmlformats.org/officeDocument/2006/relationships/package" Target="../embeddings/Microsoft_Excel_Worksheet19.xlsx"/><Relationship Id="rId2" Type="http://schemas.microsoft.com/office/2011/relationships/chartColorStyle" Target="colors20.xml"/><Relationship Id="rId1" Type="http://schemas.microsoft.com/office/2011/relationships/chartStyle" Target="style20.xml"/></Relationships>
</file>

<file path=ppt/charts/_rels/chart21.xml.rels><?xml version="1.0" encoding="UTF-8" standalone="yes"?>
<Relationships xmlns="http://schemas.openxmlformats.org/package/2006/relationships"><Relationship Id="rId3" Type="http://schemas.openxmlformats.org/officeDocument/2006/relationships/package" Target="../embeddings/Microsoft_Excel_Worksheet20.xlsx"/><Relationship Id="rId2" Type="http://schemas.microsoft.com/office/2011/relationships/chartColorStyle" Target="colors21.xml"/><Relationship Id="rId1" Type="http://schemas.microsoft.com/office/2011/relationships/chartStyle" Target="style21.xml"/></Relationships>
</file>

<file path=ppt/charts/_rels/chart22.xml.rels><?xml version="1.0" encoding="UTF-8" standalone="yes"?>
<Relationships xmlns="http://schemas.openxmlformats.org/package/2006/relationships"><Relationship Id="rId3" Type="http://schemas.openxmlformats.org/officeDocument/2006/relationships/package" Target="../embeddings/Microsoft_Excel_Worksheet21.xlsx"/><Relationship Id="rId2" Type="http://schemas.microsoft.com/office/2011/relationships/chartColorStyle" Target="colors22.xml"/><Relationship Id="rId1" Type="http://schemas.microsoft.com/office/2011/relationships/chartStyle" Target="style22.xml"/></Relationships>
</file>

<file path=ppt/charts/_rels/chart23.xml.rels><?xml version="1.0" encoding="UTF-8" standalone="yes"?>
<Relationships xmlns="http://schemas.openxmlformats.org/package/2006/relationships"><Relationship Id="rId3" Type="http://schemas.openxmlformats.org/officeDocument/2006/relationships/package" Target="../embeddings/Microsoft_Excel_Worksheet22.xlsx"/><Relationship Id="rId2" Type="http://schemas.microsoft.com/office/2011/relationships/chartColorStyle" Target="colors23.xml"/><Relationship Id="rId1" Type="http://schemas.microsoft.com/office/2011/relationships/chartStyle" Target="style23.xml"/><Relationship Id="rId4" Type="http://schemas.openxmlformats.org/officeDocument/2006/relationships/chartUserShapes" Target="../drawings/drawing3.xml"/></Relationships>
</file>

<file path=ppt/charts/_rels/chart24.xml.rels><?xml version="1.0" encoding="UTF-8" standalone="yes"?>
<Relationships xmlns="http://schemas.openxmlformats.org/package/2006/relationships"><Relationship Id="rId3" Type="http://schemas.openxmlformats.org/officeDocument/2006/relationships/package" Target="../embeddings/Microsoft_Excel_Worksheet23.xlsx"/><Relationship Id="rId2" Type="http://schemas.microsoft.com/office/2011/relationships/chartColorStyle" Target="colors24.xml"/><Relationship Id="rId1" Type="http://schemas.microsoft.com/office/2011/relationships/chartStyle" Target="style24.xml"/><Relationship Id="rId4" Type="http://schemas.openxmlformats.org/officeDocument/2006/relationships/chartUserShapes" Target="../drawings/drawing4.xml"/></Relationships>
</file>

<file path=ppt/charts/_rels/chart25.xml.rels><?xml version="1.0" encoding="UTF-8" standalone="yes"?>
<Relationships xmlns="http://schemas.openxmlformats.org/package/2006/relationships"><Relationship Id="rId3" Type="http://schemas.openxmlformats.org/officeDocument/2006/relationships/package" Target="../embeddings/Microsoft_Excel_Worksheet24.xlsx"/><Relationship Id="rId2" Type="http://schemas.microsoft.com/office/2011/relationships/chartColorStyle" Target="colors25.xml"/><Relationship Id="rId1" Type="http://schemas.microsoft.com/office/2011/relationships/chartStyle" Target="style25.xml"/></Relationships>
</file>

<file path=ppt/charts/_rels/chart26.xml.rels><?xml version="1.0" encoding="UTF-8" standalone="yes"?>
<Relationships xmlns="http://schemas.openxmlformats.org/package/2006/relationships"><Relationship Id="rId3" Type="http://schemas.openxmlformats.org/officeDocument/2006/relationships/package" Target="../embeddings/Microsoft_Excel_Worksheet25.xlsx"/><Relationship Id="rId2" Type="http://schemas.microsoft.com/office/2011/relationships/chartColorStyle" Target="colors26.xml"/><Relationship Id="rId1" Type="http://schemas.microsoft.com/office/2011/relationships/chartStyle" Target="style26.xml"/><Relationship Id="rId4" Type="http://schemas.openxmlformats.org/officeDocument/2006/relationships/chartUserShapes" Target="../drawings/drawing5.xml"/></Relationships>
</file>

<file path=ppt/charts/_rels/chart27.xml.rels><?xml version="1.0" encoding="UTF-8" standalone="yes"?>
<Relationships xmlns="http://schemas.openxmlformats.org/package/2006/relationships"><Relationship Id="rId3" Type="http://schemas.openxmlformats.org/officeDocument/2006/relationships/package" Target="../embeddings/Microsoft_Excel_Worksheet26.xlsx"/><Relationship Id="rId2" Type="http://schemas.microsoft.com/office/2011/relationships/chartColorStyle" Target="colors27.xml"/><Relationship Id="rId1" Type="http://schemas.microsoft.com/office/2011/relationships/chartStyle" Target="style27.xml"/><Relationship Id="rId4" Type="http://schemas.openxmlformats.org/officeDocument/2006/relationships/chartUserShapes" Target="../drawings/drawing6.xml"/></Relationships>
</file>

<file path=ppt/charts/_rels/chart28.xml.rels><?xml version="1.0" encoding="UTF-8" standalone="yes"?>
<Relationships xmlns="http://schemas.openxmlformats.org/package/2006/relationships"><Relationship Id="rId3" Type="http://schemas.openxmlformats.org/officeDocument/2006/relationships/package" Target="../embeddings/Microsoft_Excel_Worksheet27.xlsx"/><Relationship Id="rId2" Type="http://schemas.microsoft.com/office/2011/relationships/chartColorStyle" Target="colors28.xml"/><Relationship Id="rId1" Type="http://schemas.microsoft.com/office/2011/relationships/chartStyle" Target="style28.xml"/></Relationships>
</file>

<file path=ppt/charts/_rels/chart29.xml.rels><?xml version="1.0" encoding="UTF-8" standalone="yes"?>
<Relationships xmlns="http://schemas.openxmlformats.org/package/2006/relationships"><Relationship Id="rId3" Type="http://schemas.openxmlformats.org/officeDocument/2006/relationships/package" Target="../embeddings/Microsoft_Excel_Worksheet28.xlsx"/><Relationship Id="rId2" Type="http://schemas.microsoft.com/office/2011/relationships/chartColorStyle" Target="colors29.xml"/><Relationship Id="rId1" Type="http://schemas.microsoft.com/office/2011/relationships/chartStyle" Target="style29.xml"/><Relationship Id="rId4" Type="http://schemas.openxmlformats.org/officeDocument/2006/relationships/chartUserShapes" Target="../drawings/drawing7.xml"/></Relationships>
</file>

<file path=ppt/charts/_rels/chart30.xml.rels><?xml version="1.0" encoding="UTF-8" standalone="yes"?>
<Relationships xmlns="http://schemas.openxmlformats.org/package/2006/relationships"><Relationship Id="rId3" Type="http://schemas.openxmlformats.org/officeDocument/2006/relationships/package" Target="../embeddings/Microsoft_Excel_Worksheet29.xlsx"/><Relationship Id="rId2" Type="http://schemas.microsoft.com/office/2011/relationships/chartColorStyle" Target="colors30.xml"/><Relationship Id="rId1" Type="http://schemas.microsoft.com/office/2011/relationships/chartStyle" Target="style30.xml"/><Relationship Id="rId4" Type="http://schemas.openxmlformats.org/officeDocument/2006/relationships/chartUserShapes" Target="../drawings/drawing8.xml"/></Relationships>
</file>

<file path=ppt/charts/_rels/chart31.xml.rels><?xml version="1.0" encoding="UTF-8" standalone="yes"?>
<Relationships xmlns="http://schemas.openxmlformats.org/package/2006/relationships"><Relationship Id="rId1" Type="http://schemas.openxmlformats.org/officeDocument/2006/relationships/package" Target="../embeddings/Microsoft_Excel_Worksheet30.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manualLayout>
          <c:layoutTarget val="inner"/>
          <c:xMode val="edge"/>
          <c:yMode val="edge"/>
          <c:x val="4.3832070584004339E-2"/>
          <c:y val="0.14803492919295538"/>
          <c:w val="0.91408804189166448"/>
          <c:h val="0.72813639922737883"/>
        </c:manualLayout>
      </c:layout>
      <c:barChart>
        <c:barDir val="col"/>
        <c:grouping val="stacked"/>
        <c:varyColors val="0"/>
        <c:ser>
          <c:idx val="0"/>
          <c:order val="0"/>
          <c:tx>
            <c:strRef>
              <c:f>Sheet1!$B$1</c:f>
              <c:strCache>
                <c:ptCount val="1"/>
                <c:pt idx="0">
                  <c:v>Legacy AadiBio</c:v>
                </c:pt>
              </c:strCache>
            </c:strRef>
          </c:tx>
          <c:spPr>
            <a:solidFill>
              <a:schemeClr val="accent1"/>
            </a:solidFill>
            <a:ln>
              <a:solidFill>
                <a:schemeClr val="accent1"/>
              </a:solidFill>
            </a:ln>
            <a:effectLst/>
          </c:spPr>
          <c:invertIfNegative val="0"/>
          <c:dPt>
            <c:idx val="7"/>
            <c:invertIfNegative val="0"/>
            <c:bubble3D val="0"/>
            <c:spPr>
              <a:solidFill>
                <a:schemeClr val="accent1"/>
              </a:solidFill>
              <a:ln>
                <a:solidFill>
                  <a:schemeClr val="accent1"/>
                </a:solidFill>
              </a:ln>
              <a:effectLst/>
            </c:spPr>
            <c:extLst>
              <c:ext xmlns:c16="http://schemas.microsoft.com/office/drawing/2014/chart" uri="{C3380CC4-5D6E-409C-BE32-E72D297353CC}">
                <c16:uniqueId val="{00000001-8DF9-4F62-897D-FF3A601F57F7}"/>
              </c:ext>
            </c:extLst>
          </c:dPt>
          <c:dLbls>
            <c:dLbl>
              <c:idx val="0"/>
              <c:layout>
                <c:manualLayout>
                  <c:x val="2.3344272642731316E-3"/>
                  <c:y val="-0.1325725657628088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7FBA-4472-BE4C-89B7E5809868}"/>
                </c:ext>
              </c:extLst>
            </c:dLbl>
            <c:dLbl>
              <c:idx val="1"/>
              <c:layout>
                <c:manualLayout>
                  <c:x val="-4.6686693153390061E-3"/>
                  <c:y val="-0.16418476646320393"/>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7FBA-4472-BE4C-89B7E5809868}"/>
                </c:ext>
              </c:extLst>
            </c:dLbl>
            <c:dLbl>
              <c:idx val="2"/>
              <c:layout>
                <c:manualLayout>
                  <c:x val="-2.3522077321698489E-3"/>
                  <c:y val="-0.21912082863513521"/>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7FBA-4472-BE4C-89B7E5809868}"/>
                </c:ext>
              </c:extLst>
            </c:dLbl>
            <c:dLbl>
              <c:idx val="3"/>
              <c:layout>
                <c:manualLayout>
                  <c:x val="-2.3344272642731316E-3"/>
                  <c:y val="-0.23582009278964183"/>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7FBA-4472-BE4C-89B7E5809868}"/>
                </c:ext>
              </c:extLst>
            </c:dLbl>
            <c:dLbl>
              <c:idx val="4"/>
              <c:layout>
                <c:manualLayout>
                  <c:x val="3.5746149000691403E-5"/>
                  <c:y val="-0.27659585041894491"/>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7FBA-4472-BE4C-89B7E5809868}"/>
                </c:ext>
              </c:extLst>
            </c:dLbl>
            <c:dLbl>
              <c:idx val="5"/>
              <c:layout>
                <c:manualLayout>
                  <c:x val="0"/>
                  <c:y val="-0.27609722481443733"/>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7FBA-4472-BE4C-89B7E5809868}"/>
                </c:ext>
              </c:extLst>
            </c:dLbl>
            <c:dLbl>
              <c:idx val="6"/>
              <c:layout>
                <c:manualLayout>
                  <c:x val="-7.0030965796121373E-3"/>
                  <c:y val="-0.29432991455445628"/>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7FBA-4472-BE4C-89B7E5809868}"/>
                </c:ext>
              </c:extLst>
            </c:dLbl>
            <c:dLbl>
              <c:idx val="7"/>
              <c:layout>
                <c:manualLayout>
                  <c:x val="2.3522077321698489E-3"/>
                  <c:y val="-0.28114146058096784"/>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8DF9-4F62-897D-FF3A601F57F7}"/>
                </c:ext>
              </c:extLst>
            </c:dLbl>
            <c:dLbl>
              <c:idx val="8"/>
              <c:layout>
                <c:manualLayout>
                  <c:x val="-8.6246620517907856E-17"/>
                  <c:y val="-0.2628220773526791"/>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7FBA-4472-BE4C-89B7E5809868}"/>
                </c:ext>
              </c:extLst>
            </c:dLbl>
            <c:dLbl>
              <c:idx val="9"/>
              <c:layout>
                <c:manualLayout>
                  <c:x val="-7.0030199374690972E-3"/>
                  <c:y val="-0.31725675298098599"/>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7FBA-4472-BE4C-89B7E5809868}"/>
                </c:ext>
              </c:extLst>
            </c:dLbl>
            <c:dLbl>
              <c:idx val="10"/>
              <c:layout>
                <c:manualLayout>
                  <c:x val="-4.6686693153390919E-3"/>
                  <c:y val="-0.28191618009716296"/>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7FBA-4472-BE4C-89B7E5809868}"/>
                </c:ext>
              </c:extLst>
            </c:dLbl>
            <c:dLbl>
              <c:idx val="11"/>
              <c:layout>
                <c:manualLayout>
                  <c:x val="-7.0566231965095462E-3"/>
                  <c:y val="-0.27596359536118054"/>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7FBA-4472-BE4C-89B7E5809868}"/>
                </c:ext>
              </c:extLst>
            </c:dLbl>
            <c:dLbl>
              <c:idx val="12"/>
              <c:delete val="1"/>
              <c:extLst>
                <c:ext xmlns:c15="http://schemas.microsoft.com/office/drawing/2012/chart" uri="{CE6537A1-D6FC-4f65-9D91-7224C49458BB}"/>
                <c:ext xmlns:c16="http://schemas.microsoft.com/office/drawing/2014/chart" uri="{C3380CC4-5D6E-409C-BE32-E72D297353CC}">
                  <c16:uniqueId val="{0000000B-7FBA-4472-BE4C-89B7E5809868}"/>
                </c:ext>
              </c:extLst>
            </c:dLbl>
            <c:spPr>
              <a:noFill/>
              <a:ln>
                <a:noFill/>
              </a:ln>
              <a:effectLst/>
            </c:spPr>
            <c:txPr>
              <a:bodyPr rot="0" spcFirstLastPara="1" vertOverflow="ellipsis" vert="horz" wrap="square" lIns="38100" tIns="19050" rIns="38100" bIns="19050" anchor="ctr" anchorCtr="0">
                <a:spAutoFit/>
              </a:bodyPr>
              <a:lstStyle/>
              <a:p>
                <a:pPr algn="ctr">
                  <a:defRPr lang="en-US" sz="1050" b="0" i="0" u="none" strike="noStrike" kern="1200" baseline="0">
                    <a:solidFill>
                      <a:schemeClr val="tx1"/>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Sheet1!$A$2:$A$18</c:f>
              <c:strCache>
                <c:ptCount val="17"/>
                <c:pt idx="0">
                  <c:v>Q1' 22</c:v>
                </c:pt>
                <c:pt idx="1">
                  <c:v>Q2' 22</c:v>
                </c:pt>
                <c:pt idx="2">
                  <c:v>Q3' 22</c:v>
                </c:pt>
                <c:pt idx="3">
                  <c:v>Q4' 22</c:v>
                </c:pt>
                <c:pt idx="4">
                  <c:v>Q1' 23</c:v>
                </c:pt>
                <c:pt idx="5">
                  <c:v>Q2' 23</c:v>
                </c:pt>
                <c:pt idx="6">
                  <c:v>Q3' 23</c:v>
                </c:pt>
                <c:pt idx="7">
                  <c:v>Q4' 23</c:v>
                </c:pt>
                <c:pt idx="8">
                  <c:v>Q1' 24</c:v>
                </c:pt>
                <c:pt idx="9">
                  <c:v>Q2' 24</c:v>
                </c:pt>
                <c:pt idx="10">
                  <c:v>Q3' 24</c:v>
                </c:pt>
                <c:pt idx="11">
                  <c:v>Q4' 24</c:v>
                </c:pt>
                <c:pt idx="12">
                  <c:v>Q1' 25</c:v>
                </c:pt>
                <c:pt idx="13">
                  <c:v>Q2' 25</c:v>
                </c:pt>
                <c:pt idx="14">
                  <c:v>Q3' 25</c:v>
                </c:pt>
                <c:pt idx="15">
                  <c:v>Q4' 25</c:v>
                </c:pt>
                <c:pt idx="16">
                  <c:v>Q1' 26</c:v>
                </c:pt>
              </c:strCache>
            </c:strRef>
          </c:cat>
          <c:val>
            <c:numRef>
              <c:f>Sheet1!$B$2:$B$18</c:f>
              <c:numCache>
                <c:formatCode>0.0</c:formatCode>
                <c:ptCount val="17"/>
                <c:pt idx="0">
                  <c:v>2.3069000000000002</c:v>
                </c:pt>
                <c:pt idx="1">
                  <c:v>3.4350894450000005</c:v>
                </c:pt>
                <c:pt idx="2">
                  <c:v>4.2730708699999997</c:v>
                </c:pt>
                <c:pt idx="3">
                  <c:v>5.2059676599999998</c:v>
                </c:pt>
                <c:pt idx="4">
                  <c:v>5.8672541149999997</c:v>
                </c:pt>
                <c:pt idx="5">
                  <c:v>6.2016392700000003</c:v>
                </c:pt>
                <c:pt idx="6">
                  <c:v>5.9589309999999998</c:v>
                </c:pt>
                <c:pt idx="7">
                  <c:v>6.3263465353499999</c:v>
                </c:pt>
                <c:pt idx="8">
                  <c:v>5.3533921847075616</c:v>
                </c:pt>
                <c:pt idx="9">
                  <c:v>6.1789759338781858</c:v>
                </c:pt>
                <c:pt idx="10">
                  <c:v>7.2122928842999983</c:v>
                </c:pt>
                <c:pt idx="11">
                  <c:v>7.2385082795999995</c:v>
                </c:pt>
                <c:pt idx="12">
                  <c:v>7.1</c:v>
                </c:pt>
              </c:numCache>
            </c:numRef>
          </c:val>
          <c:extLst>
            <c:ext xmlns:c16="http://schemas.microsoft.com/office/drawing/2014/chart" uri="{C3380CC4-5D6E-409C-BE32-E72D297353CC}">
              <c16:uniqueId val="{00000002-8DF9-4F62-897D-FF3A601F57F7}"/>
            </c:ext>
          </c:extLst>
        </c:ser>
        <c:ser>
          <c:idx val="1"/>
          <c:order val="1"/>
          <c:tx>
            <c:strRef>
              <c:f>Sheet1!$C$1</c:f>
              <c:strCache>
                <c:ptCount val="1"/>
                <c:pt idx="0">
                  <c:v>AadiBio Kaken</c:v>
                </c:pt>
              </c:strCache>
            </c:strRef>
          </c:tx>
          <c:spPr>
            <a:solidFill>
              <a:schemeClr val="accent3">
                <a:lumMod val="75000"/>
              </a:schemeClr>
            </a:solidFill>
            <a:ln>
              <a:solidFill>
                <a:schemeClr val="accent3">
                  <a:lumMod val="75000"/>
                </a:schemeClr>
              </a:solidFill>
            </a:ln>
            <a:effectLst/>
          </c:spPr>
          <c:invertIfNegative val="0"/>
          <c:dLbls>
            <c:dLbl>
              <c:idx val="12"/>
              <c:layout>
                <c:manualLayout>
                  <c:x val="-4.900926677239785E-3"/>
                  <c:y val="-7.7140638925486671E-2"/>
                </c:manualLayout>
              </c:layout>
              <c:tx>
                <c:rich>
                  <a:bodyPr/>
                  <a:lstStyle/>
                  <a:p>
                    <a:r>
                      <a:rPr lang="en-US" dirty="0"/>
                      <a:t>7.3</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C-7FBA-4472-BE4C-89B7E5809868}"/>
                </c:ext>
              </c:extLst>
            </c:dLbl>
            <c:dLbl>
              <c:idx val="13"/>
              <c:layout>
                <c:manualLayout>
                  <c:x val="2.3522077321696763E-3"/>
                  <c:y val="-0.3506392678431212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6CCF-44EE-AACD-312424BC6267}"/>
                </c:ext>
              </c:extLst>
            </c:dLbl>
            <c:dLbl>
              <c:idx val="14"/>
              <c:layout>
                <c:manualLayout>
                  <c:x val="2.3522077321696763E-3"/>
                  <c:y val="-0.36466483855684606"/>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ECCB-4532-BA96-243DFE811115}"/>
                </c:ext>
              </c:extLst>
            </c:dLbl>
            <c:dLbl>
              <c:idx val="15"/>
              <c:layout>
                <c:manualLayout>
                  <c:x val="4.7044154643396978E-3"/>
                  <c:y val="-0.3786904092705709"/>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82B1-4716-8B12-236FD65C6FDD}"/>
                </c:ext>
              </c:extLst>
            </c:dLbl>
            <c:dLbl>
              <c:idx val="16"/>
              <c:layout>
                <c:manualLayout>
                  <c:x val="-2.3137398434563703E-3"/>
                  <c:y val="-0.3576520531999837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3C57-47D1-AD17-0A6931672DDC}"/>
                </c:ext>
              </c:extLst>
            </c:dLbl>
            <c:spPr>
              <a:noFill/>
              <a:ln>
                <a:noFill/>
              </a:ln>
              <a:effectLst/>
            </c:spPr>
            <c:txPr>
              <a:bodyPr rot="0" spcFirstLastPara="1" vertOverflow="ellipsis" vert="horz" wrap="square" lIns="38100" tIns="19050" rIns="38100" bIns="19050" anchor="ctr" anchorCtr="0">
                <a:spAutoFit/>
              </a:bodyPr>
              <a:lstStyle/>
              <a:p>
                <a:pPr algn="ctr">
                  <a:defRPr lang="en-US" sz="1050"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xmlns:c15="http://schemas.microsoft.com/office/drawing/2012/char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Sheet1!$A$2:$A$18</c:f>
              <c:strCache>
                <c:ptCount val="17"/>
                <c:pt idx="0">
                  <c:v>Q1' 22</c:v>
                </c:pt>
                <c:pt idx="1">
                  <c:v>Q2' 22</c:v>
                </c:pt>
                <c:pt idx="2">
                  <c:v>Q3' 22</c:v>
                </c:pt>
                <c:pt idx="3">
                  <c:v>Q4' 22</c:v>
                </c:pt>
                <c:pt idx="4">
                  <c:v>Q1' 23</c:v>
                </c:pt>
                <c:pt idx="5">
                  <c:v>Q2' 23</c:v>
                </c:pt>
                <c:pt idx="6">
                  <c:v>Q3' 23</c:v>
                </c:pt>
                <c:pt idx="7">
                  <c:v>Q4' 23</c:v>
                </c:pt>
                <c:pt idx="8">
                  <c:v>Q1' 24</c:v>
                </c:pt>
                <c:pt idx="9">
                  <c:v>Q2' 24</c:v>
                </c:pt>
                <c:pt idx="10">
                  <c:v>Q3' 24</c:v>
                </c:pt>
                <c:pt idx="11">
                  <c:v>Q4' 24</c:v>
                </c:pt>
                <c:pt idx="12">
                  <c:v>Q1' 25</c:v>
                </c:pt>
                <c:pt idx="13">
                  <c:v>Q2' 25</c:v>
                </c:pt>
                <c:pt idx="14">
                  <c:v>Q3' 25</c:v>
                </c:pt>
                <c:pt idx="15">
                  <c:v>Q4' 25</c:v>
                </c:pt>
                <c:pt idx="16">
                  <c:v>Q1' 26</c:v>
                </c:pt>
              </c:strCache>
            </c:strRef>
          </c:cat>
          <c:val>
            <c:numRef>
              <c:f>Sheet1!$C$2:$C$18</c:f>
              <c:numCache>
                <c:formatCode>General</c:formatCode>
                <c:ptCount val="17"/>
                <c:pt idx="12" formatCode="0.00">
                  <c:v>0.17</c:v>
                </c:pt>
                <c:pt idx="13" formatCode="0.0">
                  <c:v>8.6010178679699951</c:v>
                </c:pt>
                <c:pt idx="14" formatCode="0.0">
                  <c:v>9.5</c:v>
                </c:pt>
                <c:pt idx="15" formatCode="0.0">
                  <c:v>10.975926304750001</c:v>
                </c:pt>
                <c:pt idx="16" formatCode="0.00">
                  <c:v>9.42</c:v>
                </c:pt>
              </c:numCache>
            </c:numRef>
          </c:val>
          <c:extLst xmlns:c15="http://schemas.microsoft.com/office/drawing/2012/chart">
            <c:ext xmlns:c16="http://schemas.microsoft.com/office/drawing/2014/chart" uri="{C3380CC4-5D6E-409C-BE32-E72D297353CC}">
              <c16:uniqueId val="{00000004-8DF9-4F62-897D-FF3A601F57F7}"/>
            </c:ext>
          </c:extLst>
        </c:ser>
        <c:dLbls>
          <c:showLegendKey val="0"/>
          <c:showVal val="0"/>
          <c:showCatName val="0"/>
          <c:showSerName val="0"/>
          <c:showPercent val="0"/>
          <c:showBubbleSize val="0"/>
        </c:dLbls>
        <c:gapWidth val="150"/>
        <c:overlap val="100"/>
        <c:axId val="195021951"/>
        <c:axId val="195014879"/>
      </c:barChart>
      <c:catAx>
        <c:axId val="195021951"/>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0" i="0" u="none" strike="noStrike" kern="1200" baseline="0">
                <a:solidFill>
                  <a:schemeClr val="bg2"/>
                </a:solidFill>
                <a:latin typeface="Arial" panose="020B0604020202020204" pitchFamily="34" charset="0"/>
                <a:ea typeface="+mn-ea"/>
                <a:cs typeface="Arial" panose="020B0604020202020204" pitchFamily="34" charset="0"/>
              </a:defRPr>
            </a:pPr>
            <a:endParaRPr lang="en-US"/>
          </a:p>
        </c:txPr>
        <c:crossAx val="195014879"/>
        <c:crossesAt val="0"/>
        <c:auto val="1"/>
        <c:lblAlgn val="ctr"/>
        <c:lblOffset val="100"/>
        <c:noMultiLvlLbl val="0"/>
      </c:catAx>
      <c:valAx>
        <c:axId val="195014879"/>
        <c:scaling>
          <c:orientation val="minMax"/>
          <c:max val="11"/>
          <c:min val="0"/>
        </c:scaling>
        <c:delete val="1"/>
        <c:axPos val="l"/>
        <c:numFmt formatCode="0.0" sourceLinked="1"/>
        <c:majorTickMark val="out"/>
        <c:minorTickMark val="none"/>
        <c:tickLblPos val="nextTo"/>
        <c:crossAx val="195021951"/>
        <c:crosses val="autoZero"/>
        <c:crossBetween val="between"/>
        <c:majorUnit val="4"/>
      </c:valAx>
      <c:spPr>
        <a:noFill/>
        <a:ln>
          <a:noFill/>
        </a:ln>
        <a:effectLst/>
      </c:spPr>
    </c:plotArea>
    <c:legend>
      <c:legendPos val="t"/>
      <c:layout>
        <c:manualLayout>
          <c:xMode val="edge"/>
          <c:yMode val="edge"/>
          <c:x val="0.54412491667720841"/>
          <c:y val="0"/>
          <c:w val="0.42891026290459139"/>
          <c:h val="0.13288896938560268"/>
        </c:manualLayout>
      </c:layout>
      <c:overlay val="0"/>
      <c:spPr>
        <a:noFill/>
        <a:ln>
          <a:noFill/>
        </a:ln>
        <a:effectLst/>
      </c:spPr>
      <c:txPr>
        <a:bodyPr rot="0" spcFirstLastPara="1" vertOverflow="ellipsis" vert="horz" wrap="square" anchor="ctr" anchorCtr="1"/>
        <a:lstStyle/>
        <a:p>
          <a:pPr>
            <a:defRPr sz="1000" b="1"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12700">
      <a:solidFill>
        <a:schemeClr val="tx1"/>
      </a:solidFill>
    </a:ln>
    <a:effectLst/>
  </c:spPr>
  <c:txPr>
    <a:bodyPr/>
    <a:lstStyle/>
    <a:p>
      <a:pPr>
        <a:defRPr/>
      </a:pPr>
      <a:endParaRPr lang="en-US"/>
    </a:p>
  </c:txPr>
  <c:externalData r:id="rId3">
    <c:autoUpdate val="0"/>
  </c:externalData>
  <c:userShapes r:id="rId4"/>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3.9383717179460417E-2"/>
          <c:y val="0.25675737100597501"/>
          <c:w val="0.92099210750834282"/>
          <c:h val="0.57296858416230867"/>
        </c:manualLayout>
      </c:layout>
      <c:lineChart>
        <c:grouping val="standard"/>
        <c:varyColors val="0"/>
        <c:ser>
          <c:idx val="1"/>
          <c:order val="0"/>
          <c:tx>
            <c:strRef>
              <c:f>Sheet1!$B$1</c:f>
              <c:strCache>
                <c:ptCount val="1"/>
                <c:pt idx="0">
                  <c:v>Daily Avg. Actuals</c:v>
                </c:pt>
              </c:strCache>
            </c:strRef>
          </c:tx>
          <c:spPr>
            <a:ln w="28575" cap="rnd">
              <a:solidFill>
                <a:srgbClr val="00859D"/>
              </a:solidFill>
              <a:prstDash val="solid"/>
              <a:round/>
            </a:ln>
            <a:effectLst/>
          </c:spPr>
          <c:marker>
            <c:symbol val="triangle"/>
            <c:size val="6"/>
            <c:spPr>
              <a:solidFill>
                <a:srgbClr val="00859D"/>
              </a:solidFill>
              <a:ln w="28575">
                <a:solidFill>
                  <a:srgbClr val="00859D"/>
                </a:solidFill>
                <a:prstDash val="solid"/>
                <a:round/>
              </a:ln>
              <a:effectLst/>
            </c:spPr>
          </c:marker>
          <c:dLbls>
            <c:dLbl>
              <c:idx val="0"/>
              <c:dLblPos val="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D757-4127-AD47-454418A2EC99}"/>
                </c:ext>
              </c:extLst>
            </c:dLbl>
            <c:dLbl>
              <c:idx val="13"/>
              <c:spPr>
                <a:noFill/>
                <a:ln>
                  <a:noFill/>
                </a:ln>
                <a:effectLst/>
              </c:spPr>
              <c:txPr>
                <a:bodyPr rot="0" spcFirstLastPara="1" vertOverflow="ellipsis" vert="horz" wrap="square" anchor="ctr" anchorCtr="1"/>
                <a:lstStyle/>
                <a:p>
                  <a:pPr>
                    <a:defRPr lang="en-US" sz="1000" b="1" i="0" u="none" strike="noStrike" kern="1200" baseline="0">
                      <a:solidFill>
                        <a:schemeClr val="tx1"/>
                      </a:solidFill>
                      <a:latin typeface="+mn-lt"/>
                      <a:ea typeface="+mn-ea"/>
                      <a:cs typeface="+mn-cs"/>
                    </a:defRPr>
                  </a:pPr>
                  <a:endParaRPr lang="en-US"/>
                </a:p>
              </c:txPr>
              <c:dLblPos val="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BD1A-409C-B13F-956E8ADF07C3}"/>
                </c:ext>
              </c:extLst>
            </c:dLbl>
            <c:spPr>
              <a:noFill/>
              <a:ln>
                <a:noFill/>
              </a:ln>
              <a:effectLst/>
            </c:spPr>
            <c:txPr>
              <a:bodyPr rot="0" spcFirstLastPara="1" vertOverflow="ellipsis" vert="horz" wrap="square" anchor="ctr" anchorCtr="1"/>
              <a:lstStyle/>
              <a:p>
                <a:pPr>
                  <a:defRPr lang="en-US" sz="1000" b="0" i="0" u="none" strike="noStrike" kern="1200" baseline="0">
                    <a:solidFill>
                      <a:schemeClr val="tx1"/>
                    </a:solidFill>
                    <a:latin typeface="+mn-lt"/>
                    <a:ea typeface="+mn-ea"/>
                    <a:cs typeface="+mn-cs"/>
                  </a:defRPr>
                </a:pPr>
                <a:endParaRPr lang="en-US"/>
              </a:p>
            </c:txPr>
            <c:dLblPos val="t"/>
            <c:showLegendKey val="0"/>
            <c:showVal val="1"/>
            <c:showCatName val="0"/>
            <c:showSerName val="0"/>
            <c:showPercent val="0"/>
            <c:showBubbleSize val="0"/>
            <c:separator>, </c:separator>
            <c:showLeaderLines val="0"/>
            <c:extLst>
              <c:ext xmlns:c15="http://schemas.microsoft.com/office/drawing/2012/chart" uri="{CE6537A1-D6FC-4f65-9D91-7224C49458BB}">
                <c15:showLeaderLines val="0"/>
              </c:ext>
            </c:extLst>
          </c:dLbls>
          <c:cat>
            <c:numRef>
              <c:f>Sheet1!$A$14:$A$40</c:f>
              <c:numCache>
                <c:formatCode>mmm\-yy</c:formatCode>
                <c:ptCount val="14"/>
                <c:pt idx="0">
                  <c:v>45716</c:v>
                </c:pt>
                <c:pt idx="1">
                  <c:v>45747</c:v>
                </c:pt>
                <c:pt idx="2">
                  <c:v>45777</c:v>
                </c:pt>
                <c:pt idx="3">
                  <c:v>45808</c:v>
                </c:pt>
                <c:pt idx="4">
                  <c:v>45838</c:v>
                </c:pt>
                <c:pt idx="5">
                  <c:v>45869</c:v>
                </c:pt>
                <c:pt idx="6">
                  <c:v>45900</c:v>
                </c:pt>
                <c:pt idx="7">
                  <c:v>45930</c:v>
                </c:pt>
                <c:pt idx="8">
                  <c:v>45961</c:v>
                </c:pt>
                <c:pt idx="9">
                  <c:v>45991</c:v>
                </c:pt>
                <c:pt idx="10">
                  <c:v>46022</c:v>
                </c:pt>
                <c:pt idx="11">
                  <c:v>46053</c:v>
                </c:pt>
                <c:pt idx="12">
                  <c:v>46081</c:v>
                </c:pt>
                <c:pt idx="13">
                  <c:v>46112</c:v>
                </c:pt>
              </c:numCache>
              <c:extLst/>
            </c:numRef>
          </c:cat>
          <c:val>
            <c:numRef>
              <c:f>Sheet1!$B$14:$B$40</c:f>
              <c:numCache>
                <c:formatCode>0.0</c:formatCode>
                <c:ptCount val="14"/>
                <c:pt idx="0">
                  <c:v>16.5</c:v>
                </c:pt>
                <c:pt idx="1">
                  <c:v>16.904761904761905</c:v>
                </c:pt>
                <c:pt idx="2">
                  <c:v>18.318181818181817</c:v>
                </c:pt>
                <c:pt idx="3">
                  <c:v>19.285714285714285</c:v>
                </c:pt>
                <c:pt idx="4">
                  <c:v>18.333333333333332</c:v>
                </c:pt>
                <c:pt idx="5">
                  <c:v>17.045454545454547</c:v>
                </c:pt>
                <c:pt idx="6">
                  <c:v>19.19047619047619</c:v>
                </c:pt>
                <c:pt idx="7">
                  <c:v>23.047619047619047</c:v>
                </c:pt>
                <c:pt idx="8">
                  <c:v>20.434782608695652</c:v>
                </c:pt>
                <c:pt idx="9">
                  <c:v>21.94736842105263</c:v>
                </c:pt>
                <c:pt idx="10">
                  <c:v>23.272727272727273</c:v>
                </c:pt>
                <c:pt idx="11">
                  <c:v>19.571428571428573</c:v>
                </c:pt>
                <c:pt idx="12">
                  <c:v>20.25</c:v>
                </c:pt>
                <c:pt idx="13">
                  <c:v>22.636363636363637</c:v>
                </c:pt>
              </c:numCache>
              <c:extLst/>
            </c:numRef>
          </c:val>
          <c:smooth val="0"/>
          <c:extLst>
            <c:ext xmlns:c16="http://schemas.microsoft.com/office/drawing/2014/chart" uri="{C3380CC4-5D6E-409C-BE32-E72D297353CC}">
              <c16:uniqueId val="{00000014-52CA-4B62-8C29-03778995F9F8}"/>
            </c:ext>
          </c:extLst>
        </c:ser>
        <c:ser>
          <c:idx val="0"/>
          <c:order val="1"/>
          <c:tx>
            <c:strRef>
              <c:f>Sheet1!$D$1</c:f>
              <c:strCache>
                <c:ptCount val="1"/>
                <c:pt idx="0">
                  <c:v>Budget </c:v>
                </c:pt>
              </c:strCache>
            </c:strRef>
          </c:tx>
          <c:spPr>
            <a:ln w="22225" cap="rnd">
              <a:solidFill>
                <a:srgbClr val="FFB71B">
                  <a:lumMod val="75000"/>
                </a:srgbClr>
              </a:solidFill>
              <a:round/>
            </a:ln>
            <a:effectLst/>
          </c:spPr>
          <c:marker>
            <c:symbol val="x"/>
            <c:size val="4"/>
            <c:spPr>
              <a:solidFill>
                <a:srgbClr val="FFB71B">
                  <a:lumMod val="75000"/>
                </a:srgbClr>
              </a:solidFill>
              <a:ln w="9525">
                <a:solidFill>
                  <a:srgbClr val="FFB71B">
                    <a:lumMod val="75000"/>
                  </a:srgbClr>
                </a:solidFill>
                <a:round/>
              </a:ln>
              <a:effectLst/>
            </c:spPr>
          </c:marker>
          <c:dLbls>
            <c:spPr>
              <a:noFill/>
              <a:ln>
                <a:noFill/>
              </a:ln>
              <a:effectLst/>
            </c:spPr>
            <c:txPr>
              <a:bodyPr rot="0" spcFirstLastPara="1" vertOverflow="ellipsis" vert="horz" wrap="square" anchor="ctr" anchorCtr="1"/>
              <a:lstStyle/>
              <a:p>
                <a:pPr>
                  <a:defRPr lang="en-US" sz="1000" b="1" i="0" u="none" strike="noStrike" kern="1200" baseline="0">
                    <a:solidFill>
                      <a:srgbClr val="ECAB1E"/>
                    </a:solidFill>
                    <a:latin typeface="+mn-lt"/>
                    <a:ea typeface="+mn-ea"/>
                    <a:cs typeface="+mn-cs"/>
                  </a:defRPr>
                </a:pPr>
                <a:endParaRPr lang="en-US"/>
              </a:p>
            </c:txPr>
            <c:dLblPos val="b"/>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numRef>
              <c:f>Sheet1!$A$14:$A$40</c:f>
              <c:numCache>
                <c:formatCode>mmm\-yy</c:formatCode>
                <c:ptCount val="14"/>
                <c:pt idx="0">
                  <c:v>45716</c:v>
                </c:pt>
                <c:pt idx="1">
                  <c:v>45747</c:v>
                </c:pt>
                <c:pt idx="2">
                  <c:v>45777</c:v>
                </c:pt>
                <c:pt idx="3">
                  <c:v>45808</c:v>
                </c:pt>
                <c:pt idx="4">
                  <c:v>45838</c:v>
                </c:pt>
                <c:pt idx="5">
                  <c:v>45869</c:v>
                </c:pt>
                <c:pt idx="6">
                  <c:v>45900</c:v>
                </c:pt>
                <c:pt idx="7">
                  <c:v>45930</c:v>
                </c:pt>
                <c:pt idx="8">
                  <c:v>45961</c:v>
                </c:pt>
                <c:pt idx="9">
                  <c:v>45991</c:v>
                </c:pt>
                <c:pt idx="10">
                  <c:v>46022</c:v>
                </c:pt>
                <c:pt idx="11">
                  <c:v>46053</c:v>
                </c:pt>
                <c:pt idx="12">
                  <c:v>46081</c:v>
                </c:pt>
                <c:pt idx="13">
                  <c:v>46112</c:v>
                </c:pt>
              </c:numCache>
              <c:extLst/>
            </c:numRef>
          </c:cat>
          <c:val>
            <c:numRef>
              <c:f>Sheet1!$D$14:$D$40</c:f>
              <c:numCache>
                <c:formatCode>0.0</c:formatCode>
                <c:ptCount val="14"/>
                <c:pt idx="0">
                  <c:v>17.045735708521271</c:v>
                </c:pt>
                <c:pt idx="1">
                  <c:v>17.078345339444827</c:v>
                </c:pt>
                <c:pt idx="2">
                  <c:v>17.115685118090099</c:v>
                </c:pt>
                <c:pt idx="3">
                  <c:v>17.240008132425139</c:v>
                </c:pt>
                <c:pt idx="4">
                  <c:v>14.959740327218951</c:v>
                </c:pt>
                <c:pt idx="5">
                  <c:v>15.302346391873733</c:v>
                </c:pt>
                <c:pt idx="6">
                  <c:v>16.125242241036499</c:v>
                </c:pt>
                <c:pt idx="7">
                  <c:v>16.681928286986086</c:v>
                </c:pt>
                <c:pt idx="8">
                  <c:v>17.28680465390039</c:v>
                </c:pt>
                <c:pt idx="9">
                  <c:v>17.4164556888046</c:v>
                </c:pt>
                <c:pt idx="10">
                  <c:v>17.590620245692691</c:v>
                </c:pt>
                <c:pt idx="11">
                  <c:v>19.476190476190474</c:v>
                </c:pt>
                <c:pt idx="12">
                  <c:v>19.476190476190474</c:v>
                </c:pt>
                <c:pt idx="13">
                  <c:v>19.476190476190474</c:v>
                </c:pt>
              </c:numCache>
              <c:extLst/>
            </c:numRef>
          </c:val>
          <c:smooth val="0"/>
          <c:extLst>
            <c:ext xmlns:c16="http://schemas.microsoft.com/office/drawing/2014/chart" uri="{C3380CC4-5D6E-409C-BE32-E72D297353CC}">
              <c16:uniqueId val="{00000019-52CA-4B62-8C29-03778995F9F8}"/>
            </c:ext>
          </c:extLst>
        </c:ser>
        <c:dLbls>
          <c:showLegendKey val="0"/>
          <c:showVal val="0"/>
          <c:showCatName val="0"/>
          <c:showSerName val="0"/>
          <c:showPercent val="0"/>
          <c:showBubbleSize val="0"/>
        </c:dLbls>
        <c:marker val="1"/>
        <c:smooth val="0"/>
        <c:axId val="1792554944"/>
        <c:axId val="1790044528"/>
        <c:extLst/>
      </c:lineChart>
      <c:dateAx>
        <c:axId val="1792554944"/>
        <c:scaling>
          <c:orientation val="minMax"/>
        </c:scaling>
        <c:delete val="0"/>
        <c:axPos val="b"/>
        <c:numFmt formatCode="mmm\-yy"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en-US" sz="600" b="0" i="0" u="none" strike="noStrike" kern="1200" cap="all" spc="120" normalizeH="0" baseline="0">
                <a:solidFill>
                  <a:schemeClr val="dk1"/>
                </a:solidFill>
                <a:latin typeface="+mn-lt"/>
                <a:ea typeface="+mn-ea"/>
                <a:cs typeface="+mn-cs"/>
              </a:defRPr>
            </a:pPr>
            <a:endParaRPr lang="en-US"/>
          </a:p>
        </c:txPr>
        <c:crossAx val="1790044528"/>
        <c:crosses val="autoZero"/>
        <c:auto val="1"/>
        <c:lblOffset val="100"/>
        <c:baseTimeUnit val="months"/>
      </c:dateAx>
      <c:valAx>
        <c:axId val="1790044528"/>
        <c:scaling>
          <c:orientation val="minMax"/>
          <c:max val="25"/>
          <c:min val="5"/>
        </c:scaling>
        <c:delete val="1"/>
        <c:axPos val="l"/>
        <c:numFmt formatCode="0.0" sourceLinked="1"/>
        <c:majorTickMark val="out"/>
        <c:minorTickMark val="none"/>
        <c:tickLblPos val="nextTo"/>
        <c:crossAx val="1792554944"/>
        <c:crosses val="autoZero"/>
        <c:crossBetween val="between"/>
      </c:valAx>
      <c:spPr>
        <a:noFill/>
        <a:ln>
          <a:noFill/>
        </a:ln>
        <a:effectLst/>
      </c:spPr>
    </c:plotArea>
    <c:legend>
      <c:legendPos val="t"/>
      <c:layout>
        <c:manualLayout>
          <c:xMode val="edge"/>
          <c:yMode val="edge"/>
          <c:x val="0.24651435136710922"/>
          <c:y val="3.2679738562091505E-2"/>
          <c:w val="0.55918033144360169"/>
          <c:h val="9.8490813648293957E-2"/>
        </c:manualLayout>
      </c:layout>
      <c:overlay val="0"/>
      <c:spPr>
        <a:noFill/>
        <a:ln>
          <a:noFill/>
        </a:ln>
        <a:effectLst/>
      </c:spPr>
      <c:txPr>
        <a:bodyPr rot="0" spcFirstLastPara="1" vertOverflow="ellipsis" vert="horz" wrap="square" anchor="ctr" anchorCtr="1"/>
        <a:lstStyle/>
        <a:p>
          <a:pPr>
            <a:defRPr lang="en-US" sz="1050" b="1" i="0" u="none" strike="noStrike" kern="1200" baseline="0">
              <a:solidFill>
                <a:schemeClr val="dk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12700">
      <a:solidFill>
        <a:srgbClr val="000000"/>
      </a:solidFill>
    </a:ln>
    <a:effectLst/>
  </c:spPr>
  <c:txPr>
    <a:bodyPr/>
    <a:lstStyle/>
    <a:p>
      <a:pPr>
        <a:defRPr lang="en-US" sz="1197" b="0" i="0" u="none" strike="noStrike" kern="1200" baseline="0">
          <a:solidFill>
            <a:schemeClr val="dk1"/>
          </a:solidFill>
          <a:latin typeface="+mn-lt"/>
          <a:ea typeface="+mn-ea"/>
          <a:cs typeface="+mn-cs"/>
        </a:defRPr>
      </a:pPr>
      <a:endParaRPr lang="en-US"/>
    </a:p>
  </c:txPr>
  <c:externalData r:id="rId4">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2.3463307917565533E-2"/>
          <c:y val="0.27083797593049069"/>
          <c:w val="0.97653669208243443"/>
          <c:h val="0.60380218707752353"/>
        </c:manualLayout>
      </c:layout>
      <c:lineChart>
        <c:grouping val="standard"/>
        <c:varyColors val="0"/>
        <c:ser>
          <c:idx val="0"/>
          <c:order val="1"/>
          <c:tx>
            <c:strRef>
              <c:f>Sheet1!$C$1</c:f>
              <c:strCache>
                <c:ptCount val="1"/>
                <c:pt idx="0">
                  <c:v>Daily Avg. Actuals</c:v>
                </c:pt>
              </c:strCache>
            </c:strRef>
          </c:tx>
          <c:spPr>
            <a:ln w="28575" cap="rnd">
              <a:solidFill>
                <a:srgbClr val="00859D"/>
              </a:solidFill>
              <a:prstDash val="solid"/>
              <a:round/>
            </a:ln>
            <a:effectLst/>
          </c:spPr>
          <c:marker>
            <c:symbol val="triangle"/>
            <c:size val="6"/>
            <c:spPr>
              <a:solidFill>
                <a:srgbClr val="00859D"/>
              </a:solidFill>
              <a:ln w="28575">
                <a:solidFill>
                  <a:srgbClr val="00859D"/>
                </a:solidFill>
                <a:prstDash val="solid"/>
                <a:round/>
              </a:ln>
              <a:effectLst/>
            </c:spPr>
          </c:marker>
          <c:dLbls>
            <c:dLbl>
              <c:idx val="0"/>
              <c:layout>
                <c:manualLayout>
                  <c:x val="-4.6908200652505672E-2"/>
                  <c:y val="-8.9865824656676363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F7AA-476B-9357-F5C0E7571866}"/>
                </c:ext>
              </c:extLst>
            </c:dLbl>
            <c:dLbl>
              <c:idx val="1"/>
              <c:layout>
                <c:manualLayout>
                  <c:x val="-4.2616956260900223E-2"/>
                  <c:y val="-0.11163603409637639"/>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F7AA-476B-9357-F5C0E7571866}"/>
                </c:ext>
              </c:extLst>
            </c:dLbl>
            <c:dLbl>
              <c:idx val="2"/>
              <c:layout>
                <c:manualLayout>
                  <c:x val="-2.9743223086083962E-2"/>
                  <c:y val="-7.5352351696876443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F7AA-476B-9357-F5C0E7571866}"/>
                </c:ext>
              </c:extLst>
            </c:dLbl>
            <c:dLbl>
              <c:idx val="3"/>
              <c:layout>
                <c:manualLayout>
                  <c:x val="-4.2616956260900306E-2"/>
                  <c:y val="-0.10437929761647637"/>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F7AA-476B-9357-F5C0E7571866}"/>
                </c:ext>
              </c:extLst>
            </c:dLbl>
            <c:dLbl>
              <c:idx val="4"/>
              <c:layout>
                <c:manualLayout>
                  <c:x val="-2.9743223086083882E-2"/>
                  <c:y val="-0.1188927705762763"/>
                </c:manualLayout>
              </c:layout>
              <c:spPr>
                <a:solidFill>
                  <a:srgbClr val="FFFFFF"/>
                </a:solidFill>
                <a:ln>
                  <a:noFill/>
                </a:ln>
                <a:effectLst/>
              </c:spPr>
              <c:txPr>
                <a:bodyPr rot="0" spcFirstLastPara="1" vertOverflow="clip" horzOverflow="clip" vert="horz" wrap="square" lIns="36576" tIns="18288" rIns="36576" bIns="18288" anchor="ctr" anchorCtr="1">
                  <a:spAutoFit/>
                </a:bodyPr>
                <a:lstStyle/>
                <a:p>
                  <a:pPr>
                    <a:defRPr sz="1000" b="1" i="0" u="none" strike="noStrike" kern="1200" baseline="0">
                      <a:solidFill>
                        <a:schemeClr val="tx1"/>
                      </a:solidFill>
                      <a:latin typeface="+mn-lt"/>
                      <a:ea typeface="+mn-ea"/>
                      <a:cs typeface="+mn-cs"/>
                    </a:defRPr>
                  </a:pPr>
                  <a:endParaRPr lang="en-US"/>
                </a:p>
              </c:txPr>
              <c:dLblPos val="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borderCallout1">
                      <a:avLst/>
                    </a:prstGeom>
                    <a:noFill/>
                    <a:ln>
                      <a:noFill/>
                    </a:ln>
                  </c15:spPr>
                </c:ext>
                <c:ext xmlns:c16="http://schemas.microsoft.com/office/drawing/2014/chart" uri="{C3380CC4-5D6E-409C-BE32-E72D297353CC}">
                  <c16:uniqueId val="{00000000-F7AA-476B-9357-F5C0E7571866}"/>
                </c:ext>
              </c:extLst>
            </c:dLbl>
            <c:spPr>
              <a:solidFill>
                <a:srgbClr val="FFFFFF"/>
              </a:solidFill>
              <a:ln>
                <a:noFill/>
              </a:ln>
              <a:effectLst/>
            </c:spPr>
            <c:txPr>
              <a:bodyPr rot="0" spcFirstLastPara="1" vertOverflow="clip" horzOverflow="clip" vert="horz" wrap="square" lIns="36576" tIns="18288" rIns="36576" bIns="18288" anchor="ctr" anchorCtr="1">
                <a:spAutoFit/>
              </a:bodyPr>
              <a:lstStyle/>
              <a:p>
                <a:pPr>
                  <a:defRPr sz="1000" b="0" i="0" u="none" strike="noStrike" kern="1200" baseline="0">
                    <a:solidFill>
                      <a:schemeClr val="tx1"/>
                    </a:solidFill>
                    <a:latin typeface="+mn-lt"/>
                    <a:ea typeface="+mn-ea"/>
                    <a:cs typeface="+mn-cs"/>
                  </a:defRPr>
                </a:pPr>
                <a:endParaRPr lang="en-US"/>
              </a:p>
            </c:txPr>
            <c:dLblPos val="b"/>
            <c:showLegendKey val="0"/>
            <c:showVal val="1"/>
            <c:showCatName val="0"/>
            <c:showSerName val="0"/>
            <c:showPercent val="0"/>
            <c:showBubbleSize val="0"/>
            <c:showLeaderLines val="0"/>
            <c:extLst>
              <c:ext xmlns:c15="http://schemas.microsoft.com/office/drawing/2012/chart" uri="{CE6537A1-D6FC-4f65-9D91-7224C49458BB}">
                <c15:spPr xmlns:c15="http://schemas.microsoft.com/office/drawing/2012/chart">
                  <a:prstGeom prst="borderCallout1">
                    <a:avLst/>
                  </a:prstGeom>
                  <a:noFill/>
                  <a:ln>
                    <a:noFill/>
                  </a:ln>
                </c15:spPr>
                <c15:showLeaderLines val="1"/>
                <c15:leaderLines>
                  <c:spPr>
                    <a:ln w="9525">
                      <a:solidFill>
                        <a:schemeClr val="tx1">
                          <a:lumMod val="35000"/>
                          <a:lumOff val="65000"/>
                        </a:schemeClr>
                      </a:solidFill>
                    </a:ln>
                    <a:effectLst/>
                  </c:spPr>
                </c15:leaderLines>
              </c:ext>
            </c:extLst>
          </c:dLbls>
          <c:cat>
            <c:strRef>
              <c:f>Sheet1!$A$14:$A$19</c:f>
              <c:strCache>
                <c:ptCount val="5"/>
                <c:pt idx="0">
                  <c:v>Q1' 25</c:v>
                </c:pt>
                <c:pt idx="1">
                  <c:v>Q2' 25</c:v>
                </c:pt>
                <c:pt idx="2">
                  <c:v>Q3' 25</c:v>
                </c:pt>
                <c:pt idx="3">
                  <c:v>Q4' 25</c:v>
                </c:pt>
                <c:pt idx="4">
                  <c:v>Q1' 26</c:v>
                </c:pt>
              </c:strCache>
              <c:extLst/>
            </c:strRef>
          </c:cat>
          <c:val>
            <c:numRef>
              <c:f>Sheet1!$C$14:$C$19</c:f>
              <c:numCache>
                <c:formatCode>0.0</c:formatCode>
                <c:ptCount val="5"/>
                <c:pt idx="0">
                  <c:v>18.253968253968253</c:v>
                </c:pt>
                <c:pt idx="1">
                  <c:v>18.640625</c:v>
                </c:pt>
                <c:pt idx="2">
                  <c:v>19.71875</c:v>
                </c:pt>
                <c:pt idx="3">
                  <c:v>21.859375</c:v>
                </c:pt>
                <c:pt idx="4">
                  <c:v>20.857142857142858</c:v>
                </c:pt>
              </c:numCache>
              <c:extLst/>
            </c:numRef>
          </c:val>
          <c:smooth val="0"/>
          <c:extLst>
            <c:ext xmlns:c16="http://schemas.microsoft.com/office/drawing/2014/chart" uri="{C3380CC4-5D6E-409C-BE32-E72D297353CC}">
              <c16:uniqueId val="{00000002-602E-4083-B653-C304C0780E1F}"/>
            </c:ext>
          </c:extLst>
        </c:ser>
        <c:ser>
          <c:idx val="2"/>
          <c:order val="2"/>
          <c:tx>
            <c:strRef>
              <c:f>Sheet1!$B$1</c:f>
              <c:strCache>
                <c:ptCount val="1"/>
                <c:pt idx="0">
                  <c:v>Budget </c:v>
                </c:pt>
              </c:strCache>
            </c:strRef>
          </c:tx>
          <c:spPr>
            <a:ln w="12700" cap="rnd">
              <a:solidFill>
                <a:srgbClr val="FFB71B">
                  <a:lumMod val="75000"/>
                </a:srgbClr>
              </a:solidFill>
              <a:prstDash val="solid"/>
              <a:round/>
            </a:ln>
            <a:effectLst/>
          </c:spPr>
          <c:marker>
            <c:symbol val="square"/>
            <c:size val="4"/>
            <c:spPr>
              <a:solidFill>
                <a:srgbClr val="FFB71B">
                  <a:lumMod val="75000"/>
                </a:srgbClr>
              </a:solidFill>
              <a:ln w="3175">
                <a:solidFill>
                  <a:srgbClr val="FFB71B">
                    <a:lumMod val="75000"/>
                  </a:srgbClr>
                </a:solidFill>
                <a:prstDash val="solid"/>
                <a:round/>
              </a:ln>
              <a:effectLst/>
            </c:spPr>
          </c:marker>
          <c:dLbls>
            <c:dLbl>
              <c:idx val="0"/>
              <c:layout>
                <c:manualLayout>
                  <c:x val="-3.6475577328646307E-2"/>
                  <c:y val="7.2567364798999764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F7AA-476B-9357-F5C0E7571866}"/>
                </c:ext>
              </c:extLst>
            </c:dLbl>
            <c:dLbl>
              <c:idx val="1"/>
              <c:layout>
                <c:manualLayout>
                  <c:x val="-1.5019355370619067E-2"/>
                  <c:y val="8.7080837758799795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F7AA-476B-9357-F5C0E7571866}"/>
                </c:ext>
              </c:extLst>
            </c:dLbl>
            <c:dLbl>
              <c:idx val="2"/>
              <c:layout>
                <c:manualLayout>
                  <c:x val="0"/>
                  <c:y val="0.10159431071859969"/>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F7AA-476B-9357-F5C0E7571866}"/>
                </c:ext>
              </c:extLst>
            </c:dLbl>
            <c:dLbl>
              <c:idx val="3"/>
              <c:layout>
                <c:manualLayout>
                  <c:x val="4.2912443916053684E-3"/>
                  <c:y val="0.10159431071859976"/>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F7AA-476B-9357-F5C0E7571866}"/>
                </c:ext>
              </c:extLst>
            </c:dLbl>
            <c:dLbl>
              <c:idx val="4"/>
              <c:layout>
                <c:manualLayout>
                  <c:x val="-1.2873733174816342E-2"/>
                  <c:y val="6.5310628319099784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F7AA-476B-9357-F5C0E7571866}"/>
                </c:ext>
              </c:extLst>
            </c:dLbl>
            <c:spPr>
              <a:noFill/>
              <a:ln>
                <a:solidFill>
                  <a:srgbClr val="FFFFFF"/>
                </a:solidFill>
              </a:ln>
              <a:effectLst/>
            </c:spPr>
            <c:txPr>
              <a:bodyPr rot="0" spcFirstLastPara="1" vertOverflow="clip" horzOverflow="clip" vert="horz" wrap="square" lIns="36576" tIns="18288" rIns="36576" bIns="18288" anchor="ctr" anchorCtr="1">
                <a:spAutoFit/>
              </a:bodyPr>
              <a:lstStyle/>
              <a:p>
                <a:pPr>
                  <a:defRPr sz="1000" b="1" i="0" u="none" strike="noStrike" kern="1200" baseline="0">
                    <a:solidFill>
                      <a:srgbClr val="ECAB1E"/>
                    </a:solidFill>
                    <a:latin typeface="+mn-lt"/>
                    <a:ea typeface="+mn-ea"/>
                    <a:cs typeface="+mn-cs"/>
                  </a:defRPr>
                </a:pPr>
                <a:endParaRPr lang="en-US"/>
              </a:p>
            </c:txPr>
            <c:dLblPos val="r"/>
            <c:showLegendKey val="0"/>
            <c:showVal val="1"/>
            <c:showCatName val="0"/>
            <c:showSerName val="0"/>
            <c:showPercent val="0"/>
            <c:showBubbleSize val="0"/>
            <c:showLeaderLines val="0"/>
            <c:extLst>
              <c:ext xmlns:c15="http://schemas.microsoft.com/office/drawing/2012/chart" uri="{CE6537A1-D6FC-4f65-9D91-7224C49458BB}">
                <c15:spPr xmlns:c15="http://schemas.microsoft.com/office/drawing/2012/chart">
                  <a:prstGeom prst="rect">
                    <a:avLst/>
                  </a:prstGeom>
                  <a:noFill/>
                  <a:ln>
                    <a:noFill/>
                  </a:ln>
                </c15:spPr>
                <c15:showLeaderLines val="0"/>
              </c:ext>
            </c:extLst>
          </c:dLbls>
          <c:cat>
            <c:strRef>
              <c:f>Sheet1!$A$14:$A$19</c:f>
              <c:strCache>
                <c:ptCount val="5"/>
                <c:pt idx="0">
                  <c:v>Q1' 25</c:v>
                </c:pt>
                <c:pt idx="1">
                  <c:v>Q2' 25</c:v>
                </c:pt>
                <c:pt idx="2">
                  <c:v>Q3' 25</c:v>
                </c:pt>
                <c:pt idx="3">
                  <c:v>Q4' 25</c:v>
                </c:pt>
                <c:pt idx="4">
                  <c:v>Q1' 26</c:v>
                </c:pt>
              </c:strCache>
              <c:extLst/>
            </c:strRef>
          </c:cat>
          <c:val>
            <c:numRef>
              <c:f>Sheet1!$B$14:$B$19</c:f>
              <c:numCache>
                <c:formatCode>0.0</c:formatCode>
                <c:ptCount val="5"/>
                <c:pt idx="0">
                  <c:v>17.015873015873016</c:v>
                </c:pt>
                <c:pt idx="1">
                  <c:v>16.449059222664179</c:v>
                </c:pt>
                <c:pt idx="2">
                  <c:v>16.025034401714006</c:v>
                </c:pt>
                <c:pt idx="3">
                  <c:v>17.429731414566195</c:v>
                </c:pt>
                <c:pt idx="4">
                  <c:v>19.49206349206349</c:v>
                </c:pt>
              </c:numCache>
              <c:extLst/>
            </c:numRef>
          </c:val>
          <c:smooth val="0"/>
          <c:extLst>
            <c:ext xmlns:c16="http://schemas.microsoft.com/office/drawing/2014/chart" uri="{C3380CC4-5D6E-409C-BE32-E72D297353CC}">
              <c16:uniqueId val="{00000009-602E-4083-B653-C304C0780E1F}"/>
            </c:ext>
          </c:extLst>
        </c:ser>
        <c:dLbls>
          <c:showLegendKey val="0"/>
          <c:showVal val="0"/>
          <c:showCatName val="0"/>
          <c:showSerName val="0"/>
          <c:showPercent val="0"/>
          <c:showBubbleSize val="0"/>
        </c:dLbls>
        <c:marker val="1"/>
        <c:smooth val="0"/>
        <c:axId val="1792554944"/>
        <c:axId val="1790044528"/>
        <c:extLst>
          <c:ext xmlns:c15="http://schemas.microsoft.com/office/drawing/2012/chart" uri="{02D57815-91ED-43cb-92C2-25804820EDAC}">
            <c15:filteredLineSeries>
              <c15:ser>
                <c:idx val="1"/>
                <c:order val="0"/>
                <c:tx>
                  <c:strRef>
                    <c:extLst>
                      <c:ext uri="{02D57815-91ED-43cb-92C2-25804820EDAC}">
                        <c15:formulaRef>
                          <c15:sqref>Sheet1!$A$1</c15:sqref>
                        </c15:formulaRef>
                      </c:ext>
                    </c:extLst>
                    <c:strCache>
                      <c:ptCount val="1"/>
                      <c:pt idx="0">
                        <c:v>Quarterly</c:v>
                      </c:pt>
                    </c:strCache>
                  </c:strRef>
                </c:tx>
                <c:spPr>
                  <a:ln w="22225" cap="rnd">
                    <a:solidFill>
                      <a:schemeClr val="accent2"/>
                    </a:solidFill>
                    <a:round/>
                  </a:ln>
                  <a:effectLst/>
                </c:spPr>
                <c:marker>
                  <c:symbol val="square"/>
                  <c:size val="6"/>
                  <c:spPr>
                    <a:solidFill>
                      <a:srgbClr val="FFB71B">
                        <a:lumMod val="75000"/>
                      </a:srgbClr>
                    </a:solidFill>
                    <a:ln w="9525">
                      <a:solidFill>
                        <a:srgbClr val="FFB71B">
                          <a:lumMod val="75000"/>
                        </a:srgbClr>
                      </a:solidFill>
                      <a:prstDash val="sysDash"/>
                      <a:round/>
                    </a:ln>
                    <a:effectLst/>
                  </c:spPr>
                </c:marker>
                <c:cat>
                  <c:strRef>
                    <c:extLst>
                      <c:ext uri="{02D57815-91ED-43cb-92C2-25804820EDAC}">
                        <c15:formulaRef>
                          <c15:sqref>Sheet1!$A$14:$A$19</c15:sqref>
                        </c15:formulaRef>
                      </c:ext>
                    </c:extLst>
                    <c:strCache>
                      <c:ptCount val="5"/>
                      <c:pt idx="0">
                        <c:v>Q1' 25</c:v>
                      </c:pt>
                      <c:pt idx="1">
                        <c:v>Q2' 25</c:v>
                      </c:pt>
                      <c:pt idx="2">
                        <c:v>Q3' 25</c:v>
                      </c:pt>
                      <c:pt idx="3">
                        <c:v>Q4' 25</c:v>
                      </c:pt>
                      <c:pt idx="4">
                        <c:v>Q1' 26</c:v>
                      </c:pt>
                    </c:strCache>
                  </c:strRef>
                </c:cat>
                <c:val>
                  <c:numRef>
                    <c:extLst>
                      <c:ext uri="{02D57815-91ED-43cb-92C2-25804820EDAC}">
                        <c15:formulaRef>
                          <c15:sqref>Sheet1!$A$14:$A$19</c15:sqref>
                        </c15:formulaRef>
                      </c:ext>
                    </c:extLst>
                    <c:numCache>
                      <c:formatCode>General</c:formatCode>
                      <c:ptCount val="5"/>
                      <c:pt idx="0">
                        <c:v>0</c:v>
                      </c:pt>
                      <c:pt idx="1">
                        <c:v>0</c:v>
                      </c:pt>
                      <c:pt idx="2">
                        <c:v>0</c:v>
                      </c:pt>
                      <c:pt idx="3">
                        <c:v>0</c:v>
                      </c:pt>
                      <c:pt idx="4">
                        <c:v>0</c:v>
                      </c:pt>
                    </c:numCache>
                  </c:numRef>
                </c:val>
                <c:smooth val="0"/>
                <c:extLst>
                  <c:ext xmlns:c16="http://schemas.microsoft.com/office/drawing/2014/chart" uri="{C3380CC4-5D6E-409C-BE32-E72D297353CC}">
                    <c16:uniqueId val="{0000000A-602E-4083-B653-C304C0780E1F}"/>
                  </c:ext>
                </c:extLst>
              </c15:ser>
            </c15:filteredLineSeries>
          </c:ext>
        </c:extLst>
      </c:lineChart>
      <c:catAx>
        <c:axId val="1792554944"/>
        <c:scaling>
          <c:orientation val="minMax"/>
        </c:scaling>
        <c:delete val="0"/>
        <c:axPos val="b"/>
        <c:numFmt formatCode="General" sourceLinked="1"/>
        <c:majorTickMark val="none"/>
        <c:minorTickMark val="none"/>
        <c:tickLblPos val="low"/>
        <c:spPr>
          <a:noFill/>
          <a:ln w="9525" cap="flat" cmpd="sng" algn="ctr">
            <a:solidFill>
              <a:schemeClr val="tx1">
                <a:lumMod val="15000"/>
                <a:lumOff val="85000"/>
              </a:schemeClr>
            </a:solidFill>
            <a:round/>
          </a:ln>
          <a:effectLst/>
        </c:spPr>
        <c:txPr>
          <a:bodyPr rot="0" spcFirstLastPara="1" vertOverflow="ellipsis" wrap="square" anchor="ctr" anchorCtr="1"/>
          <a:lstStyle/>
          <a:p>
            <a:pPr algn="ctr">
              <a:defRPr lang="en-US" sz="900" b="1" i="0" u="none" strike="noStrike" kern="1200" cap="all" spc="120" normalizeH="0" baseline="0">
                <a:solidFill>
                  <a:schemeClr val="bg2"/>
                </a:solidFill>
                <a:latin typeface="Arial" panose="020B0604020202020204" pitchFamily="34" charset="0"/>
                <a:ea typeface="+mn-ea"/>
                <a:cs typeface="Arial" panose="020B0604020202020204" pitchFamily="34" charset="0"/>
              </a:defRPr>
            </a:pPr>
            <a:endParaRPr lang="en-US"/>
          </a:p>
        </c:txPr>
        <c:crossAx val="1790044528"/>
        <c:crosses val="autoZero"/>
        <c:auto val="1"/>
        <c:lblAlgn val="ctr"/>
        <c:lblOffset val="100"/>
        <c:noMultiLvlLbl val="1"/>
      </c:catAx>
      <c:valAx>
        <c:axId val="1790044528"/>
        <c:scaling>
          <c:orientation val="minMax"/>
          <c:max val="25"/>
        </c:scaling>
        <c:delete val="1"/>
        <c:axPos val="l"/>
        <c:numFmt formatCode="0.0" sourceLinked="1"/>
        <c:majorTickMark val="out"/>
        <c:minorTickMark val="none"/>
        <c:tickLblPos val="nextTo"/>
        <c:crossAx val="1792554944"/>
        <c:crosses val="autoZero"/>
        <c:crossBetween val="between"/>
      </c:valAx>
      <c:spPr>
        <a:noFill/>
        <a:ln>
          <a:noFill/>
        </a:ln>
        <a:effectLst/>
      </c:spPr>
    </c:plotArea>
    <c:legend>
      <c:legendPos val="t"/>
      <c:layout>
        <c:manualLayout>
          <c:xMode val="edge"/>
          <c:yMode val="edge"/>
          <c:x val="0.18778694065451515"/>
          <c:y val="1.8481929694574791E-2"/>
          <c:w val="0.6580561085494061"/>
          <c:h val="9.8469529513460108E-2"/>
        </c:manualLayout>
      </c:layout>
      <c:overlay val="0"/>
      <c:spPr>
        <a:noFill/>
        <a:ln>
          <a:noFill/>
        </a:ln>
        <a:effectLst/>
      </c:spPr>
      <c:txPr>
        <a:bodyPr rot="0" spcFirstLastPara="1" vertOverflow="ellipsis" vert="horz" wrap="square" anchor="ctr" anchorCtr="1"/>
        <a:lstStyle/>
        <a:p>
          <a:pPr>
            <a:defRPr sz="1050" b="1" i="0" u="none" strike="noStrike" kern="1200" baseline="0">
              <a:solidFill>
                <a:schemeClr val="tx1">
                  <a:lumMod val="85000"/>
                  <a:lumOff val="1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12700">
      <a:solidFill>
        <a:srgbClr val="000000"/>
      </a:solidFill>
    </a:ln>
    <a:effectLst/>
  </c:spPr>
  <c:txPr>
    <a:bodyPr/>
    <a:lstStyle/>
    <a:p>
      <a:pPr>
        <a:defRPr/>
      </a:pPr>
      <a:endParaRPr lang="en-US"/>
    </a:p>
  </c:txPr>
  <c:externalData r:id="rId4">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5847498685083841"/>
          <c:y val="0.25937660611157687"/>
          <c:w val="0.21654771110665849"/>
          <c:h val="0.55029228475790737"/>
        </c:manualLayout>
      </c:layout>
      <c:barChart>
        <c:barDir val="bar"/>
        <c:grouping val="stacked"/>
        <c:varyColors val="0"/>
        <c:ser>
          <c:idx val="0"/>
          <c:order val="0"/>
          <c:tx>
            <c:strRef>
              <c:f>Sheet1!$B$1</c:f>
              <c:strCache>
                <c:ptCount val="1"/>
                <c:pt idx="0">
                  <c:v>Budget</c:v>
                </c:pt>
              </c:strCache>
            </c:strRef>
          </c:tx>
          <c:spPr>
            <a:solidFill>
              <a:schemeClr val="accent1">
                <a:lumMod val="20000"/>
                <a:lumOff val="80000"/>
              </a:schemeClr>
            </a:solidFill>
            <a:ln>
              <a:noFill/>
            </a:ln>
            <a:effectLst/>
          </c:spPr>
          <c:invertIfNegative val="0"/>
          <c:dPt>
            <c:idx val="0"/>
            <c:invertIfNegative val="0"/>
            <c:bubble3D val="0"/>
            <c:spPr>
              <a:solidFill>
                <a:srgbClr val="00859D"/>
              </a:solidFill>
              <a:ln>
                <a:noFill/>
              </a:ln>
              <a:effectLst/>
            </c:spPr>
            <c:extLst>
              <c:ext xmlns:c16="http://schemas.microsoft.com/office/drawing/2014/chart" uri="{C3380CC4-5D6E-409C-BE32-E72D297353CC}">
                <c16:uniqueId val="{00000001-30E9-41DD-AB5D-53AC192BD72B}"/>
              </c:ext>
            </c:extLst>
          </c:dPt>
          <c:dPt>
            <c:idx val="1"/>
            <c:invertIfNegative val="0"/>
            <c:bubble3D val="0"/>
            <c:spPr>
              <a:solidFill>
                <a:schemeClr val="accent1">
                  <a:lumMod val="20000"/>
                  <a:lumOff val="80000"/>
                </a:schemeClr>
              </a:solidFill>
              <a:ln>
                <a:noFill/>
              </a:ln>
              <a:effectLst/>
            </c:spPr>
            <c:extLst>
              <c:ext xmlns:c16="http://schemas.microsoft.com/office/drawing/2014/chart" uri="{C3380CC4-5D6E-409C-BE32-E72D297353CC}">
                <c16:uniqueId val="{00000003-30E9-41DD-AB5D-53AC192BD72B}"/>
              </c:ext>
            </c:extLst>
          </c:dPt>
          <c:dLbls>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Net Sales (MTD)</c:v>
                </c:pt>
                <c:pt idx="1">
                  <c:v>Gross Sales (MTD)</c:v>
                </c:pt>
              </c:strCache>
            </c:strRef>
          </c:cat>
          <c:val>
            <c:numRef>
              <c:f>Sheet1!$B$2:$B$3</c:f>
              <c:numCache>
                <c:formatCode>0.0</c:formatCode>
                <c:ptCount val="2"/>
                <c:pt idx="0">
                  <c:v>2.7562072865250009</c:v>
                </c:pt>
                <c:pt idx="1">
                  <c:v>3.4844559673535755</c:v>
                </c:pt>
              </c:numCache>
            </c:numRef>
          </c:val>
          <c:extLst>
            <c:ext xmlns:c16="http://schemas.microsoft.com/office/drawing/2014/chart" uri="{C3380CC4-5D6E-409C-BE32-E72D297353CC}">
              <c16:uniqueId val="{00000004-30E9-41DD-AB5D-53AC192BD72B}"/>
            </c:ext>
          </c:extLst>
        </c:ser>
        <c:ser>
          <c:idx val="1"/>
          <c:order val="1"/>
          <c:tx>
            <c:strRef>
              <c:f>Sheet1!$C$1</c:f>
              <c:strCache>
                <c:ptCount val="1"/>
                <c:pt idx="0">
                  <c:v>Actuals</c:v>
                </c:pt>
              </c:strCache>
            </c:strRef>
          </c:tx>
          <c:spPr>
            <a:solidFill>
              <a:schemeClr val="accent3">
                <a:lumMod val="90000"/>
              </a:schemeClr>
            </a:solidFill>
            <a:ln>
              <a:noFill/>
            </a:ln>
            <a:effectLst/>
          </c:spPr>
          <c:invertIfNegative val="0"/>
          <c:dPt>
            <c:idx val="0"/>
            <c:invertIfNegative val="0"/>
            <c:bubble3D val="0"/>
            <c:spPr>
              <a:solidFill>
                <a:schemeClr val="accent3">
                  <a:lumMod val="75000"/>
                </a:schemeClr>
              </a:solidFill>
              <a:ln>
                <a:noFill/>
              </a:ln>
              <a:effectLst/>
            </c:spPr>
            <c:extLst>
              <c:ext xmlns:c16="http://schemas.microsoft.com/office/drawing/2014/chart" uri="{C3380CC4-5D6E-409C-BE32-E72D297353CC}">
                <c16:uniqueId val="{00000006-30E9-41DD-AB5D-53AC192BD72B}"/>
              </c:ext>
            </c:extLst>
          </c:dPt>
          <c:dLbls>
            <c:dLbl>
              <c:idx val="0"/>
              <c:layout>
                <c:manualLayout>
                  <c:x val="4.9703362816204508E-2"/>
                  <c:y val="2.0129095723535714E-2"/>
                </c:manualLayout>
              </c:layout>
              <c:tx>
                <c:rich>
                  <a:bodyPr/>
                  <a:lstStyle/>
                  <a:p>
                    <a:fld id="{FF4EEA0D-0AE4-4A67-B2C7-AC7574227160}" type="CELLRANGE">
                      <a:rPr lang="en-US"/>
                      <a:pPr/>
                      <a:t>[CELLRANGE]</a:t>
                    </a:fld>
                    <a:endParaRPr lang="en-US"/>
                  </a:p>
                </c:rich>
              </c:tx>
              <c:dLblPos val="ctr"/>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06-30E9-41DD-AB5D-53AC192BD72B}"/>
                </c:ext>
              </c:extLst>
            </c:dLbl>
            <c:dLbl>
              <c:idx val="1"/>
              <c:layout>
                <c:manualLayout>
                  <c:x val="3.212173896664864E-2"/>
                  <c:y val="-5.3349683661575158E-2"/>
                </c:manualLayout>
              </c:layout>
              <c:tx>
                <c:rich>
                  <a:bodyPr/>
                  <a:lstStyle/>
                  <a:p>
                    <a:fld id="{D016728B-37C9-4C08-BB71-6EC69E462245}" type="CELLRANGE">
                      <a:rPr lang="en-US" sz="1000">
                        <a:solidFill>
                          <a:schemeClr val="tx1">
                            <a:lumMod val="75000"/>
                            <a:lumOff val="25000"/>
                          </a:schemeClr>
                        </a:solidFill>
                      </a:rPr>
                      <a:pPr/>
                      <a:t>[CELLRANGE]</a:t>
                    </a:fld>
                    <a:endParaRPr lang="en-US"/>
                  </a:p>
                </c:rich>
              </c:tx>
              <c:dLblPos val="ctr"/>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07-30E9-41DD-AB5D-53AC192BD72B}"/>
                </c:ext>
              </c:extLst>
            </c:dLbl>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tx1">
                        <a:lumMod val="75000"/>
                        <a:lumOff val="25000"/>
                      </a:schemeClr>
                    </a:solidFill>
                    <a:latin typeface="+mn-lt"/>
                    <a:ea typeface="+mn-ea"/>
                    <a:cs typeface="+mn-cs"/>
                  </a:defRPr>
                </a:pPr>
                <a:endParaRPr lang="en-US"/>
              </a:p>
            </c:txPr>
            <c:dLblPos val="inEnd"/>
            <c:showLegendKey val="0"/>
            <c:showVal val="0"/>
            <c:showCatName val="0"/>
            <c:showSerName val="0"/>
            <c:showPercent val="0"/>
            <c:showBubbleSize val="0"/>
            <c:showLeaderLines val="0"/>
            <c:extLst>
              <c:ext xmlns:c15="http://schemas.microsoft.com/office/drawing/2012/chart" uri="{CE6537A1-D6FC-4f65-9D91-7224C49458BB}">
                <c15:showDataLabelsRange val="1"/>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Net Sales (MTD)</c:v>
                </c:pt>
                <c:pt idx="1">
                  <c:v>Gross Sales (MTD)</c:v>
                </c:pt>
              </c:strCache>
            </c:strRef>
          </c:cat>
          <c:val>
            <c:numRef>
              <c:f>Sheet1!$C$2:$C$3</c:f>
              <c:numCache>
                <c:formatCode>0.0</c:formatCode>
                <c:ptCount val="2"/>
                <c:pt idx="0">
                  <c:v>1.4937927134749991</c:v>
                </c:pt>
                <c:pt idx="1">
                  <c:v>1.7804171326464253</c:v>
                </c:pt>
              </c:numCache>
            </c:numRef>
          </c:val>
          <c:extLst>
            <c:ext xmlns:c15="http://schemas.microsoft.com/office/drawing/2012/chart" uri="{02D57815-91ED-43cb-92C2-25804820EDAC}">
              <c15:datalabelsRange>
                <c15:f>Sheet1!$V$3:$V$4</c15:f>
                <c15:dlblRangeCache>
                  <c:ptCount val="2"/>
                  <c:pt idx="0">
                    <c:v>4.25</c:v>
                  </c:pt>
                  <c:pt idx="1">
                    <c:v>5.3</c:v>
                  </c:pt>
                </c15:dlblRangeCache>
              </c15:datalabelsRange>
            </c:ext>
            <c:ext xmlns:c16="http://schemas.microsoft.com/office/drawing/2014/chart" uri="{C3380CC4-5D6E-409C-BE32-E72D297353CC}">
              <c16:uniqueId val="{00000008-30E9-41DD-AB5D-53AC192BD72B}"/>
            </c:ext>
          </c:extLst>
        </c:ser>
        <c:dLbls>
          <c:dLblPos val="ctr"/>
          <c:showLegendKey val="0"/>
          <c:showVal val="1"/>
          <c:showCatName val="0"/>
          <c:showSerName val="0"/>
          <c:showPercent val="0"/>
          <c:showBubbleSize val="0"/>
        </c:dLbls>
        <c:gapWidth val="0"/>
        <c:overlap val="100"/>
        <c:axId val="1190785167"/>
        <c:axId val="1190788047"/>
      </c:barChart>
      <c:catAx>
        <c:axId val="1190785167"/>
        <c:scaling>
          <c:orientation val="minMax"/>
        </c:scaling>
        <c:delete val="0"/>
        <c:axPos val="l"/>
        <c:numFmt formatCode="General" sourceLinked="1"/>
        <c:majorTickMark val="none"/>
        <c:minorTickMark val="none"/>
        <c:tickLblPos val="nextTo"/>
        <c:spPr>
          <a:noFill/>
          <a:ln w="9525" cap="flat" cmpd="sng" algn="ctr">
            <a:noFill/>
            <a:round/>
          </a:ln>
          <a:effectLst/>
        </c:spPr>
        <c:txPr>
          <a:bodyPr rot="-60000000" spcFirstLastPara="1" vertOverflow="ellipsis" vert="horz" wrap="square" anchor="ctr" anchorCtr="1"/>
          <a:lstStyle/>
          <a:p>
            <a:pPr>
              <a:defRPr sz="600" b="1" i="0" u="none" strike="noStrike" kern="1200" baseline="0">
                <a:solidFill>
                  <a:schemeClr val="tx1">
                    <a:lumMod val="65000"/>
                    <a:lumOff val="35000"/>
                  </a:schemeClr>
                </a:solidFill>
                <a:latin typeface="+mn-lt"/>
                <a:ea typeface="+mn-ea"/>
                <a:cs typeface="+mn-cs"/>
              </a:defRPr>
            </a:pPr>
            <a:endParaRPr lang="en-US"/>
          </a:p>
        </c:txPr>
        <c:crossAx val="1190788047"/>
        <c:crosses val="autoZero"/>
        <c:auto val="1"/>
        <c:lblAlgn val="ctr"/>
        <c:lblOffset val="100"/>
        <c:noMultiLvlLbl val="0"/>
      </c:catAx>
      <c:valAx>
        <c:axId val="1190788047"/>
        <c:scaling>
          <c:orientation val="minMax"/>
        </c:scaling>
        <c:delete val="1"/>
        <c:axPos val="b"/>
        <c:numFmt formatCode="0.0" sourceLinked="1"/>
        <c:majorTickMark val="none"/>
        <c:minorTickMark val="none"/>
        <c:tickLblPos val="nextTo"/>
        <c:crossAx val="1190785167"/>
        <c:crosses val="autoZero"/>
        <c:crossBetween val="between"/>
      </c:valAx>
      <c:spPr>
        <a:noFill/>
        <a:ln>
          <a:noFill/>
        </a:ln>
        <a:effectLst/>
      </c:spPr>
    </c:plotArea>
    <c:legend>
      <c:legendPos val="t"/>
      <c:layout>
        <c:manualLayout>
          <c:xMode val="edge"/>
          <c:yMode val="edge"/>
          <c:x val="0.31002711070182776"/>
          <c:y val="0.10142200691295472"/>
          <c:w val="0.50374144521808817"/>
          <c:h val="0.12767418525409202"/>
        </c:manualLayout>
      </c:layout>
      <c:overlay val="0"/>
      <c:spPr>
        <a:noFill/>
        <a:ln>
          <a:noFill/>
        </a:ln>
        <a:effectLst/>
      </c:spPr>
      <c:txPr>
        <a:bodyPr rot="0" spcFirstLastPara="1" vertOverflow="ellipsis" vert="horz" wrap="square" anchor="ctr" anchorCtr="1"/>
        <a:lstStyle/>
        <a:p>
          <a:pPr>
            <a:defRPr sz="1100" b="1"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7345880237890424"/>
          <c:y val="0.31509290446805843"/>
          <c:w val="0.58130469189971967"/>
          <c:h val="0.55029228475790737"/>
        </c:manualLayout>
      </c:layout>
      <c:barChart>
        <c:barDir val="bar"/>
        <c:grouping val="stacked"/>
        <c:varyColors val="0"/>
        <c:ser>
          <c:idx val="0"/>
          <c:order val="0"/>
          <c:tx>
            <c:strRef>
              <c:f>Sheet1!$B$1</c:f>
              <c:strCache>
                <c:ptCount val="1"/>
                <c:pt idx="0">
                  <c:v>Budget</c:v>
                </c:pt>
              </c:strCache>
            </c:strRef>
          </c:tx>
          <c:spPr>
            <a:solidFill>
              <a:schemeClr val="accent3">
                <a:lumMod val="75000"/>
              </a:schemeClr>
            </a:solidFill>
            <a:ln>
              <a:noFill/>
            </a:ln>
            <a:effectLst/>
          </c:spPr>
          <c:invertIfNegative val="0"/>
          <c:dPt>
            <c:idx val="0"/>
            <c:invertIfNegative val="0"/>
            <c:bubble3D val="0"/>
            <c:spPr>
              <a:solidFill>
                <a:srgbClr val="00859D"/>
              </a:solidFill>
              <a:ln>
                <a:noFill/>
              </a:ln>
              <a:effectLst/>
            </c:spPr>
            <c:extLst>
              <c:ext xmlns:c16="http://schemas.microsoft.com/office/drawing/2014/chart" uri="{C3380CC4-5D6E-409C-BE32-E72D297353CC}">
                <c16:uniqueId val="{00000001-308E-4549-BD90-EE2F44CEF3B1}"/>
              </c:ext>
            </c:extLst>
          </c:dPt>
          <c:dPt>
            <c:idx val="1"/>
            <c:invertIfNegative val="0"/>
            <c:bubble3D val="0"/>
            <c:spPr>
              <a:solidFill>
                <a:srgbClr val="B8F4FF"/>
              </a:solidFill>
              <a:ln>
                <a:noFill/>
              </a:ln>
              <a:effectLst/>
            </c:spPr>
            <c:extLst>
              <c:ext xmlns:c16="http://schemas.microsoft.com/office/drawing/2014/chart" uri="{C3380CC4-5D6E-409C-BE32-E72D297353CC}">
                <c16:uniqueId val="{00000003-308E-4549-BD90-EE2F44CEF3B1}"/>
              </c:ext>
            </c:extLst>
          </c:dPt>
          <c:dLbls>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Net Sales (QTD)</c:v>
                </c:pt>
                <c:pt idx="1">
                  <c:v>Gross Sales (QTD)</c:v>
                </c:pt>
              </c:strCache>
            </c:strRef>
          </c:cat>
          <c:val>
            <c:numRef>
              <c:f>Sheet1!$B$2:$B$3</c:f>
              <c:numCache>
                <c:formatCode>0.0</c:formatCode>
                <c:ptCount val="2"/>
                <c:pt idx="0">
                  <c:v>8.5</c:v>
                </c:pt>
                <c:pt idx="1">
                  <c:v>10.8</c:v>
                </c:pt>
              </c:numCache>
            </c:numRef>
          </c:val>
          <c:extLst>
            <c:ext xmlns:c16="http://schemas.microsoft.com/office/drawing/2014/chart" uri="{C3380CC4-5D6E-409C-BE32-E72D297353CC}">
              <c16:uniqueId val="{00000004-308E-4549-BD90-EE2F44CEF3B1}"/>
            </c:ext>
          </c:extLst>
        </c:ser>
        <c:ser>
          <c:idx val="1"/>
          <c:order val="1"/>
          <c:tx>
            <c:strRef>
              <c:f>Sheet1!$C$1</c:f>
              <c:strCache>
                <c:ptCount val="1"/>
                <c:pt idx="0">
                  <c:v>Actuals</c:v>
                </c:pt>
              </c:strCache>
            </c:strRef>
          </c:tx>
          <c:spPr>
            <a:solidFill>
              <a:srgbClr val="C9E3B8"/>
            </a:solidFill>
            <a:ln>
              <a:noFill/>
            </a:ln>
            <a:effectLst/>
          </c:spPr>
          <c:invertIfNegative val="0"/>
          <c:dPt>
            <c:idx val="0"/>
            <c:invertIfNegative val="0"/>
            <c:bubble3D val="0"/>
            <c:spPr>
              <a:solidFill>
                <a:srgbClr val="A3D087"/>
              </a:solidFill>
              <a:ln>
                <a:noFill/>
              </a:ln>
              <a:effectLst/>
            </c:spPr>
            <c:extLst>
              <c:ext xmlns:c16="http://schemas.microsoft.com/office/drawing/2014/chart" uri="{C3380CC4-5D6E-409C-BE32-E72D297353CC}">
                <c16:uniqueId val="{00000006-308E-4549-BD90-EE2F44CEF3B1}"/>
              </c:ext>
            </c:extLst>
          </c:dPt>
          <c:dLbls>
            <c:dLbl>
              <c:idx val="0"/>
              <c:layout>
                <c:manualLayout>
                  <c:x val="4.3533386460995444E-2"/>
                  <c:y val="-2.059701094697771E-2"/>
                </c:manualLayout>
              </c:layout>
              <c:tx>
                <c:rich>
                  <a:bodyPr rot="0" spcFirstLastPara="1" vertOverflow="ellipsis" vert="horz" wrap="square" lIns="38100" tIns="19050" rIns="38100" bIns="19050" anchor="ctr" anchorCtr="1">
                    <a:spAutoFit/>
                  </a:bodyPr>
                  <a:lstStyle/>
                  <a:p>
                    <a:pPr>
                      <a:defRPr sz="1000" b="1" i="0" u="none" strike="noStrike" kern="1200" baseline="0">
                        <a:solidFill>
                          <a:schemeClr val="tx1">
                            <a:lumMod val="75000"/>
                            <a:lumOff val="25000"/>
                          </a:schemeClr>
                        </a:solidFill>
                        <a:latin typeface="+mn-lt"/>
                        <a:ea typeface="+mn-ea"/>
                        <a:cs typeface="+mn-cs"/>
                      </a:defRPr>
                    </a:pPr>
                    <a:fld id="{1BE71ED4-5A9E-40EF-A744-CA9C61DE93AA}" type="CELLRANGE">
                      <a:rPr lang="en-US">
                        <a:solidFill>
                          <a:schemeClr val="tx1">
                            <a:lumMod val="75000"/>
                            <a:lumOff val="25000"/>
                          </a:schemeClr>
                        </a:solidFill>
                      </a:rPr>
                      <a:pPr>
                        <a:defRPr sz="1000" b="1"/>
                      </a:pPr>
                      <a:t>[CELLRANGE]</a:t>
                    </a:fld>
                    <a:endParaRPr lang="en-US"/>
                  </a:p>
                </c:rich>
              </c:tx>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tx1">
                          <a:lumMod val="75000"/>
                          <a:lumOff val="25000"/>
                        </a:schemeClr>
                      </a:solidFill>
                      <a:latin typeface="+mn-lt"/>
                      <a:ea typeface="+mn-ea"/>
                      <a:cs typeface="+mn-cs"/>
                    </a:defRPr>
                  </a:pPr>
                  <a:endParaRPr lang="en-IN"/>
                </a:p>
              </c:txPr>
              <c:dLblPos val="ctr"/>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06-308E-4549-BD90-EE2F44CEF3B1}"/>
                </c:ext>
              </c:extLst>
            </c:dLbl>
            <c:dLbl>
              <c:idx val="1"/>
              <c:layout>
                <c:manualLayout>
                  <c:x val="5.2993411711901514E-2"/>
                  <c:y val="-1.8763629578663805E-2"/>
                </c:manualLayout>
              </c:layout>
              <c:tx>
                <c:rich>
                  <a:bodyPr rot="0" spcFirstLastPara="1" vertOverflow="ellipsis" vert="horz" wrap="square" lIns="38100" tIns="19050" rIns="38100" bIns="19050" anchor="ctr" anchorCtr="1">
                    <a:noAutofit/>
                  </a:bodyPr>
                  <a:lstStyle/>
                  <a:p>
                    <a:pPr>
                      <a:defRPr sz="1000" b="1" i="0" u="none" strike="noStrike" kern="1200" baseline="0">
                        <a:solidFill>
                          <a:schemeClr val="tx1">
                            <a:lumMod val="75000"/>
                            <a:lumOff val="25000"/>
                          </a:schemeClr>
                        </a:solidFill>
                        <a:latin typeface="+mn-lt"/>
                        <a:ea typeface="+mn-ea"/>
                        <a:cs typeface="+mn-cs"/>
                      </a:defRPr>
                    </a:pPr>
                    <a:fld id="{C274F026-9055-4874-88A0-6E13D359A828}" type="CELLRANGE">
                      <a:rPr lang="en-US" sz="1000">
                        <a:solidFill>
                          <a:schemeClr val="tx1">
                            <a:lumMod val="75000"/>
                            <a:lumOff val="25000"/>
                          </a:schemeClr>
                        </a:solidFill>
                      </a:rPr>
                      <a:pPr>
                        <a:defRPr sz="1000" b="1"/>
                      </a:pPr>
                      <a:t>[CELLRANGE]</a:t>
                    </a:fld>
                    <a:endParaRPr lang="en-US"/>
                  </a:p>
                </c:rich>
              </c:tx>
              <c:spPr>
                <a:noFill/>
                <a:ln>
                  <a:noFill/>
                </a:ln>
                <a:effectLst/>
              </c:spPr>
              <c:txPr>
                <a:bodyPr rot="0" spcFirstLastPara="1" vertOverflow="ellipsis" vert="horz" wrap="square" lIns="38100" tIns="19050" rIns="38100" bIns="19050" anchor="ctr" anchorCtr="1">
                  <a:noAutofit/>
                </a:bodyPr>
                <a:lstStyle/>
                <a:p>
                  <a:pPr>
                    <a:defRPr sz="1000" b="1" i="0" u="none" strike="noStrike" kern="1200" baseline="0">
                      <a:solidFill>
                        <a:schemeClr val="tx1">
                          <a:lumMod val="75000"/>
                          <a:lumOff val="25000"/>
                        </a:schemeClr>
                      </a:solidFill>
                      <a:latin typeface="+mn-lt"/>
                      <a:ea typeface="+mn-ea"/>
                      <a:cs typeface="+mn-cs"/>
                    </a:defRPr>
                  </a:pPr>
                  <a:endParaRPr lang="en-IN"/>
                </a:p>
              </c:txPr>
              <c:dLblPos val="ctr"/>
              <c:showLegendKey val="0"/>
              <c:showVal val="0"/>
              <c:showCatName val="0"/>
              <c:showSerName val="0"/>
              <c:showPercent val="0"/>
              <c:showBubbleSize val="0"/>
              <c:extLst>
                <c:ext xmlns:c15="http://schemas.microsoft.com/office/drawing/2012/chart" uri="{CE6537A1-D6FC-4f65-9D91-7224C49458BB}">
                  <c15:layout>
                    <c:manualLayout>
                      <c:w val="7.4813026419204509E-2"/>
                      <c:h val="0.13177970727851671"/>
                    </c:manualLayout>
                  </c15:layout>
                  <c15:dlblFieldTable/>
                  <c15:showDataLabelsRange val="1"/>
                </c:ext>
                <c:ext xmlns:c16="http://schemas.microsoft.com/office/drawing/2014/chart" uri="{C3380CC4-5D6E-409C-BE32-E72D297353CC}">
                  <c16:uniqueId val="{00000007-308E-4549-BD90-EE2F44CEF3B1}"/>
                </c:ext>
              </c:extLst>
            </c:dLbl>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bg1"/>
                    </a:solidFill>
                    <a:latin typeface="+mn-lt"/>
                    <a:ea typeface="+mn-ea"/>
                    <a:cs typeface="+mn-cs"/>
                  </a:defRPr>
                </a:pPr>
                <a:endParaRPr lang="en-US"/>
              </a:p>
            </c:txPr>
            <c:dLblPos val="inEnd"/>
            <c:showLegendKey val="0"/>
            <c:showVal val="0"/>
            <c:showCatName val="0"/>
            <c:showSerName val="0"/>
            <c:showPercent val="0"/>
            <c:showBubbleSize val="0"/>
            <c:showLeaderLines val="0"/>
            <c:extLst>
              <c:ext xmlns:c15="http://schemas.microsoft.com/office/drawing/2012/chart" uri="{CE6537A1-D6FC-4f65-9D91-7224C49458BB}">
                <c15:showDataLabelsRange val="1"/>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Net Sales (QTD)</c:v>
                </c:pt>
                <c:pt idx="1">
                  <c:v>Gross Sales (QTD)</c:v>
                </c:pt>
              </c:strCache>
            </c:strRef>
          </c:cat>
          <c:val>
            <c:numRef>
              <c:f>Sheet1!$C$2:$C$3</c:f>
              <c:numCache>
                <c:formatCode>0.0</c:formatCode>
                <c:ptCount val="2"/>
                <c:pt idx="0">
                  <c:v>0.91999999999999993</c:v>
                </c:pt>
                <c:pt idx="1">
                  <c:v>0.96576200000000334</c:v>
                </c:pt>
              </c:numCache>
            </c:numRef>
          </c:val>
          <c:extLst>
            <c:ext xmlns:c15="http://schemas.microsoft.com/office/drawing/2012/chart" uri="{02D57815-91ED-43cb-92C2-25804820EDAC}">
              <c15:datalabelsRange>
                <c15:f>Sheet1!$R$3:$R$4</c15:f>
                <c15:dlblRangeCache>
                  <c:ptCount val="2"/>
                  <c:pt idx="0">
                    <c:v>9.42</c:v>
                  </c:pt>
                  <c:pt idx="1">
                    <c:v>11.8</c:v>
                  </c:pt>
                </c15:dlblRangeCache>
              </c15:datalabelsRange>
            </c:ext>
            <c:ext xmlns:c16="http://schemas.microsoft.com/office/drawing/2014/chart" uri="{C3380CC4-5D6E-409C-BE32-E72D297353CC}">
              <c16:uniqueId val="{00000008-308E-4549-BD90-EE2F44CEF3B1}"/>
            </c:ext>
          </c:extLst>
        </c:ser>
        <c:dLbls>
          <c:dLblPos val="ctr"/>
          <c:showLegendKey val="0"/>
          <c:showVal val="1"/>
          <c:showCatName val="0"/>
          <c:showSerName val="0"/>
          <c:showPercent val="0"/>
          <c:showBubbleSize val="0"/>
        </c:dLbls>
        <c:gapWidth val="0"/>
        <c:overlap val="100"/>
        <c:axId val="1190785167"/>
        <c:axId val="1190788047"/>
      </c:barChart>
      <c:catAx>
        <c:axId val="1190785167"/>
        <c:scaling>
          <c:orientation val="minMax"/>
        </c:scaling>
        <c:delete val="0"/>
        <c:axPos val="l"/>
        <c:numFmt formatCode="General" sourceLinked="1"/>
        <c:majorTickMark val="none"/>
        <c:minorTickMark val="none"/>
        <c:tickLblPos val="nextTo"/>
        <c:spPr>
          <a:noFill/>
          <a:ln w="9525" cap="flat" cmpd="sng" algn="ctr">
            <a:noFill/>
            <a:round/>
          </a:ln>
          <a:effectLst/>
        </c:spPr>
        <c:txPr>
          <a:bodyPr rot="-60000000" spcFirstLastPara="1" vertOverflow="ellipsis" vert="horz" wrap="square" anchor="ctr" anchorCtr="1"/>
          <a:lstStyle/>
          <a:p>
            <a:pPr>
              <a:defRPr sz="600" b="1" i="0" u="none" strike="noStrike" kern="1200" baseline="0">
                <a:solidFill>
                  <a:schemeClr val="tx1">
                    <a:lumMod val="65000"/>
                    <a:lumOff val="35000"/>
                  </a:schemeClr>
                </a:solidFill>
                <a:latin typeface="+mn-lt"/>
                <a:ea typeface="+mn-ea"/>
                <a:cs typeface="+mn-cs"/>
              </a:defRPr>
            </a:pPr>
            <a:endParaRPr lang="en-US"/>
          </a:p>
        </c:txPr>
        <c:crossAx val="1190788047"/>
        <c:crosses val="autoZero"/>
        <c:auto val="1"/>
        <c:lblAlgn val="ctr"/>
        <c:lblOffset val="100"/>
        <c:noMultiLvlLbl val="0"/>
      </c:catAx>
      <c:valAx>
        <c:axId val="1190788047"/>
        <c:scaling>
          <c:orientation val="minMax"/>
        </c:scaling>
        <c:delete val="1"/>
        <c:axPos val="b"/>
        <c:numFmt formatCode="0.0" sourceLinked="1"/>
        <c:majorTickMark val="none"/>
        <c:minorTickMark val="none"/>
        <c:tickLblPos val="nextTo"/>
        <c:crossAx val="1190785167"/>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5186011198547925"/>
          <c:y val="0.32655229168705296"/>
          <c:w val="0.84724131775126443"/>
          <c:h val="0.55029228475790737"/>
        </c:manualLayout>
      </c:layout>
      <c:barChart>
        <c:barDir val="bar"/>
        <c:grouping val="stacked"/>
        <c:varyColors val="0"/>
        <c:ser>
          <c:idx val="0"/>
          <c:order val="0"/>
          <c:tx>
            <c:strRef>
              <c:f>Sheet1!$B$1</c:f>
              <c:strCache>
                <c:ptCount val="1"/>
                <c:pt idx="0">
                  <c:v>Actuals</c:v>
                </c:pt>
              </c:strCache>
            </c:strRef>
          </c:tx>
          <c:spPr>
            <a:solidFill>
              <a:schemeClr val="accent3">
                <a:lumMod val="75000"/>
              </a:schemeClr>
            </a:solidFill>
            <a:ln>
              <a:noFill/>
            </a:ln>
            <a:effectLst/>
          </c:spPr>
          <c:invertIfNegative val="0"/>
          <c:dPt>
            <c:idx val="1"/>
            <c:invertIfNegative val="0"/>
            <c:bubble3D val="0"/>
            <c:spPr>
              <a:solidFill>
                <a:schemeClr val="accent3">
                  <a:lumMod val="90000"/>
                </a:schemeClr>
              </a:solidFill>
              <a:ln>
                <a:noFill/>
              </a:ln>
              <a:effectLst/>
            </c:spPr>
            <c:extLst>
              <c:ext xmlns:c16="http://schemas.microsoft.com/office/drawing/2014/chart" uri="{C3380CC4-5D6E-409C-BE32-E72D297353CC}">
                <c16:uniqueId val="{00000001-C478-4756-8357-22A9949E6729}"/>
              </c:ext>
            </c:extLst>
          </c:dPt>
          <c:dLbls>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Net Sales (YTD)</c:v>
                </c:pt>
                <c:pt idx="1">
                  <c:v>Gross Sales (YTD)</c:v>
                </c:pt>
              </c:strCache>
            </c:strRef>
          </c:cat>
          <c:val>
            <c:numRef>
              <c:f>Sheet1!$B$2:$B$3</c:f>
              <c:numCache>
                <c:formatCode>0.0</c:formatCode>
                <c:ptCount val="2"/>
                <c:pt idx="0" formatCode="0.00">
                  <c:v>9.42</c:v>
                </c:pt>
                <c:pt idx="1">
                  <c:v>11.765762000000004</c:v>
                </c:pt>
              </c:numCache>
            </c:numRef>
          </c:val>
          <c:extLst>
            <c:ext xmlns:c16="http://schemas.microsoft.com/office/drawing/2014/chart" uri="{C3380CC4-5D6E-409C-BE32-E72D297353CC}">
              <c16:uniqueId val="{00000002-C478-4756-8357-22A9949E6729}"/>
            </c:ext>
          </c:extLst>
        </c:ser>
        <c:ser>
          <c:idx val="1"/>
          <c:order val="1"/>
          <c:tx>
            <c:strRef>
              <c:f>Sheet1!$C$1</c:f>
              <c:strCache>
                <c:ptCount val="1"/>
                <c:pt idx="0">
                  <c:v>Budget</c:v>
                </c:pt>
              </c:strCache>
            </c:strRef>
          </c:tx>
          <c:spPr>
            <a:solidFill>
              <a:schemeClr val="accent1">
                <a:lumMod val="20000"/>
                <a:lumOff val="80000"/>
              </a:schemeClr>
            </a:solidFill>
            <a:ln>
              <a:noFill/>
            </a:ln>
            <a:effectLst/>
          </c:spPr>
          <c:invertIfNegative val="0"/>
          <c:dPt>
            <c:idx val="0"/>
            <c:invertIfNegative val="0"/>
            <c:bubble3D val="0"/>
            <c:spPr>
              <a:solidFill>
                <a:schemeClr val="accent1"/>
              </a:solidFill>
              <a:ln>
                <a:noFill/>
              </a:ln>
              <a:effectLst/>
            </c:spPr>
            <c:extLst>
              <c:ext xmlns:c16="http://schemas.microsoft.com/office/drawing/2014/chart" uri="{C3380CC4-5D6E-409C-BE32-E72D297353CC}">
                <c16:uniqueId val="{00000004-C478-4756-8357-22A9949E6729}"/>
              </c:ext>
            </c:extLst>
          </c:dPt>
          <c:dLbls>
            <c:dLbl>
              <c:idx val="0"/>
              <c:layout>
                <c:manualLayout>
                  <c:x val="0.26682004800818498"/>
                  <c:y val="-1.1128559741422126E-2"/>
                </c:manualLayout>
              </c:layout>
              <c:tx>
                <c:rich>
                  <a:bodyPr/>
                  <a:lstStyle/>
                  <a:p>
                    <a:fld id="{42972868-E68E-45F7-A44B-7EB42B3DC7DC}" type="CELLRANGE">
                      <a:rPr lang="en-US"/>
                      <a:pPr/>
                      <a:t>[CELLRANGE]</a:t>
                    </a:fld>
                    <a:endParaRPr lang="en-US"/>
                  </a:p>
                </c:rich>
              </c:tx>
              <c:dLblPos val="ctr"/>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04-C478-4756-8357-22A9949E6729}"/>
                </c:ext>
              </c:extLst>
            </c:dLbl>
            <c:dLbl>
              <c:idx val="1"/>
              <c:layout>
                <c:manualLayout>
                  <c:x val="0.31428029233006194"/>
                  <c:y val="-5.3944597574193634E-2"/>
                </c:manualLayout>
              </c:layout>
              <c:tx>
                <c:rich>
                  <a:bodyPr/>
                  <a:lstStyle/>
                  <a:p>
                    <a:fld id="{9DD6E98B-5101-43F4-AB7C-A717B3B101FF}" type="CELLRANGE">
                      <a:rPr lang="en-US" sz="1000">
                        <a:solidFill>
                          <a:schemeClr val="tx1">
                            <a:lumMod val="75000"/>
                            <a:lumOff val="25000"/>
                          </a:schemeClr>
                        </a:solidFill>
                      </a:rPr>
                      <a:pPr/>
                      <a:t>[CELLRANGE]</a:t>
                    </a:fld>
                    <a:endParaRPr lang="en-US"/>
                  </a:p>
                </c:rich>
              </c:tx>
              <c:dLblPos val="ctr"/>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05-C478-4756-8357-22A9949E6729}"/>
                </c:ext>
              </c:extLst>
            </c:dLbl>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tx1">
                        <a:lumMod val="75000"/>
                        <a:lumOff val="25000"/>
                      </a:schemeClr>
                    </a:solidFill>
                    <a:latin typeface="+mn-lt"/>
                    <a:ea typeface="+mn-ea"/>
                    <a:cs typeface="+mn-cs"/>
                  </a:defRPr>
                </a:pPr>
                <a:endParaRPr lang="en-US"/>
              </a:p>
            </c:txPr>
            <c:dLblPos val="inEnd"/>
            <c:showLegendKey val="0"/>
            <c:showVal val="0"/>
            <c:showCatName val="0"/>
            <c:showSerName val="0"/>
            <c:showPercent val="0"/>
            <c:showBubbleSize val="0"/>
            <c:showLeaderLines val="0"/>
            <c:extLst>
              <c:ext xmlns:c15="http://schemas.microsoft.com/office/drawing/2012/chart" uri="{CE6537A1-D6FC-4f65-9D91-7224C49458BB}">
                <c15:showDataLabelsRange val="1"/>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Net Sales (YTD)</c:v>
                </c:pt>
                <c:pt idx="1">
                  <c:v>Gross Sales (YTD)</c:v>
                </c:pt>
              </c:strCache>
            </c:strRef>
          </c:cat>
          <c:val>
            <c:numRef>
              <c:f>Sheet1!$C$2:$C$3</c:f>
              <c:numCache>
                <c:formatCode>0.0</c:formatCode>
                <c:ptCount val="2"/>
                <c:pt idx="0">
                  <c:v>26.78</c:v>
                </c:pt>
                <c:pt idx="1">
                  <c:v>33.934238000000001</c:v>
                </c:pt>
              </c:numCache>
            </c:numRef>
          </c:val>
          <c:extLst>
            <c:ext xmlns:c15="http://schemas.microsoft.com/office/drawing/2012/chart" uri="{02D57815-91ED-43cb-92C2-25804820EDAC}">
              <c15:datalabelsRange>
                <c15:f>Sheet1!$Q$3:$Q$4</c15:f>
                <c15:dlblRangeCache>
                  <c:ptCount val="2"/>
                  <c:pt idx="0">
                    <c:v>36.2</c:v>
                  </c:pt>
                  <c:pt idx="1">
                    <c:v>45.7</c:v>
                  </c:pt>
                </c15:dlblRangeCache>
              </c15:datalabelsRange>
            </c:ext>
            <c:ext xmlns:c16="http://schemas.microsoft.com/office/drawing/2014/chart" uri="{C3380CC4-5D6E-409C-BE32-E72D297353CC}">
              <c16:uniqueId val="{00000006-C478-4756-8357-22A9949E6729}"/>
            </c:ext>
          </c:extLst>
        </c:ser>
        <c:dLbls>
          <c:dLblPos val="ctr"/>
          <c:showLegendKey val="0"/>
          <c:showVal val="1"/>
          <c:showCatName val="0"/>
          <c:showSerName val="0"/>
          <c:showPercent val="0"/>
          <c:showBubbleSize val="0"/>
        </c:dLbls>
        <c:gapWidth val="0"/>
        <c:overlap val="100"/>
        <c:axId val="1190785167"/>
        <c:axId val="1190788047"/>
      </c:barChart>
      <c:catAx>
        <c:axId val="1190785167"/>
        <c:scaling>
          <c:orientation val="minMax"/>
        </c:scaling>
        <c:delete val="0"/>
        <c:axPos val="l"/>
        <c:numFmt formatCode="General" sourceLinked="1"/>
        <c:majorTickMark val="none"/>
        <c:minorTickMark val="none"/>
        <c:tickLblPos val="nextTo"/>
        <c:spPr>
          <a:noFill/>
          <a:ln w="9525" cap="flat" cmpd="sng" algn="ctr">
            <a:noFill/>
            <a:round/>
          </a:ln>
          <a:effectLst/>
        </c:spPr>
        <c:txPr>
          <a:bodyPr rot="-60000000" spcFirstLastPara="1" vertOverflow="ellipsis" vert="horz" wrap="square" anchor="ctr" anchorCtr="1"/>
          <a:lstStyle/>
          <a:p>
            <a:pPr>
              <a:defRPr sz="600" b="1" i="0" u="none" strike="noStrike" kern="1200" baseline="0">
                <a:solidFill>
                  <a:schemeClr val="tx1">
                    <a:lumMod val="65000"/>
                    <a:lumOff val="35000"/>
                  </a:schemeClr>
                </a:solidFill>
                <a:latin typeface="+mn-lt"/>
                <a:ea typeface="+mn-ea"/>
                <a:cs typeface="+mn-cs"/>
              </a:defRPr>
            </a:pPr>
            <a:endParaRPr lang="en-US"/>
          </a:p>
        </c:txPr>
        <c:crossAx val="1190788047"/>
        <c:crosses val="autoZero"/>
        <c:auto val="1"/>
        <c:lblAlgn val="ctr"/>
        <c:lblOffset val="100"/>
        <c:noMultiLvlLbl val="0"/>
      </c:catAx>
      <c:valAx>
        <c:axId val="1190788047"/>
        <c:scaling>
          <c:orientation val="minMax"/>
        </c:scaling>
        <c:delete val="1"/>
        <c:axPos val="b"/>
        <c:numFmt formatCode="0.00" sourceLinked="1"/>
        <c:majorTickMark val="none"/>
        <c:minorTickMark val="none"/>
        <c:tickLblPos val="nextTo"/>
        <c:crossAx val="1190785167"/>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1.9719260613125379E-2"/>
          <c:y val="0.20164466517521448"/>
          <c:w val="0.94577203331390525"/>
          <c:h val="0.50337694389179988"/>
        </c:manualLayout>
      </c:layout>
      <c:barChart>
        <c:barDir val="col"/>
        <c:grouping val="clustered"/>
        <c:varyColors val="0"/>
        <c:ser>
          <c:idx val="0"/>
          <c:order val="0"/>
          <c:tx>
            <c:strRef>
              <c:f>Sheet1!$B$1</c:f>
              <c:strCache>
                <c:ptCount val="1"/>
                <c:pt idx="0">
                  <c:v>SD Inv</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Total</c:v>
                </c:pt>
                <c:pt idx="1">
                  <c:v>Mckesson Specialty</c:v>
                </c:pt>
                <c:pt idx="2">
                  <c:v>Mckesson Plasma And Biologics</c:v>
                </c:pt>
                <c:pt idx="3">
                  <c:v>Cencora</c:v>
                </c:pt>
              </c:strCache>
            </c:strRef>
          </c:cat>
          <c:val>
            <c:numRef>
              <c:f>Sheet1!$B$2:$B$5</c:f>
              <c:numCache>
                <c:formatCode>0</c:formatCode>
                <c:ptCount val="4"/>
                <c:pt idx="0">
                  <c:v>12.677710843373495</c:v>
                </c:pt>
                <c:pt idx="1">
                  <c:v>8</c:v>
                </c:pt>
                <c:pt idx="2">
                  <c:v>22.330357142857142</c:v>
                </c:pt>
                <c:pt idx="3">
                  <c:v>2.3461538461538463</c:v>
                </c:pt>
              </c:numCache>
            </c:numRef>
          </c:val>
          <c:extLst>
            <c:ext xmlns:c16="http://schemas.microsoft.com/office/drawing/2014/chart" uri="{C3380CC4-5D6E-409C-BE32-E72D297353CC}">
              <c16:uniqueId val="{00000000-AD0C-4103-B2B7-E5C668971F6E}"/>
            </c:ext>
          </c:extLst>
        </c:ser>
        <c:ser>
          <c:idx val="1"/>
          <c:order val="1"/>
          <c:tx>
            <c:strRef>
              <c:f>Sheet1!$C$1</c:f>
              <c:strCache>
                <c:ptCount val="1"/>
                <c:pt idx="0">
                  <c:v>MoM Change</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Total</c:v>
                </c:pt>
                <c:pt idx="1">
                  <c:v>Mckesson Specialty</c:v>
                </c:pt>
                <c:pt idx="2">
                  <c:v>Mckesson Plasma And Biologics</c:v>
                </c:pt>
                <c:pt idx="3">
                  <c:v>Cencora</c:v>
                </c:pt>
              </c:strCache>
            </c:strRef>
          </c:cat>
          <c:val>
            <c:numRef>
              <c:f>Sheet1!$C$2:$C$5</c:f>
              <c:numCache>
                <c:formatCode>0</c:formatCode>
                <c:ptCount val="4"/>
                <c:pt idx="0">
                  <c:v>4.6949947939907783</c:v>
                </c:pt>
                <c:pt idx="1">
                  <c:v>8</c:v>
                </c:pt>
                <c:pt idx="2">
                  <c:v>1.2</c:v>
                </c:pt>
                <c:pt idx="3">
                  <c:v>2</c:v>
                </c:pt>
              </c:numCache>
            </c:numRef>
          </c:val>
          <c:extLst>
            <c:ext xmlns:c16="http://schemas.microsoft.com/office/drawing/2014/chart" uri="{C3380CC4-5D6E-409C-BE32-E72D297353CC}">
              <c16:uniqueId val="{00000001-AD0C-4103-B2B7-E5C668971F6E}"/>
            </c:ext>
          </c:extLst>
        </c:ser>
        <c:dLbls>
          <c:showLegendKey val="0"/>
          <c:showVal val="0"/>
          <c:showCatName val="0"/>
          <c:showSerName val="0"/>
          <c:showPercent val="0"/>
          <c:showBubbleSize val="0"/>
        </c:dLbls>
        <c:gapWidth val="219"/>
        <c:overlap val="-27"/>
        <c:axId val="2143101151"/>
        <c:axId val="187503696"/>
      </c:barChart>
      <c:catAx>
        <c:axId val="2143101151"/>
        <c:scaling>
          <c:orientation val="minMax"/>
        </c:scaling>
        <c:delete val="0"/>
        <c:axPos val="b"/>
        <c:numFmt formatCode="General" sourceLinked="1"/>
        <c:majorTickMark val="none"/>
        <c:minorTickMark val="none"/>
        <c:tickLblPos val="low"/>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crossAx val="187503696"/>
        <c:crosses val="autoZero"/>
        <c:auto val="1"/>
        <c:lblAlgn val="ctr"/>
        <c:lblOffset val="100"/>
        <c:noMultiLvlLbl val="0"/>
      </c:catAx>
      <c:valAx>
        <c:axId val="187503696"/>
        <c:scaling>
          <c:orientation val="minMax"/>
          <c:max val="90"/>
          <c:min val="-35"/>
        </c:scaling>
        <c:delete val="1"/>
        <c:axPos val="l"/>
        <c:numFmt formatCode="0" sourceLinked="1"/>
        <c:majorTickMark val="out"/>
        <c:minorTickMark val="none"/>
        <c:tickLblPos val="nextTo"/>
        <c:crossAx val="2143101151"/>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12700">
      <a:solidFill>
        <a:schemeClr val="bg1">
          <a:lumMod val="65000"/>
        </a:schemeClr>
      </a:solidFill>
    </a:ln>
    <a:effectLst/>
  </c:spPr>
  <c:txPr>
    <a:bodyPr/>
    <a:lstStyle/>
    <a:p>
      <a:pPr>
        <a:defRPr/>
      </a:pPr>
      <a:endParaRPr lang="en-US"/>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manualLayout>
          <c:layoutTarget val="inner"/>
          <c:xMode val="edge"/>
          <c:yMode val="edge"/>
          <c:x val="2.7095094097602076E-2"/>
          <c:y val="5.4464751584981451E-2"/>
          <c:w val="0.95414676383482722"/>
          <c:h val="0.62352098179504956"/>
        </c:manualLayout>
      </c:layout>
      <c:barChart>
        <c:barDir val="col"/>
        <c:grouping val="clustered"/>
        <c:varyColors val="0"/>
        <c:ser>
          <c:idx val="2"/>
          <c:order val="0"/>
          <c:tx>
            <c:strRef>
              <c:f>Sheet1!$O$1</c:f>
              <c:strCache>
                <c:ptCount val="1"/>
                <c:pt idx="0">
                  <c:v>Jan-26</c:v>
                </c:pt>
              </c:strCache>
            </c:strRef>
          </c:tx>
          <c:spPr>
            <a:solidFill>
              <a:schemeClr val="accent1">
                <a:shade val="65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Total-DoH</c:v>
                </c:pt>
                <c:pt idx="1">
                  <c:v>Mckesson Specialty-DoH</c:v>
                </c:pt>
                <c:pt idx="2">
                  <c:v>Mckesson Plasma And Biologics-DoH</c:v>
                </c:pt>
                <c:pt idx="3">
                  <c:v>Cencora-DoH</c:v>
                </c:pt>
              </c:strCache>
            </c:strRef>
          </c:cat>
          <c:val>
            <c:numRef>
              <c:f>Sheet1!$O$2:$O$5</c:f>
              <c:numCache>
                <c:formatCode>0</c:formatCode>
                <c:ptCount val="4"/>
                <c:pt idx="0">
                  <c:v>10.389294403892944</c:v>
                </c:pt>
                <c:pt idx="1">
                  <c:v>1.5641025641025641</c:v>
                </c:pt>
                <c:pt idx="2">
                  <c:v>19.40909090909091</c:v>
                </c:pt>
                <c:pt idx="3">
                  <c:v>4.6624203821656049</c:v>
                </c:pt>
              </c:numCache>
            </c:numRef>
          </c:val>
          <c:extLst>
            <c:ext xmlns:c16="http://schemas.microsoft.com/office/drawing/2014/chart" uri="{C3380CC4-5D6E-409C-BE32-E72D297353CC}">
              <c16:uniqueId val="{00000004-7EB8-4935-82E4-A573EE2E658E}"/>
            </c:ext>
          </c:extLst>
        </c:ser>
        <c:ser>
          <c:idx val="0"/>
          <c:order val="1"/>
          <c:tx>
            <c:strRef>
              <c:f>Sheet1!$P$1</c:f>
              <c:strCache>
                <c:ptCount val="1"/>
                <c:pt idx="0">
                  <c:v>Feb-26</c:v>
                </c:pt>
              </c:strCache>
            </c:strRef>
          </c:tx>
          <c:spPr>
            <a:solidFill>
              <a:schemeClr val="accent1">
                <a:tint val="65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Total-DoH</c:v>
                </c:pt>
                <c:pt idx="1">
                  <c:v>Mckesson Specialty-DoH</c:v>
                </c:pt>
                <c:pt idx="2">
                  <c:v>Mckesson Plasma And Biologics-DoH</c:v>
                </c:pt>
                <c:pt idx="3">
                  <c:v>Cencora-DoH</c:v>
                </c:pt>
              </c:strCache>
            </c:strRef>
          </c:cat>
          <c:val>
            <c:numRef>
              <c:f>Sheet1!$P$2:$P$5</c:f>
              <c:numCache>
                <c:formatCode>0</c:formatCode>
                <c:ptCount val="4"/>
                <c:pt idx="0">
                  <c:v>7.9827160493827165</c:v>
                </c:pt>
                <c:pt idx="1">
                  <c:v>0</c:v>
                </c:pt>
                <c:pt idx="2">
                  <c:v>21.101744186046513</c:v>
                </c:pt>
                <c:pt idx="3">
                  <c:v>0</c:v>
                </c:pt>
              </c:numCache>
            </c:numRef>
          </c:val>
          <c:extLst>
            <c:ext xmlns:c16="http://schemas.microsoft.com/office/drawing/2014/chart" uri="{C3380CC4-5D6E-409C-BE32-E72D297353CC}">
              <c16:uniqueId val="{00000000-A0B4-48C2-AB55-C0F39DEFB9D5}"/>
            </c:ext>
          </c:extLst>
        </c:ser>
        <c:ser>
          <c:idx val="1"/>
          <c:order val="2"/>
          <c:tx>
            <c:strRef>
              <c:f>Sheet1!$Q$1</c:f>
              <c:strCache>
                <c:ptCount val="1"/>
                <c:pt idx="0">
                  <c:v>Mar-26</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Total-DoH</c:v>
                </c:pt>
                <c:pt idx="1">
                  <c:v>Mckesson Specialty-DoH</c:v>
                </c:pt>
                <c:pt idx="2">
                  <c:v>Mckesson Plasma And Biologics-DoH</c:v>
                </c:pt>
                <c:pt idx="3">
                  <c:v>Cencora-DoH</c:v>
                </c:pt>
              </c:strCache>
            </c:strRef>
          </c:cat>
          <c:val>
            <c:numRef>
              <c:f>Sheet1!$Q$2:$Q$5</c:f>
              <c:numCache>
                <c:formatCode>0</c:formatCode>
                <c:ptCount val="4"/>
                <c:pt idx="0">
                  <c:v>13</c:v>
                </c:pt>
                <c:pt idx="1">
                  <c:v>8</c:v>
                </c:pt>
                <c:pt idx="2">
                  <c:v>22</c:v>
                </c:pt>
                <c:pt idx="3">
                  <c:v>2</c:v>
                </c:pt>
              </c:numCache>
            </c:numRef>
          </c:val>
          <c:extLst>
            <c:ext xmlns:c16="http://schemas.microsoft.com/office/drawing/2014/chart" uri="{C3380CC4-5D6E-409C-BE32-E72D297353CC}">
              <c16:uniqueId val="{00000001-F5C5-44DA-A179-D469609FB735}"/>
            </c:ext>
          </c:extLst>
        </c:ser>
        <c:dLbls>
          <c:dLblPos val="outEnd"/>
          <c:showLegendKey val="0"/>
          <c:showVal val="1"/>
          <c:showCatName val="0"/>
          <c:showSerName val="0"/>
          <c:showPercent val="0"/>
          <c:showBubbleSize val="0"/>
        </c:dLbls>
        <c:gapWidth val="219"/>
        <c:overlap val="-27"/>
        <c:axId val="2143101151"/>
        <c:axId val="187503696"/>
      </c:barChart>
      <c:catAx>
        <c:axId val="2143101151"/>
        <c:scaling>
          <c:orientation val="minMax"/>
        </c:scaling>
        <c:delete val="0"/>
        <c:axPos val="b"/>
        <c:numFmt formatCode="General" sourceLinked="1"/>
        <c:majorTickMark val="none"/>
        <c:minorTickMark val="none"/>
        <c:tickLblPos val="low"/>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crossAx val="187503696"/>
        <c:crosses val="autoZero"/>
        <c:auto val="1"/>
        <c:lblAlgn val="ctr"/>
        <c:lblOffset val="100"/>
        <c:noMultiLvlLbl val="0"/>
      </c:catAx>
      <c:valAx>
        <c:axId val="187503696"/>
        <c:scaling>
          <c:orientation val="minMax"/>
          <c:max val="90"/>
          <c:min val="0"/>
        </c:scaling>
        <c:delete val="1"/>
        <c:axPos val="l"/>
        <c:numFmt formatCode="0" sourceLinked="1"/>
        <c:majorTickMark val="out"/>
        <c:minorTickMark val="none"/>
        <c:tickLblPos val="nextTo"/>
        <c:crossAx val="2143101151"/>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12700">
      <a:solidFill>
        <a:schemeClr val="bg1">
          <a:lumMod val="65000"/>
        </a:schemeClr>
      </a:solidFill>
    </a:ln>
    <a:effectLst/>
  </c:spPr>
  <c:txPr>
    <a:bodyPr/>
    <a:lstStyle/>
    <a:p>
      <a:pPr>
        <a:defRPr/>
      </a:pPr>
      <a:endParaRPr lang="en-US"/>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440" b="1" i="0" u="none" strike="noStrike" kern="1200" spc="0" baseline="0">
                <a:solidFill>
                  <a:srgbClr val="00859D"/>
                </a:solidFill>
                <a:latin typeface="+mn-lt"/>
                <a:ea typeface="+mn-ea"/>
                <a:cs typeface="+mn-cs"/>
              </a:defRPr>
            </a:pPr>
            <a:r>
              <a:rPr lang="en-US" b="1" dirty="0">
                <a:solidFill>
                  <a:srgbClr val="00859D"/>
                </a:solidFill>
              </a:rPr>
              <a:t>Portion of Business</a:t>
            </a:r>
          </a:p>
        </c:rich>
      </c:tx>
      <c:layout>
        <c:manualLayout>
          <c:xMode val="edge"/>
          <c:yMode val="edge"/>
          <c:x val="0.21041759303542434"/>
          <c:y val="1.8762260097538185E-2"/>
        </c:manualLayout>
      </c:layout>
      <c:overlay val="0"/>
      <c:spPr>
        <a:noFill/>
        <a:ln>
          <a:noFill/>
        </a:ln>
        <a:effectLst/>
      </c:spPr>
      <c:txPr>
        <a:bodyPr rot="0" spcFirstLastPara="1" vertOverflow="ellipsis" vert="horz" wrap="square" anchor="ctr" anchorCtr="1"/>
        <a:lstStyle/>
        <a:p>
          <a:pPr>
            <a:defRPr sz="1440" b="1" i="0" u="none" strike="noStrike" kern="1200" spc="0" baseline="0">
              <a:solidFill>
                <a:srgbClr val="00859D"/>
              </a:solidFill>
              <a:latin typeface="+mn-lt"/>
              <a:ea typeface="+mn-ea"/>
              <a:cs typeface="+mn-cs"/>
            </a:defRPr>
          </a:pPr>
          <a:endParaRPr lang="en-US"/>
        </a:p>
      </c:txPr>
    </c:title>
    <c:autoTitleDeleted val="0"/>
    <c:plotArea>
      <c:layout>
        <c:manualLayout>
          <c:layoutTarget val="inner"/>
          <c:xMode val="edge"/>
          <c:yMode val="edge"/>
          <c:x val="0.26725117968511114"/>
          <c:y val="0.17354228417400164"/>
          <c:w val="0.4678370367549522"/>
          <c:h val="0.5762013631067282"/>
        </c:manualLayout>
      </c:layout>
      <c:pieChart>
        <c:varyColors val="1"/>
        <c:ser>
          <c:idx val="0"/>
          <c:order val="0"/>
          <c:dPt>
            <c:idx val="0"/>
            <c:bubble3D val="0"/>
            <c:spPr>
              <a:solidFill>
                <a:schemeClr val="accent4">
                  <a:lumMod val="60000"/>
                  <a:lumOff val="40000"/>
                </a:schemeClr>
              </a:solidFill>
              <a:ln w="19050">
                <a:solidFill>
                  <a:schemeClr val="lt1"/>
                </a:solidFill>
              </a:ln>
              <a:effectLst/>
            </c:spPr>
            <c:extLst>
              <c:ext xmlns:c16="http://schemas.microsoft.com/office/drawing/2014/chart" uri="{C3380CC4-5D6E-409C-BE32-E72D297353CC}">
                <c16:uniqueId val="{00000001-C410-4B35-9869-CB86F345BC8C}"/>
              </c:ext>
            </c:extLst>
          </c:dPt>
          <c:dPt>
            <c:idx val="1"/>
            <c:bubble3D val="0"/>
            <c:spPr>
              <a:solidFill>
                <a:srgbClr val="8497B0"/>
              </a:solidFill>
              <a:ln w="19050">
                <a:solidFill>
                  <a:schemeClr val="lt1"/>
                </a:solidFill>
              </a:ln>
              <a:effectLst/>
            </c:spPr>
            <c:extLst>
              <c:ext xmlns:c16="http://schemas.microsoft.com/office/drawing/2014/chart" uri="{C3380CC4-5D6E-409C-BE32-E72D297353CC}">
                <c16:uniqueId val="{00000003-C410-4B35-9869-CB86F345BC8C}"/>
              </c:ext>
            </c:extLst>
          </c:dPt>
          <c:dPt>
            <c:idx val="2"/>
            <c:bubble3D val="0"/>
            <c:spPr>
              <a:solidFill>
                <a:schemeClr val="accent2">
                  <a:lumMod val="60000"/>
                  <a:lumOff val="40000"/>
                </a:schemeClr>
              </a:solidFill>
              <a:ln w="19050">
                <a:solidFill>
                  <a:schemeClr val="lt1"/>
                </a:solidFill>
              </a:ln>
              <a:effectLst/>
            </c:spPr>
            <c:extLst>
              <c:ext xmlns:c16="http://schemas.microsoft.com/office/drawing/2014/chart" uri="{C3380CC4-5D6E-409C-BE32-E72D297353CC}">
                <c16:uniqueId val="{00000005-C410-4B35-9869-CB86F345BC8C}"/>
              </c:ext>
            </c:extLst>
          </c:dPt>
          <c:dLbls>
            <c:dLbl>
              <c:idx val="0"/>
              <c:layout>
                <c:manualLayout>
                  <c:x val="-0.11697017960633481"/>
                  <c:y val="0.14348441053588984"/>
                </c:manualLayout>
              </c:layout>
              <c:tx>
                <c:rich>
                  <a:bodyPr/>
                  <a:lstStyle/>
                  <a:p>
                    <a:r>
                      <a:rPr lang="en-US" dirty="0"/>
                      <a:t>20%</a:t>
                    </a:r>
                  </a:p>
                </c:rich>
              </c:tx>
              <c:dLblPos val="bestFit"/>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C410-4B35-9869-CB86F345BC8C}"/>
                </c:ext>
              </c:extLst>
            </c:dLbl>
            <c:spPr>
              <a:noFill/>
              <a:ln>
                <a:noFill/>
              </a:ln>
              <a:effectLst/>
            </c:spPr>
            <c:txPr>
              <a:bodyPr rot="0" spcFirstLastPara="1" vertOverflow="ellipsis" vert="horz" wrap="square" anchor="ctr" anchorCtr="1"/>
              <a:lstStyle/>
              <a:p>
                <a:pPr>
                  <a:defRPr sz="12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Inventory!$AS$37:$AS$39</c:f>
              <c:strCache>
                <c:ptCount val="3"/>
                <c:pt idx="0">
                  <c:v>Mckesson Specialty</c:v>
                </c:pt>
                <c:pt idx="1">
                  <c:v>Mckesson Plasma And Biologics</c:v>
                </c:pt>
                <c:pt idx="2">
                  <c:v>Cencora</c:v>
                </c:pt>
              </c:strCache>
            </c:strRef>
          </c:cat>
          <c:val>
            <c:numRef>
              <c:f>Inventory!$AW$37:$AW$39</c:f>
              <c:numCache>
                <c:formatCode>0%</c:formatCode>
                <c:ptCount val="3"/>
                <c:pt idx="0">
                  <c:v>0.19406392694063926</c:v>
                </c:pt>
                <c:pt idx="1">
                  <c:v>0.44140030441400302</c:v>
                </c:pt>
                <c:pt idx="2">
                  <c:v>0.36453576864535769</c:v>
                </c:pt>
              </c:numCache>
            </c:numRef>
          </c:val>
          <c:extLst>
            <c:ext xmlns:c16="http://schemas.microsoft.com/office/drawing/2014/chart" uri="{C3380CC4-5D6E-409C-BE32-E72D297353CC}">
              <c16:uniqueId val="{00000008-C410-4B35-9869-CB86F345BC8C}"/>
            </c:ext>
          </c:extLst>
        </c:ser>
        <c:dLbls>
          <c:showLegendKey val="0"/>
          <c:showVal val="0"/>
          <c:showCatName val="0"/>
          <c:showSerName val="0"/>
          <c:showPercent val="0"/>
          <c:showBubbleSize val="0"/>
          <c:showLeaderLines val="1"/>
        </c:dLbls>
        <c:firstSliceAng val="0"/>
      </c:pieChart>
      <c:spPr>
        <a:noFill/>
        <a:ln>
          <a:noFill/>
        </a:ln>
        <a:effectLst/>
      </c:spPr>
    </c:plotArea>
    <c:legend>
      <c:legendPos val="b"/>
      <c:layout>
        <c:manualLayout>
          <c:xMode val="edge"/>
          <c:yMode val="edge"/>
          <c:x val="4.7415146488535053E-3"/>
          <c:y val="0.79550410210333367"/>
          <c:w val="0.89568667772522292"/>
          <c:h val="0.20449589789666614"/>
        </c:manualLayout>
      </c:layout>
      <c:overlay val="0"/>
      <c:spPr>
        <a:noFill/>
        <a:ln>
          <a:noFill/>
        </a:ln>
        <a:effectLst/>
      </c:spPr>
      <c:txPr>
        <a:bodyPr rot="0" spcFirstLastPara="1" vertOverflow="ellipsis" vert="horz" wrap="square" anchor="ctr" anchorCtr="1"/>
        <a:lstStyle/>
        <a:p>
          <a:pPr rtl="0">
            <a:defRPr sz="105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9525" cap="flat" cmpd="sng" algn="ctr">
      <a:solidFill>
        <a:srgbClr val="FFFFFF">
          <a:lumMod val="65000"/>
        </a:srgbClr>
      </a:solidFill>
      <a:round/>
    </a:ln>
    <a:effectLst/>
  </c:spPr>
  <c:txPr>
    <a:bodyPr/>
    <a:lstStyle/>
    <a:p>
      <a:pPr>
        <a:defRPr sz="1200"/>
      </a:pPr>
      <a:endParaRPr lang="en-US"/>
    </a:p>
  </c:txPr>
  <c:externalData r:id="rId4">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
          <c:y val="0.36373006821865528"/>
          <c:w val="0.59214140474610144"/>
          <c:h val="0.47758320656971642"/>
        </c:manualLayout>
      </c:layout>
      <c:barChart>
        <c:barDir val="col"/>
        <c:grouping val="clustered"/>
        <c:varyColors val="0"/>
        <c:ser>
          <c:idx val="0"/>
          <c:order val="0"/>
          <c:tx>
            <c:strRef>
              <c:f>Sheet1!$A$2</c:f>
              <c:strCache>
                <c:ptCount val="1"/>
                <c:pt idx="0">
                  <c:v>Budget</c:v>
                </c:pt>
              </c:strCache>
            </c:strRef>
          </c:tx>
          <c:spPr>
            <a:noFill/>
            <a:ln w="19050">
              <a:solidFill>
                <a:srgbClr val="989898"/>
              </a:solidFill>
            </a:ln>
            <a:effectLst>
              <a:outerShdw blurRad="63500" sx="102000" sy="102000" algn="ctr" rotWithShape="0">
                <a:prstClr val="black">
                  <a:alpha val="40000"/>
                </a:prstClr>
              </a:outerShdw>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Sheet1!$B$1</c:f>
              <c:strCache>
                <c:ptCount val="1"/>
                <c:pt idx="0">
                  <c:v>YTD</c:v>
                </c:pt>
              </c:strCache>
            </c:strRef>
          </c:cat>
          <c:val>
            <c:numRef>
              <c:f>Sheet1!$B$2</c:f>
              <c:numCache>
                <c:formatCode>0.0</c:formatCode>
                <c:ptCount val="1"/>
                <c:pt idx="0">
                  <c:v>36.152908959269837</c:v>
                </c:pt>
              </c:numCache>
            </c:numRef>
          </c:val>
          <c:extLst>
            <c:ext xmlns:c16="http://schemas.microsoft.com/office/drawing/2014/chart" uri="{C3380CC4-5D6E-409C-BE32-E72D297353CC}">
              <c16:uniqueId val="{00000001-D331-4F96-82FC-C73FA9EEACB8}"/>
            </c:ext>
          </c:extLst>
        </c:ser>
        <c:dLbls>
          <c:showLegendKey val="0"/>
          <c:showVal val="1"/>
          <c:showCatName val="0"/>
          <c:showSerName val="0"/>
          <c:showPercent val="0"/>
          <c:showBubbleSize val="0"/>
        </c:dLbls>
        <c:gapWidth val="500"/>
        <c:overlap val="100"/>
        <c:axId val="1047933999"/>
        <c:axId val="1047949359"/>
      </c:barChart>
      <c:barChart>
        <c:barDir val="col"/>
        <c:grouping val="clustered"/>
        <c:varyColors val="0"/>
        <c:ser>
          <c:idx val="1"/>
          <c:order val="1"/>
          <c:tx>
            <c:strRef>
              <c:f>Sheet1!$A$3</c:f>
              <c:strCache>
                <c:ptCount val="1"/>
                <c:pt idx="0">
                  <c:v>Budget till Date</c:v>
                </c:pt>
              </c:strCache>
            </c:strRef>
          </c:tx>
          <c:spPr>
            <a:noFill/>
            <a:ln w="19050">
              <a:solidFill>
                <a:schemeClr val="accent4">
                  <a:lumMod val="60000"/>
                  <a:lumOff val="40000"/>
                </a:schemeClr>
              </a:solidFill>
            </a:ln>
            <a:effectLst>
              <a:outerShdw blurRad="63500" sx="102000" sy="102000" algn="ctr" rotWithShape="0">
                <a:prstClr val="black">
                  <a:alpha val="40000"/>
                </a:prstClr>
              </a:outerShdw>
            </a:effectLst>
          </c:spPr>
          <c:invertIfNegative val="0"/>
          <c:dLbls>
            <c:dLbl>
              <c:idx val="0"/>
              <c:layout>
                <c:manualLayout>
                  <c:x val="-0.10321799948526457"/>
                  <c:y val="0.13610948775802645"/>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D331-4F96-82FC-C73FA9EEACB8}"/>
                </c:ext>
              </c:extLst>
            </c:dLbl>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rgbClr val="2AC8FE"/>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Sheet1!$B$1</c:f>
              <c:strCache>
                <c:ptCount val="1"/>
                <c:pt idx="0">
                  <c:v>YTD</c:v>
                </c:pt>
              </c:strCache>
            </c:strRef>
          </c:cat>
          <c:val>
            <c:numRef>
              <c:f>Sheet1!$B$3</c:f>
              <c:numCache>
                <c:formatCode>0.0</c:formatCode>
                <c:ptCount val="1"/>
                <c:pt idx="0">
                  <c:v>8.545188738074998</c:v>
                </c:pt>
              </c:numCache>
            </c:numRef>
          </c:val>
          <c:extLst>
            <c:ext xmlns:c16="http://schemas.microsoft.com/office/drawing/2014/chart" uri="{C3380CC4-5D6E-409C-BE32-E72D297353CC}">
              <c16:uniqueId val="{00000002-D331-4F96-82FC-C73FA9EEACB8}"/>
            </c:ext>
          </c:extLst>
        </c:ser>
        <c:ser>
          <c:idx val="2"/>
          <c:order val="2"/>
          <c:tx>
            <c:strRef>
              <c:f>Sheet1!$A$4</c:f>
              <c:strCache>
                <c:ptCount val="1"/>
                <c:pt idx="0">
                  <c:v>Actuals till Date</c:v>
                </c:pt>
              </c:strCache>
            </c:strRef>
          </c:tx>
          <c:spPr>
            <a:solidFill>
              <a:schemeClr val="accent2"/>
            </a:solidFill>
            <a:ln>
              <a:noFill/>
            </a:ln>
            <a:effectLst/>
          </c:spPr>
          <c:invertIfNegative val="0"/>
          <c:dLbls>
            <c:dLbl>
              <c:idx val="0"/>
              <c:layout>
                <c:manualLayout>
                  <c:x val="0"/>
                  <c:y val="-1.6012880912708922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D331-4F96-82FC-C73FA9EEACB8}"/>
                </c:ext>
              </c:extLst>
            </c:dLbl>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rgbClr val="FFB71B"/>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Sheet1!$B$1</c:f>
              <c:strCache>
                <c:ptCount val="1"/>
                <c:pt idx="0">
                  <c:v>YTD</c:v>
                </c:pt>
              </c:strCache>
            </c:strRef>
          </c:cat>
          <c:val>
            <c:numRef>
              <c:f>Sheet1!$B$4</c:f>
              <c:numCache>
                <c:formatCode>0.0</c:formatCode>
                <c:ptCount val="1"/>
                <c:pt idx="0">
                  <c:v>9.3354693616000031</c:v>
                </c:pt>
              </c:numCache>
            </c:numRef>
          </c:val>
          <c:extLst>
            <c:ext xmlns:c16="http://schemas.microsoft.com/office/drawing/2014/chart" uri="{C3380CC4-5D6E-409C-BE32-E72D297353CC}">
              <c16:uniqueId val="{00000004-D331-4F96-82FC-C73FA9EEACB8}"/>
            </c:ext>
          </c:extLst>
        </c:ser>
        <c:ser>
          <c:idx val="3"/>
          <c:order val="3"/>
          <c:tx>
            <c:strRef>
              <c:f>Sheet1!$A$5</c:f>
              <c:strCache>
                <c:ptCount val="1"/>
              </c:strCache>
            </c:strRef>
          </c:tx>
          <c:spPr>
            <a:no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Sheet1!$B$1</c:f>
              <c:strCache>
                <c:ptCount val="1"/>
                <c:pt idx="0">
                  <c:v>YTD</c:v>
                </c:pt>
              </c:strCache>
            </c:strRef>
          </c:cat>
          <c:val>
            <c:numRef>
              <c:f>Sheet1!$B$5</c:f>
              <c:numCache>
                <c:formatCode>0.0</c:formatCode>
                <c:ptCount val="1"/>
                <c:pt idx="0">
                  <c:v>36.152908959269837</c:v>
                </c:pt>
              </c:numCache>
            </c:numRef>
          </c:val>
          <c:extLst>
            <c:ext xmlns:c16="http://schemas.microsoft.com/office/drawing/2014/chart" uri="{C3380CC4-5D6E-409C-BE32-E72D297353CC}">
              <c16:uniqueId val="{00000005-D331-4F96-82FC-C73FA9EEACB8}"/>
            </c:ext>
          </c:extLst>
        </c:ser>
        <c:ser>
          <c:idx val="4"/>
          <c:order val="4"/>
          <c:tx>
            <c:strRef>
              <c:f>Sheet1!$A$6</c:f>
              <c:strCache>
                <c:ptCount val="1"/>
              </c:strCache>
            </c:strRef>
          </c:tx>
          <c:spPr>
            <a:no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rgbClr val="989898"/>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Sheet1!$B$1</c:f>
              <c:strCache>
                <c:ptCount val="1"/>
                <c:pt idx="0">
                  <c:v>YTD</c:v>
                </c:pt>
              </c:strCache>
            </c:strRef>
          </c:cat>
          <c:val>
            <c:numRef>
              <c:f>Sheet1!$B$6</c:f>
              <c:numCache>
                <c:formatCode>0.0</c:formatCode>
                <c:ptCount val="1"/>
                <c:pt idx="0">
                  <c:v>36.152908959269837</c:v>
                </c:pt>
              </c:numCache>
            </c:numRef>
          </c:val>
          <c:extLst>
            <c:ext xmlns:c16="http://schemas.microsoft.com/office/drawing/2014/chart" uri="{C3380CC4-5D6E-409C-BE32-E72D297353CC}">
              <c16:uniqueId val="{00000006-D331-4F96-82FC-C73FA9EEACB8}"/>
            </c:ext>
          </c:extLst>
        </c:ser>
        <c:dLbls>
          <c:showLegendKey val="0"/>
          <c:showVal val="1"/>
          <c:showCatName val="0"/>
          <c:showSerName val="0"/>
          <c:showPercent val="0"/>
          <c:showBubbleSize val="0"/>
        </c:dLbls>
        <c:gapWidth val="500"/>
        <c:overlap val="100"/>
        <c:axId val="1502579167"/>
        <c:axId val="1502578207"/>
      </c:barChart>
      <c:valAx>
        <c:axId val="1047949359"/>
        <c:scaling>
          <c:orientation val="minMax"/>
          <c:max val="40"/>
          <c:min val="0"/>
        </c:scaling>
        <c:delete val="1"/>
        <c:axPos val="l"/>
        <c:numFmt formatCode="0.0" sourceLinked="1"/>
        <c:majorTickMark val="out"/>
        <c:minorTickMark val="none"/>
        <c:tickLblPos val="nextTo"/>
        <c:crossAx val="1047933999"/>
        <c:crossesAt val="1"/>
        <c:crossBetween val="between"/>
        <c:majorUnit val="400"/>
      </c:valAx>
      <c:catAx>
        <c:axId val="1047933999"/>
        <c:scaling>
          <c:orientation val="minMax"/>
        </c:scaling>
        <c:delete val="0"/>
        <c:axPos val="b"/>
        <c:numFmt formatCode="General" sourceLinked="1"/>
        <c:majorTickMark val="out"/>
        <c:minorTickMark val="none"/>
        <c:tickLblPos val="nextTo"/>
        <c:spPr>
          <a:noFill/>
          <a:ln w="9525" cap="flat" cmpd="sng" algn="ctr">
            <a:noFill/>
            <a:round/>
          </a:ln>
          <a:effectLst/>
        </c:spPr>
        <c:txPr>
          <a:bodyPr rot="-60000000" spcFirstLastPara="1" vertOverflow="ellipsis" vert="horz" wrap="square" anchor="ctr" anchorCtr="1"/>
          <a:lstStyle/>
          <a:p>
            <a:pPr>
              <a:defRPr sz="1000" b="0" i="0" u="none" strike="noStrike" kern="1200" baseline="0">
                <a:solidFill>
                  <a:schemeClr val="tx1">
                    <a:lumMod val="75000"/>
                    <a:lumOff val="25000"/>
                  </a:schemeClr>
                </a:solidFill>
                <a:latin typeface="+mn-lt"/>
                <a:ea typeface="+mn-ea"/>
                <a:cs typeface="+mn-cs"/>
              </a:defRPr>
            </a:pPr>
            <a:endParaRPr lang="en-US"/>
          </a:p>
        </c:txPr>
        <c:crossAx val="1047949359"/>
        <c:crosses val="autoZero"/>
        <c:auto val="1"/>
        <c:lblAlgn val="ctr"/>
        <c:lblOffset val="100"/>
        <c:noMultiLvlLbl val="0"/>
      </c:catAx>
      <c:valAx>
        <c:axId val="1502578207"/>
        <c:scaling>
          <c:orientation val="minMax"/>
        </c:scaling>
        <c:delete val="1"/>
        <c:axPos val="r"/>
        <c:numFmt formatCode="0.0" sourceLinked="1"/>
        <c:majorTickMark val="out"/>
        <c:minorTickMark val="none"/>
        <c:tickLblPos val="nextTo"/>
        <c:crossAx val="1502579167"/>
        <c:crosses val="max"/>
        <c:crossBetween val="between"/>
      </c:valAx>
      <c:catAx>
        <c:axId val="1502579167"/>
        <c:scaling>
          <c:orientation val="minMax"/>
        </c:scaling>
        <c:delete val="1"/>
        <c:axPos val="t"/>
        <c:numFmt formatCode="General" sourceLinked="1"/>
        <c:majorTickMark val="out"/>
        <c:minorTickMark val="none"/>
        <c:tickLblPos val="nextTo"/>
        <c:crossAx val="1502578207"/>
        <c:crosses val="max"/>
        <c:auto val="1"/>
        <c:lblAlgn val="ctr"/>
        <c:lblOffset val="100"/>
        <c:noMultiLvlLbl val="0"/>
      </c:catAx>
      <c:spPr>
        <a:noFill/>
        <a:ln>
          <a:noFill/>
        </a:ln>
        <a:effectLst/>
      </c:spPr>
    </c:plotArea>
    <c:legend>
      <c:legendPos val="t"/>
      <c:layout>
        <c:manualLayout>
          <c:xMode val="edge"/>
          <c:yMode val="edge"/>
          <c:x val="0.22083041365108436"/>
          <c:y val="8.2942135692049224E-2"/>
          <c:w val="0.77916958634891564"/>
          <c:h val="0.1394054603468684"/>
        </c:manualLayout>
      </c:layout>
      <c:overlay val="0"/>
      <c:spPr>
        <a:noFill/>
        <a:ln>
          <a:noFill/>
        </a:ln>
        <a:effectLst/>
      </c:spPr>
      <c:txPr>
        <a:bodyPr rot="0" spcFirstLastPara="1" vertOverflow="ellipsis" vert="horz" wrap="square" anchor="ctr" anchorCtr="1"/>
        <a:lstStyle/>
        <a:p>
          <a:pPr>
            <a:defRPr sz="600" b="1" i="0" u="none" strike="noStrike" kern="1200" baseline="0">
              <a:solidFill>
                <a:schemeClr val="tx1">
                  <a:lumMod val="75000"/>
                  <a:lumOff val="25000"/>
                </a:schemeClr>
              </a:solidFill>
              <a:latin typeface="+mn-lt"/>
              <a:ea typeface="+mn-ea"/>
              <a:cs typeface="+mn-cs"/>
            </a:defRPr>
          </a:pPr>
          <a:endParaRPr lang="en-US"/>
        </a:p>
      </c:txPr>
    </c:legend>
    <c:plotVisOnly val="0"/>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2216291279724645"/>
          <c:y val="0.33828857765211962"/>
          <c:w val="0.52761096284902231"/>
          <c:h val="0.48369457068869037"/>
        </c:manualLayout>
      </c:layout>
      <c:barChart>
        <c:barDir val="col"/>
        <c:grouping val="clustered"/>
        <c:varyColors val="0"/>
        <c:ser>
          <c:idx val="0"/>
          <c:order val="0"/>
          <c:tx>
            <c:strRef>
              <c:f>Sheet1!$A$2</c:f>
              <c:strCache>
                <c:ptCount val="1"/>
                <c:pt idx="0">
                  <c:v>Budget</c:v>
                </c:pt>
              </c:strCache>
            </c:strRef>
          </c:tx>
          <c:spPr>
            <a:noFill/>
            <a:ln w="28575">
              <a:solidFill>
                <a:schemeClr val="accent3">
                  <a:lumMod val="50000"/>
                </a:schemeClr>
              </a:solidFill>
            </a:ln>
            <a:effectLst>
              <a:outerShdw blurRad="63500" sx="102000" sy="102000" algn="ctr" rotWithShape="0">
                <a:prstClr val="black">
                  <a:alpha val="40000"/>
                </a:prstClr>
              </a:outerShdw>
            </a:effectLst>
          </c:spPr>
          <c:invertIfNegative val="0"/>
          <c:dPt>
            <c:idx val="0"/>
            <c:invertIfNegative val="0"/>
            <c:bubble3D val="0"/>
            <c:spPr>
              <a:noFill/>
              <a:ln w="19050">
                <a:solidFill>
                  <a:srgbClr val="989898"/>
                </a:solidFill>
              </a:ln>
              <a:effectLst>
                <a:outerShdw blurRad="63500" sx="102000" sy="102000" algn="ctr" rotWithShape="0">
                  <a:prstClr val="black">
                    <a:alpha val="40000"/>
                  </a:prstClr>
                </a:outerShdw>
              </a:effectLst>
            </c:spPr>
            <c:extLst>
              <c:ext xmlns:c16="http://schemas.microsoft.com/office/drawing/2014/chart" uri="{C3380CC4-5D6E-409C-BE32-E72D297353CC}">
                <c16:uniqueId val="{00000001-3F72-4D02-8677-B857F5F0A1BC}"/>
              </c:ext>
            </c:extLst>
          </c:dPt>
          <c:dLbls>
            <c:dLbl>
              <c:idx val="0"/>
              <c:layout>
                <c:manualLayout>
                  <c:x val="5.1463875132539173E-3"/>
                  <c:y val="0.2226394803257504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3F72-4D02-8677-B857F5F0A1BC}"/>
                </c:ext>
              </c:extLst>
            </c:dLbl>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rgbClr val="979797"/>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Sheet1!$B$1</c:f>
              <c:strCache>
                <c:ptCount val="1"/>
                <c:pt idx="0">
                  <c:v>QTD</c:v>
                </c:pt>
              </c:strCache>
              <c:extLst/>
            </c:strRef>
          </c:cat>
          <c:val>
            <c:numRef>
              <c:f>Sheet1!$B$2</c:f>
              <c:numCache>
                <c:formatCode>0.0</c:formatCode>
                <c:ptCount val="1"/>
                <c:pt idx="0">
                  <c:v>8.5451887380750016</c:v>
                </c:pt>
              </c:numCache>
              <c:extLst/>
            </c:numRef>
          </c:val>
          <c:extLst>
            <c:ext xmlns:c16="http://schemas.microsoft.com/office/drawing/2014/chart" uri="{C3380CC4-5D6E-409C-BE32-E72D297353CC}">
              <c16:uniqueId val="{00000002-3F72-4D02-8677-B857F5F0A1BC}"/>
            </c:ext>
          </c:extLst>
        </c:ser>
        <c:dLbls>
          <c:showLegendKey val="0"/>
          <c:showVal val="0"/>
          <c:showCatName val="0"/>
          <c:showSerName val="0"/>
          <c:showPercent val="0"/>
          <c:showBubbleSize val="0"/>
        </c:dLbls>
        <c:gapWidth val="261"/>
        <c:axId val="1047933999"/>
        <c:axId val="1047949359"/>
      </c:barChart>
      <c:barChart>
        <c:barDir val="col"/>
        <c:grouping val="clustered"/>
        <c:varyColors val="0"/>
        <c:ser>
          <c:idx val="1"/>
          <c:order val="1"/>
          <c:tx>
            <c:strRef>
              <c:f>Sheet1!$A$3</c:f>
              <c:strCache>
                <c:ptCount val="1"/>
              </c:strCache>
            </c:strRef>
          </c:tx>
          <c:spPr>
            <a:noFill/>
            <a:ln w="19050">
              <a:solidFill>
                <a:schemeClr val="accent4">
                  <a:lumMod val="60000"/>
                  <a:lumOff val="40000"/>
                </a:schemeClr>
              </a:solidFill>
            </a:ln>
            <a:effectLst>
              <a:outerShdw blurRad="63500" sx="102000" sy="102000" algn="ctr" rotWithShape="0">
                <a:prstClr val="black">
                  <a:alpha val="40000"/>
                </a:prstClr>
              </a:outerShdw>
            </a:effectLst>
          </c:spPr>
          <c:invertIfNegative val="0"/>
          <c:dLbls>
            <c:dLbl>
              <c:idx val="0"/>
              <c:layout>
                <c:manualLayout>
                  <c:x val="-0.13114345110910189"/>
                  <c:y val="0.24031543766502961"/>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3F72-4D02-8677-B857F5F0A1BC}"/>
                </c:ext>
              </c:extLst>
            </c:dLbl>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rgbClr val="2AC8FE"/>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Sheet1!$B$1</c:f>
              <c:strCache>
                <c:ptCount val="1"/>
                <c:pt idx="0">
                  <c:v>QTD</c:v>
                </c:pt>
              </c:strCache>
              <c:extLst/>
            </c:strRef>
          </c:cat>
          <c:val>
            <c:numRef>
              <c:f>Sheet1!$B$3</c:f>
              <c:numCache>
                <c:formatCode>0.0</c:formatCode>
                <c:ptCount val="1"/>
              </c:numCache>
              <c:extLst/>
            </c:numRef>
          </c:val>
          <c:extLst>
            <c:ext xmlns:c16="http://schemas.microsoft.com/office/drawing/2014/chart" uri="{C3380CC4-5D6E-409C-BE32-E72D297353CC}">
              <c16:uniqueId val="{00000003-3F72-4D02-8677-B857F5F0A1BC}"/>
            </c:ext>
          </c:extLst>
        </c:ser>
        <c:ser>
          <c:idx val="2"/>
          <c:order val="2"/>
          <c:tx>
            <c:strRef>
              <c:f>Sheet1!$A$4</c:f>
              <c:strCache>
                <c:ptCount val="1"/>
                <c:pt idx="0">
                  <c:v>Actuals</c:v>
                </c:pt>
              </c:strCache>
            </c:strRef>
          </c:tx>
          <c:spPr>
            <a:solidFill>
              <a:schemeClr val="accent2"/>
            </a:solidFill>
            <a:ln>
              <a:noFill/>
            </a:ln>
            <a:effectLst/>
          </c:spPr>
          <c:invertIfNegative val="0"/>
          <c:dLbls>
            <c:dLbl>
              <c:idx val="0"/>
              <c:layout>
                <c:manualLayout>
                  <c:x val="1.742803528936028E-2"/>
                  <c:y val="5.1024454934153633E-2"/>
                </c:manualLayout>
              </c:layout>
              <c:spPr>
                <a:noFill/>
                <a:ln>
                  <a:noFill/>
                </a:ln>
                <a:effectLst/>
              </c:spPr>
              <c:txPr>
                <a:bodyPr rot="0" spcFirstLastPara="1" vertOverflow="ellipsis" vert="horz" wrap="square" lIns="38100" tIns="19050" rIns="38100" bIns="19050" anchor="ctr" anchorCtr="1">
                  <a:noAutofit/>
                </a:bodyPr>
                <a:lstStyle/>
                <a:p>
                  <a:pPr>
                    <a:defRPr sz="1200" b="1" i="0" u="none" strike="noStrike" kern="1200" baseline="0">
                      <a:solidFill>
                        <a:schemeClr val="accent2"/>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15:layout>
                    <c:manualLayout>
                      <c:w val="0.17264991259716239"/>
                      <c:h val="0.16537142963984885"/>
                    </c:manualLayout>
                  </c15:layout>
                </c:ext>
                <c:ext xmlns:c16="http://schemas.microsoft.com/office/drawing/2014/chart" uri="{C3380CC4-5D6E-409C-BE32-E72D297353CC}">
                  <c16:uniqueId val="{00000004-3F72-4D02-8677-B857F5F0A1BC}"/>
                </c:ext>
              </c:extLst>
            </c:dLbl>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Sheet1!$B$1</c:f>
              <c:strCache>
                <c:ptCount val="1"/>
                <c:pt idx="0">
                  <c:v>QTD</c:v>
                </c:pt>
              </c:strCache>
              <c:extLst/>
            </c:strRef>
          </c:cat>
          <c:val>
            <c:numRef>
              <c:f>Sheet1!$B$4</c:f>
              <c:numCache>
                <c:formatCode>0.0</c:formatCode>
                <c:ptCount val="1"/>
                <c:pt idx="0">
                  <c:v>9.3354693616000031</c:v>
                </c:pt>
              </c:numCache>
              <c:extLst/>
            </c:numRef>
          </c:val>
          <c:extLst>
            <c:ext xmlns:c16="http://schemas.microsoft.com/office/drawing/2014/chart" uri="{C3380CC4-5D6E-409C-BE32-E72D297353CC}">
              <c16:uniqueId val="{00000005-3F72-4D02-8677-B857F5F0A1BC}"/>
            </c:ext>
          </c:extLst>
        </c:ser>
        <c:dLbls>
          <c:showLegendKey val="0"/>
          <c:showVal val="0"/>
          <c:showCatName val="0"/>
          <c:showSerName val="0"/>
          <c:showPercent val="0"/>
          <c:showBubbleSize val="0"/>
        </c:dLbls>
        <c:gapWidth val="500"/>
        <c:overlap val="100"/>
        <c:axId val="1502579167"/>
        <c:axId val="1502578207"/>
        <c:extLst>
          <c:ext xmlns:c15="http://schemas.microsoft.com/office/drawing/2012/chart" uri="{02D57815-91ED-43cb-92C2-25804820EDAC}">
            <c15:filteredBarSeries>
              <c15:ser>
                <c:idx val="3"/>
                <c:order val="3"/>
                <c:tx>
                  <c:strRef>
                    <c:extLst>
                      <c:ext uri="{02D57815-91ED-43cb-92C2-25804820EDAC}">
                        <c15:formulaRef>
                          <c15:sqref>Sheet1!$A$5</c15:sqref>
                        </c15:formulaRef>
                      </c:ext>
                    </c:extLst>
                    <c:strCache>
                      <c:ptCount val="1"/>
                    </c:strCache>
                  </c:strRef>
                </c:tx>
                <c:spPr>
                  <a:noFill/>
                  <a:ln>
                    <a:noFill/>
                  </a:ln>
                  <a:effectLst/>
                </c:spPr>
                <c:invertIfNegative val="0"/>
                <c:cat>
                  <c:strRef>
                    <c:extLst>
                      <c:ext uri="{02D57815-91ED-43cb-92C2-25804820EDAC}">
                        <c15:formulaRef>
                          <c15:sqref>Sheet1!$B$1</c15:sqref>
                        </c15:formulaRef>
                      </c:ext>
                    </c:extLst>
                    <c:strCache>
                      <c:ptCount val="1"/>
                      <c:pt idx="0">
                        <c:v>QTD</c:v>
                      </c:pt>
                    </c:strCache>
                  </c:strRef>
                </c:cat>
                <c:val>
                  <c:numRef>
                    <c:extLst>
                      <c:ext uri="{02D57815-91ED-43cb-92C2-25804820EDAC}">
                        <c15:formulaRef>
                          <c15:sqref>Sheet1!$B$5</c15:sqref>
                        </c15:formulaRef>
                      </c:ext>
                    </c:extLst>
                    <c:numCache>
                      <c:formatCode>0.0</c:formatCode>
                      <c:ptCount val="1"/>
                      <c:pt idx="0">
                        <c:v>8.5451887380750016</c:v>
                      </c:pt>
                    </c:numCache>
                  </c:numRef>
                </c:val>
                <c:extLst>
                  <c:ext xmlns:c16="http://schemas.microsoft.com/office/drawing/2014/chart" uri="{C3380CC4-5D6E-409C-BE32-E72D297353CC}">
                    <c16:uniqueId val="{00000006-3F72-4D02-8677-B857F5F0A1BC}"/>
                  </c:ext>
                </c:extLst>
              </c15:ser>
            </c15:filteredBarSeries>
            <c15:filteredBarSeries>
              <c15:ser>
                <c:idx val="4"/>
                <c:order val="4"/>
                <c:tx>
                  <c:strRef>
                    <c:extLst xmlns:c15="http://schemas.microsoft.com/office/drawing/2012/chart">
                      <c:ext xmlns:c15="http://schemas.microsoft.com/office/drawing/2012/chart" uri="{02D57815-91ED-43cb-92C2-25804820EDAC}">
                        <c15:formulaRef>
                          <c15:sqref>Sheet1!$A$6</c15:sqref>
                        </c15:formulaRef>
                      </c:ext>
                    </c:extLst>
                    <c:strCache>
                      <c:ptCount val="1"/>
                    </c:strCache>
                  </c:strRef>
                </c:tx>
                <c:spPr>
                  <a:noFill/>
                  <a:ln>
                    <a:noFill/>
                  </a:ln>
                  <a:effectLst/>
                </c:spPr>
                <c:invertIfNegative val="0"/>
                <c:cat>
                  <c:strRef>
                    <c:extLst xmlns:c15="http://schemas.microsoft.com/office/drawing/2012/chart">
                      <c:ext xmlns:c15="http://schemas.microsoft.com/office/drawing/2012/chart" uri="{02D57815-91ED-43cb-92C2-25804820EDAC}">
                        <c15:formulaRef>
                          <c15:sqref>Sheet1!$B$1</c15:sqref>
                        </c15:formulaRef>
                      </c:ext>
                    </c:extLst>
                    <c:strCache>
                      <c:ptCount val="1"/>
                      <c:pt idx="0">
                        <c:v>QTD</c:v>
                      </c:pt>
                    </c:strCache>
                  </c:strRef>
                </c:cat>
                <c:val>
                  <c:numRef>
                    <c:extLst xmlns:c15="http://schemas.microsoft.com/office/drawing/2012/chart">
                      <c:ext xmlns:c15="http://schemas.microsoft.com/office/drawing/2012/chart" uri="{02D57815-91ED-43cb-92C2-25804820EDAC}">
                        <c15:formulaRef>
                          <c15:sqref>Sheet1!$B$6</c15:sqref>
                        </c15:formulaRef>
                      </c:ext>
                    </c:extLst>
                    <c:numCache>
                      <c:formatCode>0.0</c:formatCode>
                      <c:ptCount val="1"/>
                      <c:pt idx="0">
                        <c:v>8.5451887380750016</c:v>
                      </c:pt>
                    </c:numCache>
                  </c:numRef>
                </c:val>
                <c:extLst xmlns:c15="http://schemas.microsoft.com/office/drawing/2012/chart">
                  <c:ext xmlns:c16="http://schemas.microsoft.com/office/drawing/2014/chart" uri="{C3380CC4-5D6E-409C-BE32-E72D297353CC}">
                    <c16:uniqueId val="{00000007-3F72-4D02-8677-B857F5F0A1BC}"/>
                  </c:ext>
                </c:extLst>
              </c15:ser>
            </c15:filteredBarSeries>
          </c:ext>
        </c:extLst>
      </c:barChart>
      <c:valAx>
        <c:axId val="1047949359"/>
        <c:scaling>
          <c:orientation val="minMax"/>
          <c:max val="12"/>
          <c:min val="0"/>
        </c:scaling>
        <c:delete val="1"/>
        <c:axPos val="l"/>
        <c:numFmt formatCode="0.0" sourceLinked="1"/>
        <c:majorTickMark val="out"/>
        <c:minorTickMark val="none"/>
        <c:tickLblPos val="nextTo"/>
        <c:crossAx val="1047933999"/>
        <c:crosses val="autoZero"/>
        <c:crossBetween val="between"/>
        <c:majorUnit val="400"/>
      </c:valAx>
      <c:catAx>
        <c:axId val="1047933999"/>
        <c:scaling>
          <c:orientation val="minMax"/>
        </c:scaling>
        <c:delete val="0"/>
        <c:axPos val="b"/>
        <c:numFmt formatCode="General" sourceLinked="1"/>
        <c:majorTickMark val="out"/>
        <c:minorTickMark val="none"/>
        <c:tickLblPos val="nextTo"/>
        <c:spPr>
          <a:noFill/>
          <a:ln w="9525" cap="flat" cmpd="sng" algn="ctr">
            <a:noFill/>
            <a:round/>
          </a:ln>
          <a:effectLst/>
        </c:spPr>
        <c:txPr>
          <a:bodyPr rot="-60000000" spcFirstLastPara="1" vertOverflow="ellipsis" vert="horz" wrap="square" anchor="ctr" anchorCtr="1"/>
          <a:lstStyle/>
          <a:p>
            <a:pPr>
              <a:defRPr sz="1000" b="0" i="0" u="none" strike="noStrike" kern="1200" baseline="0">
                <a:solidFill>
                  <a:schemeClr val="tx1">
                    <a:lumMod val="75000"/>
                    <a:lumOff val="25000"/>
                  </a:schemeClr>
                </a:solidFill>
                <a:latin typeface="+mn-lt"/>
                <a:ea typeface="+mn-ea"/>
                <a:cs typeface="+mn-cs"/>
              </a:defRPr>
            </a:pPr>
            <a:endParaRPr lang="en-US"/>
          </a:p>
        </c:txPr>
        <c:crossAx val="1047949359"/>
        <c:crosses val="autoZero"/>
        <c:auto val="1"/>
        <c:lblAlgn val="ctr"/>
        <c:lblOffset val="100"/>
        <c:noMultiLvlLbl val="0"/>
      </c:catAx>
      <c:valAx>
        <c:axId val="1502578207"/>
        <c:scaling>
          <c:orientation val="minMax"/>
          <c:max val="8"/>
          <c:min val="0"/>
        </c:scaling>
        <c:delete val="1"/>
        <c:axPos val="r"/>
        <c:numFmt formatCode="0.0" sourceLinked="1"/>
        <c:majorTickMark val="out"/>
        <c:minorTickMark val="none"/>
        <c:tickLblPos val="nextTo"/>
        <c:crossAx val="1502579167"/>
        <c:crosses val="max"/>
        <c:crossBetween val="between"/>
      </c:valAx>
      <c:catAx>
        <c:axId val="1502579167"/>
        <c:scaling>
          <c:orientation val="minMax"/>
        </c:scaling>
        <c:delete val="1"/>
        <c:axPos val="t"/>
        <c:numFmt formatCode="General" sourceLinked="1"/>
        <c:majorTickMark val="out"/>
        <c:minorTickMark val="none"/>
        <c:tickLblPos val="nextTo"/>
        <c:crossAx val="1502578207"/>
        <c:crosses val="max"/>
        <c:auto val="1"/>
        <c:lblAlgn val="ctr"/>
        <c:lblOffset val="100"/>
        <c:noMultiLvlLbl val="0"/>
      </c:catAx>
      <c:spPr>
        <a:noFill/>
        <a:ln w="25400">
          <a:noFill/>
        </a:ln>
        <a:effectLst/>
      </c:spPr>
    </c:plotArea>
    <c:plotVisOnly val="0"/>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1.0360788458055518E-2"/>
          <c:y val="0.35561362841846461"/>
          <c:w val="0.4840559807459992"/>
          <c:h val="0.48439478213409465"/>
        </c:manualLayout>
      </c:layout>
      <c:barChart>
        <c:barDir val="col"/>
        <c:grouping val="clustered"/>
        <c:varyColors val="0"/>
        <c:ser>
          <c:idx val="0"/>
          <c:order val="0"/>
          <c:tx>
            <c:strRef>
              <c:f>Sheet1!$A$2</c:f>
              <c:strCache>
                <c:ptCount val="1"/>
                <c:pt idx="0">
                  <c:v>Budget</c:v>
                </c:pt>
              </c:strCache>
            </c:strRef>
          </c:tx>
          <c:spPr>
            <a:noFill/>
            <a:ln w="19050">
              <a:solidFill>
                <a:srgbClr val="989898"/>
              </a:solidFill>
            </a:ln>
            <a:effectLst>
              <a:outerShdw blurRad="63500" sx="102000" sy="102000" algn="ctr" rotWithShape="0">
                <a:prstClr val="black">
                  <a:alpha val="40000"/>
                </a:prstClr>
              </a:outerShdw>
            </a:effectLst>
          </c:spPr>
          <c:invertIfNegative val="0"/>
          <c:dLbls>
            <c:dLbl>
              <c:idx val="0"/>
              <c:layout>
                <c:manualLayout>
                  <c:x val="9.4850973809554928E-2"/>
                  <c:y val="8.1165666795125713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AFE9-43F0-9AB5-BE43FC01087C}"/>
                </c:ext>
              </c:extLst>
            </c:dLbl>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rgbClr val="969696"/>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Sheet1!$B$1</c:f>
              <c:strCache>
                <c:ptCount val="1"/>
                <c:pt idx="0">
                  <c:v>YTD</c:v>
                </c:pt>
              </c:strCache>
            </c:strRef>
          </c:cat>
          <c:val>
            <c:numRef>
              <c:f>Sheet1!$B$2</c:f>
              <c:numCache>
                <c:formatCode>0.0</c:formatCode>
                <c:ptCount val="1"/>
                <c:pt idx="0">
                  <c:v>19.772549019607844</c:v>
                </c:pt>
              </c:numCache>
            </c:numRef>
          </c:val>
          <c:extLst>
            <c:ext xmlns:c16="http://schemas.microsoft.com/office/drawing/2014/chart" uri="{C3380CC4-5D6E-409C-BE32-E72D297353CC}">
              <c16:uniqueId val="{00000001-AFE9-43F0-9AB5-BE43FC01087C}"/>
            </c:ext>
          </c:extLst>
        </c:ser>
        <c:dLbls>
          <c:showLegendKey val="0"/>
          <c:showVal val="1"/>
          <c:showCatName val="0"/>
          <c:showSerName val="0"/>
          <c:showPercent val="0"/>
          <c:showBubbleSize val="0"/>
        </c:dLbls>
        <c:gapWidth val="261"/>
        <c:axId val="1047933999"/>
        <c:axId val="1047949359"/>
      </c:barChart>
      <c:barChart>
        <c:barDir val="col"/>
        <c:grouping val="clustered"/>
        <c:varyColors val="0"/>
        <c:ser>
          <c:idx val="1"/>
          <c:order val="1"/>
          <c:tx>
            <c:strRef>
              <c:f>Sheet1!$A$3</c:f>
              <c:strCache>
                <c:ptCount val="1"/>
                <c:pt idx="0">
                  <c:v>Budget till date</c:v>
                </c:pt>
              </c:strCache>
            </c:strRef>
          </c:tx>
          <c:spPr>
            <a:noFill/>
            <a:ln w="19050">
              <a:solidFill>
                <a:schemeClr val="accent4">
                  <a:lumMod val="60000"/>
                  <a:lumOff val="40000"/>
                </a:schemeClr>
              </a:solidFill>
            </a:ln>
            <a:effectLst>
              <a:outerShdw blurRad="63500" sx="102000" sy="102000" algn="ctr" rotWithShape="0">
                <a:prstClr val="black">
                  <a:alpha val="40000"/>
                </a:prstClr>
              </a:outerShdw>
            </a:effectLst>
          </c:spPr>
          <c:invertIfNegative val="0"/>
          <c:dLbls>
            <c:dLbl>
              <c:idx val="0"/>
              <c:layout>
                <c:manualLayout>
                  <c:x val="-0.13042008898813803"/>
                  <c:y val="0.16233133359025134"/>
                </c:manualLayout>
              </c:layout>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rgbClr val="2AC8FE"/>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E1E7-42F4-B2B0-A48C7C891A03}"/>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Sheet1!$B$1</c:f>
              <c:strCache>
                <c:ptCount val="1"/>
                <c:pt idx="0">
                  <c:v>YTD</c:v>
                </c:pt>
              </c:strCache>
            </c:strRef>
          </c:cat>
          <c:val>
            <c:numRef>
              <c:f>Sheet1!$B$3</c:f>
              <c:numCache>
                <c:formatCode>0.0</c:formatCode>
                <c:ptCount val="1"/>
                <c:pt idx="0">
                  <c:v>19.49206349206349</c:v>
                </c:pt>
              </c:numCache>
            </c:numRef>
          </c:val>
          <c:extLst>
            <c:ext xmlns:c16="http://schemas.microsoft.com/office/drawing/2014/chart" uri="{C3380CC4-5D6E-409C-BE32-E72D297353CC}">
              <c16:uniqueId val="{00000003-AFE9-43F0-9AB5-BE43FC01087C}"/>
            </c:ext>
          </c:extLst>
        </c:ser>
        <c:ser>
          <c:idx val="2"/>
          <c:order val="2"/>
          <c:tx>
            <c:strRef>
              <c:f>Sheet1!$A$4</c:f>
              <c:strCache>
                <c:ptCount val="1"/>
                <c:pt idx="0">
                  <c:v>Actuals till Date</c:v>
                </c:pt>
              </c:strCache>
            </c:strRef>
          </c:tx>
          <c:spPr>
            <a:solidFill>
              <a:schemeClr val="accent2"/>
            </a:solidFill>
            <a:ln>
              <a:noFill/>
            </a:ln>
            <a:effectLst/>
          </c:spPr>
          <c:invertIfNegative val="0"/>
          <c:dLbls>
            <c:dLbl>
              <c:idx val="0"/>
              <c:layout>
                <c:manualLayout>
                  <c:x val="-2.9640929315485915E-2"/>
                  <c:y val="-2.4349700038537713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AFE9-43F0-9AB5-BE43FC01087C}"/>
                </c:ext>
              </c:extLst>
            </c:dLbl>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rgbClr val="FFB71B"/>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Sheet1!$B$1</c:f>
              <c:strCache>
                <c:ptCount val="1"/>
                <c:pt idx="0">
                  <c:v>YTD</c:v>
                </c:pt>
              </c:strCache>
            </c:strRef>
          </c:cat>
          <c:val>
            <c:numRef>
              <c:f>Sheet1!$B$4</c:f>
              <c:numCache>
                <c:formatCode>0.0</c:formatCode>
                <c:ptCount val="1"/>
                <c:pt idx="0">
                  <c:v>20.857142857142858</c:v>
                </c:pt>
              </c:numCache>
            </c:numRef>
          </c:val>
          <c:extLst>
            <c:ext xmlns:c16="http://schemas.microsoft.com/office/drawing/2014/chart" uri="{C3380CC4-5D6E-409C-BE32-E72D297353CC}">
              <c16:uniqueId val="{00000005-AFE9-43F0-9AB5-BE43FC01087C}"/>
            </c:ext>
          </c:extLst>
        </c:ser>
        <c:dLbls>
          <c:showLegendKey val="0"/>
          <c:showVal val="1"/>
          <c:showCatName val="0"/>
          <c:showSerName val="0"/>
          <c:showPercent val="0"/>
          <c:showBubbleSize val="0"/>
        </c:dLbls>
        <c:gapWidth val="500"/>
        <c:overlap val="100"/>
        <c:axId val="1502579167"/>
        <c:axId val="1502578207"/>
        <c:extLst>
          <c:ext xmlns:c15="http://schemas.microsoft.com/office/drawing/2012/chart" uri="{02D57815-91ED-43cb-92C2-25804820EDAC}">
            <c15:filteredBarSeries>
              <c15:ser>
                <c:idx val="3"/>
                <c:order val="3"/>
                <c:tx>
                  <c:strRef>
                    <c:extLst>
                      <c:ext uri="{02D57815-91ED-43cb-92C2-25804820EDAC}">
                        <c15:formulaRef>
                          <c15:sqref>Sheet1!$A$5</c15:sqref>
                        </c15:formulaRef>
                      </c:ext>
                    </c:extLst>
                    <c:strCache>
                      <c:ptCount val="1"/>
                    </c:strCache>
                  </c:strRef>
                </c:tx>
                <c:spPr>
                  <a:no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uri="{CE6537A1-D6FC-4f65-9D91-7224C49458BB}">
                      <c15:showLeaderLines val="1"/>
                      <c15:leaderLines>
                        <c:spPr>
                          <a:ln w="9525" cap="flat" cmpd="sng" algn="ctr">
                            <a:solidFill>
                              <a:schemeClr val="tx1">
                                <a:lumMod val="35000"/>
                                <a:lumOff val="65000"/>
                              </a:schemeClr>
                            </a:solidFill>
                            <a:round/>
                          </a:ln>
                          <a:effectLst/>
                        </c:spPr>
                      </c15:leaderLines>
                    </c:ext>
                  </c:extLst>
                </c:dLbls>
                <c:cat>
                  <c:strRef>
                    <c:extLst>
                      <c:ext uri="{02D57815-91ED-43cb-92C2-25804820EDAC}">
                        <c15:formulaRef>
                          <c15:sqref>Sheet1!$B$1</c15:sqref>
                        </c15:formulaRef>
                      </c:ext>
                    </c:extLst>
                    <c:strCache>
                      <c:ptCount val="1"/>
                      <c:pt idx="0">
                        <c:v>YTD</c:v>
                      </c:pt>
                    </c:strCache>
                  </c:strRef>
                </c:cat>
                <c:val>
                  <c:numRef>
                    <c:extLst>
                      <c:ext uri="{02D57815-91ED-43cb-92C2-25804820EDAC}">
                        <c15:formulaRef>
                          <c15:sqref>Sheet1!$B$5</c15:sqref>
                        </c15:formulaRef>
                      </c:ext>
                    </c:extLst>
                    <c:numCache>
                      <c:formatCode>0.0</c:formatCode>
                      <c:ptCount val="1"/>
                      <c:pt idx="0">
                        <c:v>19.772549019607844</c:v>
                      </c:pt>
                    </c:numCache>
                  </c:numRef>
                </c:val>
                <c:extLst>
                  <c:ext xmlns:c16="http://schemas.microsoft.com/office/drawing/2014/chart" uri="{C3380CC4-5D6E-409C-BE32-E72D297353CC}">
                    <c16:uniqueId val="{00000006-AFE9-43F0-9AB5-BE43FC01087C}"/>
                  </c:ext>
                </c:extLst>
              </c15:ser>
            </c15:filteredBarSeries>
            <c15:filteredBarSeries>
              <c15:ser>
                <c:idx val="4"/>
                <c:order val="4"/>
                <c:tx>
                  <c:strRef>
                    <c:extLst xmlns:c15="http://schemas.microsoft.com/office/drawing/2012/chart">
                      <c:ext xmlns:c15="http://schemas.microsoft.com/office/drawing/2012/chart" uri="{02D57815-91ED-43cb-92C2-25804820EDAC}">
                        <c15:formulaRef>
                          <c15:sqref>Sheet1!$A$6</c15:sqref>
                        </c15:formulaRef>
                      </c:ext>
                    </c:extLst>
                    <c:strCache>
                      <c:ptCount val="1"/>
                    </c:strCache>
                  </c:strRef>
                </c:tx>
                <c:spPr>
                  <a:no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xmlns:c15="http://schemas.microsoft.com/office/drawing/2012/char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extLst xmlns:c15="http://schemas.microsoft.com/office/drawing/2012/chart">
                      <c:ext xmlns:c15="http://schemas.microsoft.com/office/drawing/2012/chart" uri="{02D57815-91ED-43cb-92C2-25804820EDAC}">
                        <c15:formulaRef>
                          <c15:sqref>Sheet1!$B$1</c15:sqref>
                        </c15:formulaRef>
                      </c:ext>
                    </c:extLst>
                    <c:strCache>
                      <c:ptCount val="1"/>
                      <c:pt idx="0">
                        <c:v>YTD</c:v>
                      </c:pt>
                    </c:strCache>
                  </c:strRef>
                </c:cat>
                <c:val>
                  <c:numRef>
                    <c:extLst xmlns:c15="http://schemas.microsoft.com/office/drawing/2012/chart">
                      <c:ext xmlns:c15="http://schemas.microsoft.com/office/drawing/2012/chart" uri="{02D57815-91ED-43cb-92C2-25804820EDAC}">
                        <c15:formulaRef>
                          <c15:sqref>Sheet1!$B$6</c15:sqref>
                        </c15:formulaRef>
                      </c:ext>
                    </c:extLst>
                    <c:numCache>
                      <c:formatCode>0.0</c:formatCode>
                      <c:ptCount val="1"/>
                      <c:pt idx="0">
                        <c:v>19.772549019607844</c:v>
                      </c:pt>
                    </c:numCache>
                  </c:numRef>
                </c:val>
                <c:extLst xmlns:c15="http://schemas.microsoft.com/office/drawing/2012/chart">
                  <c:ext xmlns:c16="http://schemas.microsoft.com/office/drawing/2014/chart" uri="{C3380CC4-5D6E-409C-BE32-E72D297353CC}">
                    <c16:uniqueId val="{00000007-AFE9-43F0-9AB5-BE43FC01087C}"/>
                  </c:ext>
                </c:extLst>
              </c15:ser>
            </c15:filteredBarSeries>
          </c:ext>
        </c:extLst>
      </c:barChart>
      <c:valAx>
        <c:axId val="1047949359"/>
        <c:scaling>
          <c:orientation val="minMax"/>
          <c:max val="30"/>
          <c:min val="0"/>
        </c:scaling>
        <c:delete val="1"/>
        <c:axPos val="l"/>
        <c:numFmt formatCode="0.0" sourceLinked="1"/>
        <c:majorTickMark val="out"/>
        <c:minorTickMark val="none"/>
        <c:tickLblPos val="nextTo"/>
        <c:crossAx val="1047933999"/>
        <c:crosses val="autoZero"/>
        <c:crossBetween val="between"/>
        <c:majorUnit val="400"/>
      </c:valAx>
      <c:catAx>
        <c:axId val="1047933999"/>
        <c:scaling>
          <c:orientation val="minMax"/>
        </c:scaling>
        <c:delete val="0"/>
        <c:axPos val="b"/>
        <c:numFmt formatCode="General" sourceLinked="1"/>
        <c:majorTickMark val="out"/>
        <c:minorTickMark val="none"/>
        <c:tickLblPos val="low"/>
        <c:spPr>
          <a:noFill/>
          <a:ln w="9525" cap="flat" cmpd="sng" algn="ctr">
            <a:noFill/>
            <a:round/>
          </a:ln>
          <a:effectLst/>
        </c:spPr>
        <c:txPr>
          <a:bodyPr rot="-60000000" spcFirstLastPara="1" vertOverflow="ellipsis" vert="horz" wrap="square" anchor="ctr" anchorCtr="1"/>
          <a:lstStyle/>
          <a:p>
            <a:pPr>
              <a:defRPr sz="1000" b="0" i="0" u="none" strike="noStrike" kern="1200" baseline="0">
                <a:solidFill>
                  <a:schemeClr val="tx1">
                    <a:lumMod val="75000"/>
                    <a:lumOff val="25000"/>
                  </a:schemeClr>
                </a:solidFill>
                <a:latin typeface="+mn-lt"/>
                <a:ea typeface="+mn-ea"/>
                <a:cs typeface="+mn-cs"/>
              </a:defRPr>
            </a:pPr>
            <a:endParaRPr lang="en-US"/>
          </a:p>
        </c:txPr>
        <c:crossAx val="1047949359"/>
        <c:crosses val="autoZero"/>
        <c:auto val="1"/>
        <c:lblAlgn val="ctr"/>
        <c:lblOffset val="100"/>
        <c:noMultiLvlLbl val="0"/>
      </c:catAx>
      <c:valAx>
        <c:axId val="1502578207"/>
        <c:scaling>
          <c:orientation val="minMax"/>
          <c:max val="500"/>
          <c:min val="0"/>
        </c:scaling>
        <c:delete val="1"/>
        <c:axPos val="r"/>
        <c:numFmt formatCode="0.0" sourceLinked="1"/>
        <c:majorTickMark val="out"/>
        <c:minorTickMark val="none"/>
        <c:tickLblPos val="nextTo"/>
        <c:crossAx val="1502579167"/>
        <c:crosses val="max"/>
        <c:crossBetween val="between"/>
      </c:valAx>
      <c:catAx>
        <c:axId val="1502579167"/>
        <c:scaling>
          <c:orientation val="minMax"/>
        </c:scaling>
        <c:delete val="1"/>
        <c:axPos val="t"/>
        <c:numFmt formatCode="General" sourceLinked="1"/>
        <c:majorTickMark val="out"/>
        <c:minorTickMark val="none"/>
        <c:tickLblPos val="nextTo"/>
        <c:crossAx val="1502578207"/>
        <c:crosses val="max"/>
        <c:auto val="1"/>
        <c:lblAlgn val="ctr"/>
        <c:lblOffset val="100"/>
        <c:noMultiLvlLbl val="0"/>
      </c:catAx>
      <c:spPr>
        <a:noFill/>
        <a:ln>
          <a:noFill/>
        </a:ln>
        <a:effectLst/>
      </c:spPr>
    </c:plotArea>
    <c:legend>
      <c:legendPos val="t"/>
      <c:layout>
        <c:manualLayout>
          <c:xMode val="edge"/>
          <c:yMode val="edge"/>
          <c:x val="9.4535023426983902E-2"/>
          <c:y val="8.2942135692049224E-2"/>
          <c:w val="0.90546497657301606"/>
          <c:h val="0.1394054603468684"/>
        </c:manualLayout>
      </c:layout>
      <c:overlay val="0"/>
      <c:spPr>
        <a:noFill/>
        <a:ln>
          <a:noFill/>
        </a:ln>
        <a:effectLst/>
      </c:spPr>
      <c:txPr>
        <a:bodyPr rot="0" spcFirstLastPara="1" vertOverflow="ellipsis" vert="horz" wrap="square" anchor="ctr" anchorCtr="1"/>
        <a:lstStyle/>
        <a:p>
          <a:pPr>
            <a:defRPr sz="700" b="1" i="0" u="none" strike="noStrike" kern="1200" baseline="0">
              <a:solidFill>
                <a:schemeClr val="tx1">
                  <a:lumMod val="65000"/>
                  <a:lumOff val="35000"/>
                </a:schemeClr>
              </a:solidFill>
              <a:latin typeface="+mn-lt"/>
              <a:ea typeface="+mn-ea"/>
              <a:cs typeface="+mn-cs"/>
            </a:defRPr>
          </a:pPr>
          <a:endParaRPr lang="en-US"/>
        </a:p>
      </c:txPr>
    </c:legend>
    <c:plotVisOnly val="0"/>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3.0450626403753952E-2"/>
          <c:y val="0.34676916378749656"/>
          <c:w val="0.48127777758652146"/>
          <c:h val="0.46673339841793671"/>
        </c:manualLayout>
      </c:layout>
      <c:barChart>
        <c:barDir val="col"/>
        <c:grouping val="clustered"/>
        <c:varyColors val="0"/>
        <c:ser>
          <c:idx val="0"/>
          <c:order val="0"/>
          <c:tx>
            <c:strRef>
              <c:f>Sheet1!$A$2</c:f>
              <c:strCache>
                <c:ptCount val="1"/>
                <c:pt idx="0">
                  <c:v>Budget</c:v>
                </c:pt>
              </c:strCache>
            </c:strRef>
          </c:tx>
          <c:spPr>
            <a:noFill/>
            <a:ln w="28575">
              <a:solidFill>
                <a:schemeClr val="accent3">
                  <a:lumMod val="50000"/>
                </a:schemeClr>
              </a:solidFill>
            </a:ln>
            <a:effectLst>
              <a:outerShdw blurRad="63500" sx="102000" sy="102000" algn="ctr" rotWithShape="0">
                <a:prstClr val="black">
                  <a:alpha val="40000"/>
                </a:prstClr>
              </a:outerShdw>
            </a:effectLst>
          </c:spPr>
          <c:invertIfNegative val="0"/>
          <c:dPt>
            <c:idx val="0"/>
            <c:invertIfNegative val="0"/>
            <c:bubble3D val="0"/>
            <c:spPr>
              <a:noFill/>
              <a:ln w="19050">
                <a:solidFill>
                  <a:srgbClr val="989898"/>
                </a:solidFill>
              </a:ln>
              <a:effectLst>
                <a:outerShdw blurRad="63500" sx="102000" sy="102000" algn="ctr" rotWithShape="0">
                  <a:prstClr val="black">
                    <a:alpha val="40000"/>
                  </a:prstClr>
                </a:outerShdw>
              </a:effectLst>
            </c:spPr>
            <c:extLst>
              <c:ext xmlns:c16="http://schemas.microsoft.com/office/drawing/2014/chart" uri="{C3380CC4-5D6E-409C-BE32-E72D297353CC}">
                <c16:uniqueId val="{00000001-52C7-4AA2-BA6D-59EF21094C13}"/>
              </c:ext>
            </c:extLst>
          </c:dPt>
          <c:dLbls>
            <c:dLbl>
              <c:idx val="0"/>
              <c:layout>
                <c:manualLayout>
                  <c:x val="-7.2531622093726885E-4"/>
                  <c:y val="0.10176703362452238"/>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52C7-4AA2-BA6D-59EF21094C13}"/>
                </c:ext>
              </c:extLst>
            </c:dLbl>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rgbClr val="979797"/>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Sheet1!$B$1</c:f>
              <c:strCache>
                <c:ptCount val="1"/>
                <c:pt idx="0">
                  <c:v>MTD</c:v>
                </c:pt>
              </c:strCache>
            </c:strRef>
          </c:cat>
          <c:val>
            <c:numRef>
              <c:f>Sheet1!$B$2</c:f>
              <c:numCache>
                <c:formatCode>0.0</c:formatCode>
                <c:ptCount val="1"/>
                <c:pt idx="0">
                  <c:v>2.7562046701766785</c:v>
                </c:pt>
              </c:numCache>
            </c:numRef>
          </c:val>
          <c:extLst>
            <c:ext xmlns:c16="http://schemas.microsoft.com/office/drawing/2014/chart" uri="{C3380CC4-5D6E-409C-BE32-E72D297353CC}">
              <c16:uniqueId val="{00000002-52C7-4AA2-BA6D-59EF21094C13}"/>
            </c:ext>
          </c:extLst>
        </c:ser>
        <c:dLbls>
          <c:showLegendKey val="0"/>
          <c:showVal val="0"/>
          <c:showCatName val="0"/>
          <c:showSerName val="0"/>
          <c:showPercent val="0"/>
          <c:showBubbleSize val="0"/>
        </c:dLbls>
        <c:gapWidth val="261"/>
        <c:axId val="1047933999"/>
        <c:axId val="1047949359"/>
      </c:barChart>
      <c:barChart>
        <c:barDir val="col"/>
        <c:grouping val="clustered"/>
        <c:varyColors val="0"/>
        <c:ser>
          <c:idx val="1"/>
          <c:order val="1"/>
          <c:tx>
            <c:strRef>
              <c:f>Sheet1!$A$3</c:f>
              <c:strCache>
                <c:ptCount val="1"/>
                <c:pt idx="0">
                  <c:v>Actuals</c:v>
                </c:pt>
              </c:strCache>
            </c:strRef>
          </c:tx>
          <c:spPr>
            <a:solidFill>
              <a:schemeClr val="accent2"/>
            </a:solidFill>
            <a:ln>
              <a:noFill/>
            </a:ln>
            <a:effectLst/>
          </c:spPr>
          <c:invertIfNegative val="0"/>
          <c:dLbls>
            <c:dLbl>
              <c:idx val="0"/>
              <c:layout>
                <c:manualLayout>
                  <c:x val="1.2635206832842046E-3"/>
                  <c:y val="2.1342363265573226E-2"/>
                </c:manualLayout>
              </c:layout>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chemeClr val="accent2"/>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52C7-4AA2-BA6D-59EF21094C13}"/>
                </c:ext>
              </c:extLst>
            </c:dLbl>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chemeClr val="tx1">
                        <a:lumMod val="75000"/>
                        <a:lumOff val="25000"/>
                      </a:schemeClr>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accent4">
                          <a:lumMod val="60000"/>
                          <a:lumOff val="40000"/>
                        </a:schemeClr>
                      </a:solidFill>
                      <a:round/>
                    </a:ln>
                    <a:effectLst/>
                  </c:spPr>
                </c15:leaderLines>
              </c:ext>
            </c:extLst>
          </c:dLbls>
          <c:cat>
            <c:strRef>
              <c:f>Sheet1!$B$1</c:f>
              <c:strCache>
                <c:ptCount val="1"/>
                <c:pt idx="0">
                  <c:v>MTD</c:v>
                </c:pt>
              </c:strCache>
            </c:strRef>
          </c:cat>
          <c:val>
            <c:numRef>
              <c:f>Sheet1!$B$3</c:f>
              <c:numCache>
                <c:formatCode>0.0</c:formatCode>
                <c:ptCount val="1"/>
                <c:pt idx="0">
                  <c:v>4.1645146221000013</c:v>
                </c:pt>
              </c:numCache>
            </c:numRef>
          </c:val>
          <c:extLst>
            <c:ext xmlns:c16="http://schemas.microsoft.com/office/drawing/2014/chart" uri="{C3380CC4-5D6E-409C-BE32-E72D297353CC}">
              <c16:uniqueId val="{00000004-52C7-4AA2-BA6D-59EF21094C13}"/>
            </c:ext>
          </c:extLst>
        </c:ser>
        <c:ser>
          <c:idx val="2"/>
          <c:order val="2"/>
          <c:tx>
            <c:strRef>
              <c:f>Sheet1!$A$4</c:f>
              <c:strCache>
                <c:ptCount val="1"/>
              </c:strCache>
            </c:strRef>
          </c:tx>
          <c:spPr>
            <a:noFill/>
            <a:ln>
              <a:noFill/>
            </a:ln>
            <a:effectLst/>
          </c:spPr>
          <c:invertIfNegative val="0"/>
          <c:cat>
            <c:strRef>
              <c:f>Sheet1!$B$1</c:f>
              <c:strCache>
                <c:ptCount val="1"/>
                <c:pt idx="0">
                  <c:v>MTD</c:v>
                </c:pt>
              </c:strCache>
            </c:strRef>
          </c:cat>
          <c:val>
            <c:numRef>
              <c:f>Sheet1!$B$4</c:f>
              <c:numCache>
                <c:formatCode>0.0</c:formatCode>
                <c:ptCount val="1"/>
                <c:pt idx="0">
                  <c:v>2.7562046701766785</c:v>
                </c:pt>
              </c:numCache>
            </c:numRef>
          </c:val>
          <c:extLst>
            <c:ext xmlns:c16="http://schemas.microsoft.com/office/drawing/2014/chart" uri="{C3380CC4-5D6E-409C-BE32-E72D297353CC}">
              <c16:uniqueId val="{00000005-52C7-4AA2-BA6D-59EF21094C13}"/>
            </c:ext>
          </c:extLst>
        </c:ser>
        <c:ser>
          <c:idx val="3"/>
          <c:order val="3"/>
          <c:tx>
            <c:strRef>
              <c:f>Sheet1!$A$5</c:f>
              <c:strCache>
                <c:ptCount val="1"/>
              </c:strCache>
            </c:strRef>
          </c:tx>
          <c:spPr>
            <a:noFill/>
            <a:ln>
              <a:noFill/>
            </a:ln>
            <a:effectLst/>
          </c:spPr>
          <c:invertIfNegative val="0"/>
          <c:cat>
            <c:strRef>
              <c:f>Sheet1!$B$1</c:f>
              <c:strCache>
                <c:ptCount val="1"/>
                <c:pt idx="0">
                  <c:v>MTD</c:v>
                </c:pt>
              </c:strCache>
            </c:strRef>
          </c:cat>
          <c:val>
            <c:numRef>
              <c:f>Sheet1!$B$5</c:f>
              <c:numCache>
                <c:formatCode>0.0</c:formatCode>
                <c:ptCount val="1"/>
                <c:pt idx="0">
                  <c:v>2.7562046701766785</c:v>
                </c:pt>
              </c:numCache>
            </c:numRef>
          </c:val>
          <c:extLst>
            <c:ext xmlns:c16="http://schemas.microsoft.com/office/drawing/2014/chart" uri="{C3380CC4-5D6E-409C-BE32-E72D297353CC}">
              <c16:uniqueId val="{00000006-52C7-4AA2-BA6D-59EF21094C13}"/>
            </c:ext>
          </c:extLst>
        </c:ser>
        <c:dLbls>
          <c:showLegendKey val="0"/>
          <c:showVal val="0"/>
          <c:showCatName val="0"/>
          <c:showSerName val="0"/>
          <c:showPercent val="0"/>
          <c:showBubbleSize val="0"/>
        </c:dLbls>
        <c:gapWidth val="500"/>
        <c:overlap val="100"/>
        <c:axId val="1502579167"/>
        <c:axId val="1502578207"/>
      </c:barChart>
      <c:valAx>
        <c:axId val="1047949359"/>
        <c:scaling>
          <c:orientation val="minMax"/>
          <c:max val="8"/>
          <c:min val="0"/>
        </c:scaling>
        <c:delete val="1"/>
        <c:axPos val="l"/>
        <c:numFmt formatCode="0.0" sourceLinked="1"/>
        <c:majorTickMark val="out"/>
        <c:minorTickMark val="none"/>
        <c:tickLblPos val="nextTo"/>
        <c:crossAx val="1047933999"/>
        <c:crosses val="autoZero"/>
        <c:crossBetween val="between"/>
        <c:majorUnit val="400"/>
      </c:valAx>
      <c:catAx>
        <c:axId val="1047933999"/>
        <c:scaling>
          <c:orientation val="minMax"/>
        </c:scaling>
        <c:delete val="0"/>
        <c:axPos val="b"/>
        <c:numFmt formatCode="General" sourceLinked="1"/>
        <c:majorTickMark val="out"/>
        <c:minorTickMark val="none"/>
        <c:tickLblPos val="low"/>
        <c:spPr>
          <a:noFill/>
          <a:ln w="9525" cap="flat" cmpd="sng" algn="ctr">
            <a:noFill/>
            <a:round/>
          </a:ln>
          <a:effectLst/>
        </c:spPr>
        <c:txPr>
          <a:bodyPr rot="-60000000" spcFirstLastPara="1" vertOverflow="ellipsis" vert="horz" wrap="square" anchor="ctr" anchorCtr="1"/>
          <a:lstStyle/>
          <a:p>
            <a:pPr>
              <a:defRPr sz="1000" b="0" i="0" u="none" strike="noStrike" kern="1200" baseline="0">
                <a:solidFill>
                  <a:schemeClr val="tx1">
                    <a:lumMod val="75000"/>
                    <a:lumOff val="25000"/>
                  </a:schemeClr>
                </a:solidFill>
                <a:latin typeface="+mn-lt"/>
                <a:ea typeface="+mn-ea"/>
                <a:cs typeface="+mn-cs"/>
              </a:defRPr>
            </a:pPr>
            <a:endParaRPr lang="en-US"/>
          </a:p>
        </c:txPr>
        <c:crossAx val="1047949359"/>
        <c:crosses val="autoZero"/>
        <c:auto val="1"/>
        <c:lblAlgn val="ctr"/>
        <c:lblOffset val="100"/>
        <c:noMultiLvlLbl val="0"/>
      </c:catAx>
      <c:valAx>
        <c:axId val="1502578207"/>
        <c:scaling>
          <c:orientation val="minMax"/>
          <c:max val="8"/>
          <c:min val="0"/>
        </c:scaling>
        <c:delete val="1"/>
        <c:axPos val="r"/>
        <c:numFmt formatCode="0.0" sourceLinked="1"/>
        <c:majorTickMark val="out"/>
        <c:minorTickMark val="none"/>
        <c:tickLblPos val="nextTo"/>
        <c:crossAx val="1502579167"/>
        <c:crosses val="max"/>
        <c:crossBetween val="between"/>
      </c:valAx>
      <c:catAx>
        <c:axId val="1502579167"/>
        <c:scaling>
          <c:orientation val="minMax"/>
        </c:scaling>
        <c:delete val="1"/>
        <c:axPos val="b"/>
        <c:numFmt formatCode="General" sourceLinked="1"/>
        <c:majorTickMark val="out"/>
        <c:minorTickMark val="none"/>
        <c:tickLblPos val="nextTo"/>
        <c:crossAx val="1502578207"/>
        <c:crosses val="autoZero"/>
        <c:auto val="1"/>
        <c:lblAlgn val="ctr"/>
        <c:lblOffset val="100"/>
        <c:noMultiLvlLbl val="0"/>
      </c:catAx>
      <c:spPr>
        <a:noFill/>
        <a:ln>
          <a:noFill/>
        </a:ln>
        <a:effectLst/>
      </c:spPr>
    </c:plotArea>
    <c:plotVisOnly val="0"/>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6398750706854884"/>
          <c:y val="0.38130184884522633"/>
          <c:w val="0.27092967579943189"/>
          <c:h val="0.466757042002866"/>
        </c:manualLayout>
      </c:layout>
      <c:barChart>
        <c:barDir val="col"/>
        <c:grouping val="clustered"/>
        <c:varyColors val="0"/>
        <c:ser>
          <c:idx val="0"/>
          <c:order val="0"/>
          <c:tx>
            <c:strRef>
              <c:f>Sheet1!$A$2</c:f>
              <c:strCache>
                <c:ptCount val="1"/>
                <c:pt idx="0">
                  <c:v>LE2</c:v>
                </c:pt>
              </c:strCache>
            </c:strRef>
          </c:tx>
          <c:spPr>
            <a:noFill/>
            <a:ln w="19050">
              <a:solidFill>
                <a:srgbClr val="989898"/>
              </a:solidFill>
            </a:ln>
            <a:effectLst>
              <a:outerShdw blurRad="63500" sx="102000" sy="102000" algn="ctr" rotWithShape="0">
                <a:prstClr val="black">
                  <a:alpha val="40000"/>
                </a:prstClr>
              </a:outerShdw>
            </a:effectLst>
          </c:spPr>
          <c:invertIfNegative val="0"/>
          <c:dLbls>
            <c:dLbl>
              <c:idx val="0"/>
              <c:layout>
                <c:manualLayout>
                  <c:x val="-5.4836310815455501E-17"/>
                  <c:y val="0.2098259816926513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E072-4AD5-9CB6-87EF0E8E4369}"/>
                </c:ext>
              </c:extLst>
            </c:dLbl>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rgbClr val="969696"/>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Sheet1!$B$1</c:f>
              <c:strCache>
                <c:ptCount val="1"/>
                <c:pt idx="0">
                  <c:v>QTD</c:v>
                </c:pt>
              </c:strCache>
            </c:strRef>
          </c:cat>
          <c:val>
            <c:numRef>
              <c:f>Sheet1!$B$2</c:f>
              <c:numCache>
                <c:formatCode>0.0</c:formatCode>
                <c:ptCount val="1"/>
                <c:pt idx="0">
                  <c:v>19.49206349206349</c:v>
                </c:pt>
              </c:numCache>
            </c:numRef>
          </c:val>
          <c:extLst>
            <c:ext xmlns:c16="http://schemas.microsoft.com/office/drawing/2014/chart" uri="{C3380CC4-5D6E-409C-BE32-E72D297353CC}">
              <c16:uniqueId val="{00000001-E072-4AD5-9CB6-87EF0E8E4369}"/>
            </c:ext>
          </c:extLst>
        </c:ser>
        <c:dLbls>
          <c:showLegendKey val="0"/>
          <c:showVal val="1"/>
          <c:showCatName val="0"/>
          <c:showSerName val="0"/>
          <c:showPercent val="0"/>
          <c:showBubbleSize val="0"/>
        </c:dLbls>
        <c:gapWidth val="261"/>
        <c:axId val="1047933999"/>
        <c:axId val="1047949359"/>
      </c:barChart>
      <c:barChart>
        <c:barDir val="col"/>
        <c:grouping val="clustered"/>
        <c:varyColors val="0"/>
        <c:ser>
          <c:idx val="1"/>
          <c:order val="1"/>
          <c:tx>
            <c:strRef>
              <c:f>Sheet1!$A$3</c:f>
              <c:strCache>
                <c:ptCount val="1"/>
                <c:pt idx="0">
                  <c:v>Budget</c:v>
                </c:pt>
              </c:strCache>
            </c:strRef>
          </c:tx>
          <c:spPr>
            <a:noFill/>
            <a:ln w="19050">
              <a:solidFill>
                <a:schemeClr val="accent4">
                  <a:lumMod val="60000"/>
                  <a:lumOff val="40000"/>
                </a:schemeClr>
              </a:solidFill>
            </a:ln>
            <a:effectLst>
              <a:outerShdw blurRad="63500" sx="102000" sy="102000" algn="ctr" rotWithShape="0">
                <a:prstClr val="black">
                  <a:alpha val="40000"/>
                </a:prstClr>
              </a:outerShdw>
            </a:effectLst>
          </c:spPr>
          <c:invertIfNegative val="0"/>
          <c:dLbls>
            <c:dLbl>
              <c:idx val="0"/>
              <c:layout>
                <c:manualLayout>
                  <c:x val="-7.1786545251312991E-2"/>
                  <c:y val="0.15333437123693749"/>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E072-4AD5-9CB6-87EF0E8E4369}"/>
                </c:ext>
              </c:extLst>
            </c:dLbl>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rgbClr val="2AC8FE"/>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Sheet1!$B$1</c:f>
              <c:strCache>
                <c:ptCount val="1"/>
                <c:pt idx="0">
                  <c:v>QTD</c:v>
                </c:pt>
              </c:strCache>
            </c:strRef>
          </c:cat>
          <c:val>
            <c:numRef>
              <c:f>Sheet1!$B$3</c:f>
              <c:numCache>
                <c:formatCode>0.0</c:formatCode>
                <c:ptCount val="1"/>
              </c:numCache>
            </c:numRef>
          </c:val>
          <c:extLst>
            <c:ext xmlns:c16="http://schemas.microsoft.com/office/drawing/2014/chart" uri="{C3380CC4-5D6E-409C-BE32-E72D297353CC}">
              <c16:uniqueId val="{00000002-E072-4AD5-9CB6-87EF0E8E4369}"/>
            </c:ext>
          </c:extLst>
        </c:ser>
        <c:ser>
          <c:idx val="2"/>
          <c:order val="2"/>
          <c:tx>
            <c:strRef>
              <c:f>Sheet1!$A$4</c:f>
              <c:strCache>
                <c:ptCount val="1"/>
                <c:pt idx="0">
                  <c:v>Actuals</c:v>
                </c:pt>
              </c:strCache>
            </c:strRef>
          </c:tx>
          <c:spPr>
            <a:solidFill>
              <a:schemeClr val="accent2"/>
            </a:solidFill>
            <a:ln>
              <a:noFill/>
            </a:ln>
            <a:effectLst/>
          </c:spPr>
          <c:invertIfNegative val="0"/>
          <c:dLbls>
            <c:dLbl>
              <c:idx val="0"/>
              <c:layout>
                <c:manualLayout>
                  <c:x val="2.9911060521379852E-3"/>
                  <c:y val="-8.0702300651019736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E072-4AD5-9CB6-87EF0E8E4369}"/>
                </c:ext>
              </c:extLst>
            </c:dLbl>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rgbClr val="FFB71B"/>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Sheet1!$B$1</c:f>
              <c:strCache>
                <c:ptCount val="1"/>
                <c:pt idx="0">
                  <c:v>QTD</c:v>
                </c:pt>
              </c:strCache>
            </c:strRef>
          </c:cat>
          <c:val>
            <c:numRef>
              <c:f>Sheet1!$B$4</c:f>
              <c:numCache>
                <c:formatCode>0.0</c:formatCode>
                <c:ptCount val="1"/>
                <c:pt idx="0">
                  <c:v>20.857142857142858</c:v>
                </c:pt>
              </c:numCache>
            </c:numRef>
          </c:val>
          <c:extLst>
            <c:ext xmlns:c16="http://schemas.microsoft.com/office/drawing/2014/chart" uri="{C3380CC4-5D6E-409C-BE32-E72D297353CC}">
              <c16:uniqueId val="{00000004-E072-4AD5-9CB6-87EF0E8E4369}"/>
            </c:ext>
          </c:extLst>
        </c:ser>
        <c:dLbls>
          <c:showLegendKey val="0"/>
          <c:showVal val="1"/>
          <c:showCatName val="0"/>
          <c:showSerName val="0"/>
          <c:showPercent val="0"/>
          <c:showBubbleSize val="0"/>
        </c:dLbls>
        <c:gapWidth val="500"/>
        <c:overlap val="100"/>
        <c:axId val="1502579167"/>
        <c:axId val="1502578207"/>
        <c:extLst>
          <c:ext xmlns:c15="http://schemas.microsoft.com/office/drawing/2012/chart" uri="{02D57815-91ED-43cb-92C2-25804820EDAC}">
            <c15:filteredBarSeries>
              <c15:ser>
                <c:idx val="3"/>
                <c:order val="3"/>
                <c:tx>
                  <c:strRef>
                    <c:extLst>
                      <c:ext uri="{02D57815-91ED-43cb-92C2-25804820EDAC}">
                        <c15:formulaRef>
                          <c15:sqref>Sheet1!$A$5</c15:sqref>
                        </c15:formulaRef>
                      </c:ext>
                    </c:extLst>
                    <c:strCache>
                      <c:ptCount val="1"/>
                    </c:strCache>
                  </c:strRef>
                </c:tx>
                <c:spPr>
                  <a:no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uri="{CE6537A1-D6FC-4f65-9D91-7224C49458BB}">
                      <c15:showLeaderLines val="1"/>
                      <c15:leaderLines>
                        <c:spPr>
                          <a:ln w="9525" cap="flat" cmpd="sng" algn="ctr">
                            <a:solidFill>
                              <a:schemeClr val="tx1">
                                <a:lumMod val="35000"/>
                                <a:lumOff val="65000"/>
                              </a:schemeClr>
                            </a:solidFill>
                            <a:round/>
                          </a:ln>
                          <a:effectLst/>
                        </c:spPr>
                      </c15:leaderLines>
                    </c:ext>
                  </c:extLst>
                </c:dLbls>
                <c:cat>
                  <c:strRef>
                    <c:extLst>
                      <c:ext uri="{02D57815-91ED-43cb-92C2-25804820EDAC}">
                        <c15:formulaRef>
                          <c15:sqref>Sheet1!$B$1</c15:sqref>
                        </c15:formulaRef>
                      </c:ext>
                    </c:extLst>
                    <c:strCache>
                      <c:ptCount val="1"/>
                      <c:pt idx="0">
                        <c:v>QTD</c:v>
                      </c:pt>
                    </c:strCache>
                  </c:strRef>
                </c:cat>
                <c:val>
                  <c:numRef>
                    <c:extLst>
                      <c:ext uri="{02D57815-91ED-43cb-92C2-25804820EDAC}">
                        <c15:formulaRef>
                          <c15:sqref>Sheet1!$B$5</c15:sqref>
                        </c15:formulaRef>
                      </c:ext>
                    </c:extLst>
                    <c:numCache>
                      <c:formatCode>0.0</c:formatCode>
                      <c:ptCount val="1"/>
                      <c:pt idx="0">
                        <c:v>19.49206349206349</c:v>
                      </c:pt>
                    </c:numCache>
                  </c:numRef>
                </c:val>
                <c:extLst>
                  <c:ext xmlns:c16="http://schemas.microsoft.com/office/drawing/2014/chart" uri="{C3380CC4-5D6E-409C-BE32-E72D297353CC}">
                    <c16:uniqueId val="{00000005-E072-4AD5-9CB6-87EF0E8E4369}"/>
                  </c:ext>
                </c:extLst>
              </c15:ser>
            </c15:filteredBarSeries>
            <c15:filteredBarSeries>
              <c15:ser>
                <c:idx val="4"/>
                <c:order val="4"/>
                <c:tx>
                  <c:strRef>
                    <c:extLst xmlns:c15="http://schemas.microsoft.com/office/drawing/2012/chart">
                      <c:ext xmlns:c15="http://schemas.microsoft.com/office/drawing/2012/chart" uri="{02D57815-91ED-43cb-92C2-25804820EDAC}">
                        <c15:formulaRef>
                          <c15:sqref>Sheet1!$A$6</c15:sqref>
                        </c15:formulaRef>
                      </c:ext>
                    </c:extLst>
                    <c:strCache>
                      <c:ptCount val="1"/>
                    </c:strCache>
                  </c:strRef>
                </c:tx>
                <c:spPr>
                  <a:no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xmlns:c15="http://schemas.microsoft.com/office/drawing/2012/char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extLst xmlns:c15="http://schemas.microsoft.com/office/drawing/2012/chart">
                      <c:ext xmlns:c15="http://schemas.microsoft.com/office/drawing/2012/chart" uri="{02D57815-91ED-43cb-92C2-25804820EDAC}">
                        <c15:formulaRef>
                          <c15:sqref>Sheet1!$B$1</c15:sqref>
                        </c15:formulaRef>
                      </c:ext>
                    </c:extLst>
                    <c:strCache>
                      <c:ptCount val="1"/>
                      <c:pt idx="0">
                        <c:v>QTD</c:v>
                      </c:pt>
                    </c:strCache>
                  </c:strRef>
                </c:cat>
                <c:val>
                  <c:numRef>
                    <c:extLst xmlns:c15="http://schemas.microsoft.com/office/drawing/2012/chart">
                      <c:ext xmlns:c15="http://schemas.microsoft.com/office/drawing/2012/chart" uri="{02D57815-91ED-43cb-92C2-25804820EDAC}">
                        <c15:formulaRef>
                          <c15:sqref>Sheet1!$B$6</c15:sqref>
                        </c15:formulaRef>
                      </c:ext>
                    </c:extLst>
                    <c:numCache>
                      <c:formatCode>0.0</c:formatCode>
                      <c:ptCount val="1"/>
                      <c:pt idx="0">
                        <c:v>19.49206349206349</c:v>
                      </c:pt>
                    </c:numCache>
                  </c:numRef>
                </c:val>
                <c:extLst xmlns:c15="http://schemas.microsoft.com/office/drawing/2012/chart">
                  <c:ext xmlns:c16="http://schemas.microsoft.com/office/drawing/2014/chart" uri="{C3380CC4-5D6E-409C-BE32-E72D297353CC}">
                    <c16:uniqueId val="{00000007-E072-4AD5-9CB6-87EF0E8E4369}"/>
                  </c:ext>
                </c:extLst>
              </c15:ser>
            </c15:filteredBarSeries>
          </c:ext>
        </c:extLst>
      </c:barChart>
      <c:valAx>
        <c:axId val="1047949359"/>
        <c:scaling>
          <c:orientation val="minMax"/>
          <c:max val="30"/>
          <c:min val="0"/>
        </c:scaling>
        <c:delete val="1"/>
        <c:axPos val="l"/>
        <c:numFmt formatCode="0.0" sourceLinked="1"/>
        <c:majorTickMark val="out"/>
        <c:minorTickMark val="none"/>
        <c:tickLblPos val="nextTo"/>
        <c:crossAx val="1047933999"/>
        <c:crosses val="autoZero"/>
        <c:crossBetween val="between"/>
        <c:majorUnit val="400"/>
      </c:valAx>
      <c:catAx>
        <c:axId val="1047933999"/>
        <c:scaling>
          <c:orientation val="minMax"/>
        </c:scaling>
        <c:delete val="0"/>
        <c:axPos val="b"/>
        <c:numFmt formatCode="General" sourceLinked="1"/>
        <c:majorTickMark val="out"/>
        <c:minorTickMark val="none"/>
        <c:tickLblPos val="low"/>
        <c:spPr>
          <a:noFill/>
          <a:ln w="9525" cap="flat" cmpd="sng" algn="ctr">
            <a:noFill/>
            <a:round/>
          </a:ln>
          <a:effectLst/>
        </c:spPr>
        <c:txPr>
          <a:bodyPr rot="-60000000" spcFirstLastPara="1" vertOverflow="ellipsis" vert="horz" wrap="square" anchor="ctr" anchorCtr="1"/>
          <a:lstStyle/>
          <a:p>
            <a:pPr>
              <a:defRPr sz="1000" b="0" i="0" u="none" strike="noStrike" kern="1200" baseline="0">
                <a:solidFill>
                  <a:schemeClr val="tx1">
                    <a:lumMod val="75000"/>
                    <a:lumOff val="25000"/>
                  </a:schemeClr>
                </a:solidFill>
                <a:latin typeface="+mn-lt"/>
                <a:ea typeface="+mn-ea"/>
                <a:cs typeface="+mn-cs"/>
              </a:defRPr>
            </a:pPr>
            <a:endParaRPr lang="en-US"/>
          </a:p>
        </c:txPr>
        <c:crossAx val="1047949359"/>
        <c:crosses val="autoZero"/>
        <c:auto val="1"/>
        <c:lblAlgn val="ctr"/>
        <c:lblOffset val="100"/>
        <c:noMultiLvlLbl val="0"/>
      </c:catAx>
      <c:valAx>
        <c:axId val="1502578207"/>
        <c:scaling>
          <c:orientation val="minMax"/>
          <c:max val="8"/>
          <c:min val="0"/>
        </c:scaling>
        <c:delete val="1"/>
        <c:axPos val="r"/>
        <c:numFmt formatCode="0.0" sourceLinked="1"/>
        <c:majorTickMark val="out"/>
        <c:minorTickMark val="none"/>
        <c:tickLblPos val="nextTo"/>
        <c:crossAx val="1502579167"/>
        <c:crosses val="max"/>
        <c:crossBetween val="between"/>
      </c:valAx>
      <c:catAx>
        <c:axId val="1502579167"/>
        <c:scaling>
          <c:orientation val="minMax"/>
        </c:scaling>
        <c:delete val="1"/>
        <c:axPos val="t"/>
        <c:numFmt formatCode="General" sourceLinked="1"/>
        <c:majorTickMark val="out"/>
        <c:minorTickMark val="none"/>
        <c:tickLblPos val="nextTo"/>
        <c:crossAx val="1502578207"/>
        <c:crosses val="max"/>
        <c:auto val="1"/>
        <c:lblAlgn val="ctr"/>
        <c:lblOffset val="100"/>
        <c:noMultiLvlLbl val="0"/>
      </c:catAx>
      <c:spPr>
        <a:noFill/>
        <a:ln w="25400">
          <a:noFill/>
        </a:ln>
        <a:effectLst/>
      </c:spPr>
    </c:plotArea>
    <c:plotVisOnly val="0"/>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1.9142767610030548E-2"/>
          <c:y val="0.38676606033406036"/>
          <c:w val="0.49482668848260425"/>
          <c:h val="0.46673339841793671"/>
        </c:manualLayout>
      </c:layout>
      <c:barChart>
        <c:barDir val="col"/>
        <c:grouping val="clustered"/>
        <c:varyColors val="0"/>
        <c:ser>
          <c:idx val="0"/>
          <c:order val="0"/>
          <c:tx>
            <c:strRef>
              <c:f>Sheet1!$A$2</c:f>
              <c:strCache>
                <c:ptCount val="1"/>
                <c:pt idx="0">
                  <c:v>LE2</c:v>
                </c:pt>
              </c:strCache>
            </c:strRef>
          </c:tx>
          <c:spPr>
            <a:noFill/>
            <a:ln w="19050">
              <a:solidFill>
                <a:srgbClr val="989898"/>
              </a:solidFill>
            </a:ln>
            <a:effectLst>
              <a:outerShdw blurRad="63500" sx="102000" sy="102000" algn="ctr" rotWithShape="0">
                <a:prstClr val="black">
                  <a:alpha val="40000"/>
                </a:prstClr>
              </a:outerShdw>
            </a:effectLst>
          </c:spPr>
          <c:invertIfNegative val="0"/>
          <c:dLbls>
            <c:dLbl>
              <c:idx val="0"/>
              <c:layout>
                <c:manualLayout>
                  <c:x val="-3.9796544055675292E-3"/>
                  <c:y val="0.26689135455107016"/>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66F9-4636-9640-C216B82209C0}"/>
                </c:ext>
              </c:extLst>
            </c:dLbl>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rgbClr val="979797"/>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Sheet1!$B$1</c:f>
              <c:strCache>
                <c:ptCount val="1"/>
                <c:pt idx="0">
                  <c:v>MTD</c:v>
                </c:pt>
              </c:strCache>
            </c:strRef>
          </c:cat>
          <c:val>
            <c:numRef>
              <c:f>Sheet1!$B$2</c:f>
              <c:numCache>
                <c:formatCode>0.0</c:formatCode>
                <c:ptCount val="1"/>
                <c:pt idx="0">
                  <c:v>19.5</c:v>
                </c:pt>
              </c:numCache>
            </c:numRef>
          </c:val>
          <c:extLst>
            <c:ext xmlns:c16="http://schemas.microsoft.com/office/drawing/2014/chart" uri="{C3380CC4-5D6E-409C-BE32-E72D297353CC}">
              <c16:uniqueId val="{00000001-66F9-4636-9640-C216B82209C0}"/>
            </c:ext>
          </c:extLst>
        </c:ser>
        <c:dLbls>
          <c:showLegendKey val="0"/>
          <c:showVal val="0"/>
          <c:showCatName val="0"/>
          <c:showSerName val="0"/>
          <c:showPercent val="0"/>
          <c:showBubbleSize val="0"/>
        </c:dLbls>
        <c:gapWidth val="261"/>
        <c:axId val="1047933999"/>
        <c:axId val="1047949359"/>
      </c:barChart>
      <c:barChart>
        <c:barDir val="col"/>
        <c:grouping val="clustered"/>
        <c:varyColors val="0"/>
        <c:ser>
          <c:idx val="1"/>
          <c:order val="1"/>
          <c:tx>
            <c:strRef>
              <c:f>Sheet1!$A$3</c:f>
              <c:strCache>
                <c:ptCount val="1"/>
                <c:pt idx="0">
                  <c:v>Actuals</c:v>
                </c:pt>
              </c:strCache>
            </c:strRef>
          </c:tx>
          <c:spPr>
            <a:solidFill>
              <a:schemeClr val="accent2"/>
            </a:solidFill>
            <a:ln>
              <a:noFill/>
            </a:ln>
            <a:effectLst/>
          </c:spPr>
          <c:invertIfNegative val="0"/>
          <c:dLbls>
            <c:dLbl>
              <c:idx val="0"/>
              <c:layout>
                <c:manualLayout>
                  <c:x val="1.9851227425567865E-2"/>
                  <c:y val="4.5022446184025421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66F9-4636-9640-C216B82209C0}"/>
                </c:ext>
              </c:extLst>
            </c:dLbl>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rgbClr val="FFB71B"/>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accent4">
                          <a:lumMod val="60000"/>
                          <a:lumOff val="40000"/>
                        </a:schemeClr>
                      </a:solidFill>
                      <a:round/>
                    </a:ln>
                    <a:effectLst/>
                  </c:spPr>
                </c15:leaderLines>
              </c:ext>
            </c:extLst>
          </c:dLbls>
          <c:cat>
            <c:strRef>
              <c:f>Sheet1!$B$1</c:f>
              <c:strCache>
                <c:ptCount val="1"/>
                <c:pt idx="0">
                  <c:v>MTD</c:v>
                </c:pt>
              </c:strCache>
            </c:strRef>
          </c:cat>
          <c:val>
            <c:numRef>
              <c:f>Sheet1!$B$3</c:f>
              <c:numCache>
                <c:formatCode>0.0</c:formatCode>
                <c:ptCount val="1"/>
                <c:pt idx="0">
                  <c:v>22.636363636363637</c:v>
                </c:pt>
              </c:numCache>
            </c:numRef>
          </c:val>
          <c:extLst>
            <c:ext xmlns:c16="http://schemas.microsoft.com/office/drawing/2014/chart" uri="{C3380CC4-5D6E-409C-BE32-E72D297353CC}">
              <c16:uniqueId val="{00000003-66F9-4636-9640-C216B82209C0}"/>
            </c:ext>
          </c:extLst>
        </c:ser>
        <c:ser>
          <c:idx val="2"/>
          <c:order val="2"/>
          <c:tx>
            <c:strRef>
              <c:f>Sheet1!$A$4</c:f>
              <c:strCache>
                <c:ptCount val="1"/>
              </c:strCache>
            </c:strRef>
          </c:tx>
          <c:spPr>
            <a:noFill/>
            <a:ln>
              <a:noFill/>
            </a:ln>
            <a:effectLst/>
          </c:spPr>
          <c:invertIfNegative val="0"/>
          <c:cat>
            <c:strRef>
              <c:f>Sheet1!$B$1</c:f>
              <c:strCache>
                <c:ptCount val="1"/>
                <c:pt idx="0">
                  <c:v>MTD</c:v>
                </c:pt>
              </c:strCache>
            </c:strRef>
          </c:cat>
          <c:val>
            <c:numRef>
              <c:f>Sheet1!$B$4</c:f>
              <c:numCache>
                <c:formatCode>0.0</c:formatCode>
                <c:ptCount val="1"/>
                <c:pt idx="0">
                  <c:v>19.476190476190474</c:v>
                </c:pt>
              </c:numCache>
            </c:numRef>
          </c:val>
          <c:extLst>
            <c:ext xmlns:c16="http://schemas.microsoft.com/office/drawing/2014/chart" uri="{C3380CC4-5D6E-409C-BE32-E72D297353CC}">
              <c16:uniqueId val="{00000004-66F9-4636-9640-C216B82209C0}"/>
            </c:ext>
          </c:extLst>
        </c:ser>
        <c:ser>
          <c:idx val="3"/>
          <c:order val="3"/>
          <c:tx>
            <c:strRef>
              <c:f>Sheet1!$A$5</c:f>
              <c:strCache>
                <c:ptCount val="1"/>
              </c:strCache>
            </c:strRef>
          </c:tx>
          <c:spPr>
            <a:noFill/>
            <a:ln>
              <a:noFill/>
            </a:ln>
            <a:effectLst/>
          </c:spPr>
          <c:invertIfNegative val="0"/>
          <c:cat>
            <c:strRef>
              <c:f>Sheet1!$B$1</c:f>
              <c:strCache>
                <c:ptCount val="1"/>
                <c:pt idx="0">
                  <c:v>MTD</c:v>
                </c:pt>
              </c:strCache>
            </c:strRef>
          </c:cat>
          <c:val>
            <c:numRef>
              <c:f>Sheet1!$B$5</c:f>
              <c:numCache>
                <c:formatCode>0.0</c:formatCode>
                <c:ptCount val="1"/>
                <c:pt idx="0">
                  <c:v>19.476190476190474</c:v>
                </c:pt>
              </c:numCache>
            </c:numRef>
          </c:val>
          <c:extLst>
            <c:ext xmlns:c16="http://schemas.microsoft.com/office/drawing/2014/chart" uri="{C3380CC4-5D6E-409C-BE32-E72D297353CC}">
              <c16:uniqueId val="{00000005-66F9-4636-9640-C216B82209C0}"/>
            </c:ext>
          </c:extLst>
        </c:ser>
        <c:dLbls>
          <c:showLegendKey val="0"/>
          <c:showVal val="0"/>
          <c:showCatName val="0"/>
          <c:showSerName val="0"/>
          <c:showPercent val="0"/>
          <c:showBubbleSize val="0"/>
        </c:dLbls>
        <c:gapWidth val="500"/>
        <c:overlap val="100"/>
        <c:axId val="1502579167"/>
        <c:axId val="1502578207"/>
      </c:barChart>
      <c:valAx>
        <c:axId val="1047949359"/>
        <c:scaling>
          <c:orientation val="minMax"/>
          <c:max val="30"/>
          <c:min val="0"/>
        </c:scaling>
        <c:delete val="1"/>
        <c:axPos val="l"/>
        <c:numFmt formatCode="0.0" sourceLinked="1"/>
        <c:majorTickMark val="out"/>
        <c:minorTickMark val="none"/>
        <c:tickLblPos val="nextTo"/>
        <c:crossAx val="1047933999"/>
        <c:crosses val="autoZero"/>
        <c:crossBetween val="between"/>
        <c:majorUnit val="400"/>
      </c:valAx>
      <c:catAx>
        <c:axId val="1047933999"/>
        <c:scaling>
          <c:orientation val="minMax"/>
        </c:scaling>
        <c:delete val="0"/>
        <c:axPos val="b"/>
        <c:numFmt formatCode="General" sourceLinked="1"/>
        <c:majorTickMark val="out"/>
        <c:minorTickMark val="none"/>
        <c:tickLblPos val="low"/>
        <c:spPr>
          <a:noFill/>
          <a:ln w="9525" cap="flat" cmpd="sng" algn="ctr">
            <a:noFill/>
            <a:round/>
          </a:ln>
          <a:effectLst/>
        </c:spPr>
        <c:txPr>
          <a:bodyPr rot="-60000000" spcFirstLastPara="1" vertOverflow="ellipsis" vert="horz" wrap="square" anchor="ctr" anchorCtr="1"/>
          <a:lstStyle/>
          <a:p>
            <a:pPr>
              <a:defRPr sz="1000" b="0" i="0" u="none" strike="noStrike" kern="1200" baseline="0">
                <a:solidFill>
                  <a:srgbClr val="404040"/>
                </a:solidFill>
                <a:latin typeface="+mn-lt"/>
                <a:ea typeface="+mn-ea"/>
                <a:cs typeface="+mn-cs"/>
              </a:defRPr>
            </a:pPr>
            <a:endParaRPr lang="en-US"/>
          </a:p>
        </c:txPr>
        <c:crossAx val="1047949359"/>
        <c:crosses val="autoZero"/>
        <c:auto val="1"/>
        <c:lblAlgn val="ctr"/>
        <c:lblOffset val="100"/>
        <c:noMultiLvlLbl val="0"/>
      </c:catAx>
      <c:valAx>
        <c:axId val="1502578207"/>
        <c:scaling>
          <c:orientation val="minMax"/>
          <c:max val="8"/>
          <c:min val="0"/>
        </c:scaling>
        <c:delete val="1"/>
        <c:axPos val="r"/>
        <c:numFmt formatCode="0.0" sourceLinked="1"/>
        <c:majorTickMark val="out"/>
        <c:minorTickMark val="none"/>
        <c:tickLblPos val="nextTo"/>
        <c:crossAx val="1502579167"/>
        <c:crosses val="max"/>
        <c:crossBetween val="between"/>
      </c:valAx>
      <c:catAx>
        <c:axId val="1502579167"/>
        <c:scaling>
          <c:orientation val="minMax"/>
        </c:scaling>
        <c:delete val="1"/>
        <c:axPos val="b"/>
        <c:numFmt formatCode="General" sourceLinked="1"/>
        <c:majorTickMark val="out"/>
        <c:minorTickMark val="none"/>
        <c:tickLblPos val="nextTo"/>
        <c:crossAx val="1502578207"/>
        <c:crosses val="autoZero"/>
        <c:auto val="1"/>
        <c:lblAlgn val="ctr"/>
        <c:lblOffset val="100"/>
        <c:noMultiLvlLbl val="0"/>
      </c:catAx>
      <c:spPr>
        <a:noFill/>
        <a:ln>
          <a:noFill/>
        </a:ln>
        <a:effectLst/>
      </c:spPr>
    </c:plotArea>
    <c:plotVisOnly val="0"/>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userShapes r:id="rId4"/>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manualLayout>
          <c:layoutTarget val="inner"/>
          <c:xMode val="edge"/>
          <c:yMode val="edge"/>
          <c:x val="9.421273512685914E-2"/>
          <c:y val="0.23262946404811322"/>
          <c:w val="0.78163779154017188"/>
          <c:h val="0.59755308957368669"/>
        </c:manualLayout>
      </c:layout>
      <c:barChart>
        <c:barDir val="col"/>
        <c:grouping val="stacked"/>
        <c:varyColors val="0"/>
        <c:ser>
          <c:idx val="0"/>
          <c:order val="0"/>
          <c:tx>
            <c:strRef>
              <c:f>Sheet1!$B$1</c:f>
              <c:strCache>
                <c:ptCount val="1"/>
                <c:pt idx="0">
                  <c:v>Academic</c:v>
                </c:pt>
              </c:strCache>
            </c:strRef>
          </c:tx>
          <c:spPr>
            <a:solidFill>
              <a:schemeClr val="accent1">
                <a:shade val="65000"/>
              </a:schemeClr>
            </a:solidFill>
            <a:ln>
              <a:noFill/>
            </a:ln>
            <a:effectLst/>
          </c:spPr>
          <c:invertIfNegative val="0"/>
          <c:dLbls>
            <c:dLbl>
              <c:idx val="0"/>
              <c:dLblPos val="ctr"/>
              <c:showLegendKey val="0"/>
              <c:showVal val="1"/>
              <c:showCatName val="0"/>
              <c:showSerName val="0"/>
              <c:showPercent val="0"/>
              <c:showBubbleSize val="0"/>
              <c:extLst>
                <c:ext xmlns:c15="http://schemas.microsoft.com/office/drawing/2012/chart" uri="{CE6537A1-D6FC-4f65-9D91-7224C49458BB}">
                  <c15:layout>
                    <c:manualLayout>
                      <c:w val="0.24787975549303595"/>
                      <c:h val="0.18072608973335466"/>
                    </c:manualLayout>
                  </c15:layout>
                </c:ext>
                <c:ext xmlns:c16="http://schemas.microsoft.com/office/drawing/2014/chart" uri="{C3380CC4-5D6E-409C-BE32-E72D297353CC}">
                  <c16:uniqueId val="{00000001-AF76-4843-BE83-1E575EDAA7FD}"/>
                </c:ext>
              </c:extLst>
            </c:dLbl>
            <c:spPr>
              <a:noFill/>
              <a:ln>
                <a:noFill/>
              </a:ln>
              <a:effectLst/>
            </c:spPr>
            <c:txPr>
              <a:bodyPr rot="0" spcFirstLastPara="1" vertOverflow="ellipsis" vert="horz" wrap="square" lIns="38100" tIns="19050" rIns="38100" bIns="19050" anchor="ctr" anchorCtr="1">
                <a:spAutoFit/>
              </a:bodyPr>
              <a:lstStyle/>
              <a:p>
                <a:pPr>
                  <a:defRPr sz="800" b="1"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Account Type</c:v>
                </c:pt>
              </c:strCache>
            </c:strRef>
          </c:cat>
          <c:val>
            <c:numRef>
              <c:f>Sheet1!$B$2</c:f>
              <c:numCache>
                <c:formatCode>0%</c:formatCode>
                <c:ptCount val="1"/>
                <c:pt idx="0">
                  <c:v>0.52227342549923195</c:v>
                </c:pt>
              </c:numCache>
            </c:numRef>
          </c:val>
          <c:extLst>
            <c:ext xmlns:c16="http://schemas.microsoft.com/office/drawing/2014/chart" uri="{C3380CC4-5D6E-409C-BE32-E72D297353CC}">
              <c16:uniqueId val="{00000000-16B1-4C13-82B5-4CF84E883F9B}"/>
            </c:ext>
          </c:extLst>
        </c:ser>
        <c:ser>
          <c:idx val="1"/>
          <c:order val="1"/>
          <c:tx>
            <c:strRef>
              <c:f>Sheet1!$C$1</c:f>
              <c:strCache>
                <c:ptCount val="1"/>
                <c:pt idx="0">
                  <c:v>Non Academic - Hospital</c:v>
                </c:pt>
              </c:strCache>
            </c:strRef>
          </c:tx>
          <c:spPr>
            <a:solidFill>
              <a:srgbClr val="9CD0D9"/>
            </a:solidFill>
            <a:ln>
              <a:noFill/>
            </a:ln>
            <a:effectLst/>
          </c:spPr>
          <c:invertIfNegative val="0"/>
          <c:dLbls>
            <c:dLbl>
              <c:idx val="0"/>
              <c:showLegendKey val="0"/>
              <c:showVal val="1"/>
              <c:showCatName val="0"/>
              <c:showSerName val="0"/>
              <c:showPercent val="0"/>
              <c:showBubbleSize val="0"/>
              <c:extLst>
                <c:ext xmlns:c15="http://schemas.microsoft.com/office/drawing/2012/chart" uri="{CE6537A1-D6FC-4f65-9D91-7224C49458BB}">
                  <c15:layout>
                    <c:manualLayout>
                      <c:w val="0.23750821760629806"/>
                      <c:h val="0.18072608973335466"/>
                    </c:manualLayout>
                  </c15:layout>
                </c:ext>
                <c:ext xmlns:c16="http://schemas.microsoft.com/office/drawing/2014/chart" uri="{C3380CC4-5D6E-409C-BE32-E72D297353CC}">
                  <c16:uniqueId val="{00000000-AF76-4843-BE83-1E575EDAA7FD}"/>
                </c:ext>
              </c:extLst>
            </c:dLbl>
            <c:spPr>
              <a:noFill/>
              <a:ln>
                <a:noFill/>
              </a:ln>
              <a:effectLst/>
            </c:spPr>
            <c:txPr>
              <a:bodyPr rot="0" spcFirstLastPara="1" vertOverflow="ellipsis" vert="horz" wrap="square" lIns="38100" tIns="19050" rIns="38100" bIns="19050" anchor="ctr" anchorCtr="1">
                <a:spAutoFit/>
              </a:bodyPr>
              <a:lstStyle/>
              <a:p>
                <a:pPr>
                  <a:defRPr sz="800" b="1"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Account Type</c:v>
                </c:pt>
              </c:strCache>
            </c:strRef>
          </c:cat>
          <c:val>
            <c:numRef>
              <c:f>Sheet1!$C$2</c:f>
              <c:numCache>
                <c:formatCode>0%</c:formatCode>
                <c:ptCount val="1"/>
                <c:pt idx="0">
                  <c:v>0.27265745007680492</c:v>
                </c:pt>
              </c:numCache>
            </c:numRef>
          </c:val>
          <c:extLst>
            <c:ext xmlns:c16="http://schemas.microsoft.com/office/drawing/2014/chart" uri="{C3380CC4-5D6E-409C-BE32-E72D297353CC}">
              <c16:uniqueId val="{00000001-16B1-4C13-82B5-4CF84E883F9B}"/>
            </c:ext>
          </c:extLst>
        </c:ser>
        <c:ser>
          <c:idx val="2"/>
          <c:order val="2"/>
          <c:tx>
            <c:strRef>
              <c:f>Sheet1!$D$1</c:f>
              <c:strCache>
                <c:ptCount val="1"/>
                <c:pt idx="0">
                  <c:v>Non Academic - Clinic</c:v>
                </c:pt>
              </c:strCache>
            </c:strRef>
          </c:tx>
          <c:spPr>
            <a:solidFill>
              <a:schemeClr val="accent1">
                <a:lumMod val="60000"/>
                <a:lumOff val="40000"/>
              </a:schemeClr>
            </a:solidFill>
            <a:ln>
              <a:noFill/>
            </a:ln>
            <a:effectLst/>
          </c:spPr>
          <c:invertIfNegative val="0"/>
          <c:dLbls>
            <c:dLbl>
              <c:idx val="0"/>
              <c:dLblPos val="ctr"/>
              <c:showLegendKey val="0"/>
              <c:showVal val="1"/>
              <c:showCatName val="0"/>
              <c:showSerName val="0"/>
              <c:showPercent val="0"/>
              <c:showBubbleSize val="0"/>
              <c:extLst>
                <c:ext xmlns:c15="http://schemas.microsoft.com/office/drawing/2012/chart" uri="{CE6537A1-D6FC-4f65-9D91-7224C49458BB}">
                  <c15:layout>
                    <c:manualLayout>
                      <c:w val="0.24787975549303595"/>
                      <c:h val="0.18072608973335466"/>
                    </c:manualLayout>
                  </c15:layout>
                </c:ext>
                <c:ext xmlns:c16="http://schemas.microsoft.com/office/drawing/2014/chart" uri="{C3380CC4-5D6E-409C-BE32-E72D297353CC}">
                  <c16:uniqueId val="{00000001-19B0-4DB0-9C21-0545D757D9F1}"/>
                </c:ext>
              </c:extLst>
            </c:dLbl>
            <c:spPr>
              <a:noFill/>
              <a:ln>
                <a:noFill/>
              </a:ln>
              <a:effectLst/>
            </c:spPr>
            <c:txPr>
              <a:bodyPr rot="0" spcFirstLastPara="1" vertOverflow="ellipsis" vert="horz" wrap="square" lIns="38100" tIns="19050" rIns="38100" bIns="19050" anchor="ctr" anchorCtr="1">
                <a:spAutoFit/>
              </a:bodyPr>
              <a:lstStyle/>
              <a:p>
                <a:pPr>
                  <a:defRPr sz="800" b="1"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Account Type</c:v>
                </c:pt>
              </c:strCache>
            </c:strRef>
          </c:cat>
          <c:val>
            <c:numRef>
              <c:f>Sheet1!$D$2</c:f>
              <c:numCache>
                <c:formatCode>0%</c:formatCode>
                <c:ptCount val="1"/>
                <c:pt idx="0">
                  <c:v>0.20506912442396313</c:v>
                </c:pt>
              </c:numCache>
            </c:numRef>
          </c:val>
          <c:extLst>
            <c:ext xmlns:c16="http://schemas.microsoft.com/office/drawing/2014/chart" uri="{C3380CC4-5D6E-409C-BE32-E72D297353CC}">
              <c16:uniqueId val="{00000000-19B0-4DB0-9C21-0545D757D9F1}"/>
            </c:ext>
          </c:extLst>
        </c:ser>
        <c:dLbls>
          <c:showLegendKey val="0"/>
          <c:showVal val="0"/>
          <c:showCatName val="0"/>
          <c:showSerName val="0"/>
          <c:showPercent val="0"/>
          <c:showBubbleSize val="0"/>
        </c:dLbls>
        <c:gapWidth val="140"/>
        <c:overlap val="100"/>
        <c:axId val="195021951"/>
        <c:axId val="195014879"/>
      </c:barChart>
      <c:catAx>
        <c:axId val="195021951"/>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75000"/>
                    <a:lumOff val="25000"/>
                  </a:schemeClr>
                </a:solidFill>
                <a:latin typeface="+mn-lt"/>
                <a:ea typeface="+mn-ea"/>
                <a:cs typeface="Arial" panose="020B0604020202020204" pitchFamily="34" charset="0"/>
              </a:defRPr>
            </a:pPr>
            <a:endParaRPr lang="en-US"/>
          </a:p>
        </c:txPr>
        <c:crossAx val="195014879"/>
        <c:crosses val="autoZero"/>
        <c:auto val="1"/>
        <c:lblAlgn val="ctr"/>
        <c:lblOffset val="100"/>
        <c:noMultiLvlLbl val="0"/>
      </c:catAx>
      <c:valAx>
        <c:axId val="195014879"/>
        <c:scaling>
          <c:orientation val="minMax"/>
          <c:max val="1"/>
        </c:scaling>
        <c:delete val="1"/>
        <c:axPos val="l"/>
        <c:numFmt formatCode="0%" sourceLinked="1"/>
        <c:majorTickMark val="out"/>
        <c:minorTickMark val="none"/>
        <c:tickLblPos val="nextTo"/>
        <c:crossAx val="195021951"/>
        <c:crosses val="autoZero"/>
        <c:crossBetween val="between"/>
      </c:valAx>
      <c:spPr>
        <a:noFill/>
        <a:ln>
          <a:noFill/>
        </a:ln>
        <a:effectLst/>
      </c:spPr>
    </c:plotArea>
    <c:legend>
      <c:legendPos val="t"/>
      <c:layout>
        <c:manualLayout>
          <c:xMode val="edge"/>
          <c:yMode val="edge"/>
          <c:x val="0"/>
          <c:y val="2.534727766246208E-2"/>
          <c:w val="0.90665615901935881"/>
          <c:h val="0.18358148384693171"/>
        </c:manualLayout>
      </c:layout>
      <c:overlay val="0"/>
      <c:spPr>
        <a:noFill/>
        <a:ln>
          <a:noFill/>
        </a:ln>
        <a:effectLst/>
      </c:spPr>
      <c:txPr>
        <a:bodyPr rot="0" spcFirstLastPara="1" vertOverflow="ellipsis" vert="horz" wrap="square" anchor="ctr" anchorCtr="1"/>
        <a:lstStyle/>
        <a:p>
          <a:pPr>
            <a:defRPr sz="6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19050">
      <a:noFill/>
    </a:ln>
    <a:effectLst/>
  </c:spPr>
  <c:txPr>
    <a:bodyPr/>
    <a:lstStyle/>
    <a:p>
      <a:pPr>
        <a:defRPr/>
      </a:pPr>
      <a:endParaRPr lang="en-US"/>
    </a:p>
  </c:txPr>
  <c:externalData r:id="rId3">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5.5622069340056292E-2"/>
          <c:y val="0.27156932478071144"/>
          <c:w val="0.88875586131988737"/>
          <c:h val="0.46658227070629865"/>
        </c:manualLayout>
      </c:layout>
      <c:barChart>
        <c:barDir val="col"/>
        <c:grouping val="clustered"/>
        <c:varyColors val="0"/>
        <c:ser>
          <c:idx val="0"/>
          <c:order val="0"/>
          <c:tx>
            <c:strRef>
              <c:f>Sheet1!$B$1</c:f>
              <c:strCache>
                <c:ptCount val="1"/>
                <c:pt idx="0">
                  <c:v>R8W</c:v>
                </c:pt>
              </c:strCache>
            </c:strRef>
          </c:tx>
          <c:spPr>
            <a:solidFill>
              <a:schemeClr val="accent1"/>
            </a:solidFill>
            <a:ln>
              <a:noFill/>
            </a:ln>
            <a:effectLst/>
          </c:spPr>
          <c:invertIfNegative val="0"/>
          <c:dLbls>
            <c:dLbl>
              <c:idx val="0"/>
              <c:layout>
                <c:manualLayout>
                  <c:x val="1.4057777465382722E-2"/>
                  <c:y val="4.3747364824087288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95C5-4806-BC50-D6CA42CDD474}"/>
                </c:ext>
              </c:extLst>
            </c:dLbl>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Demand Growth%</c:v>
                </c:pt>
                <c:pt idx="1">
                  <c:v>Contribution% to Nation</c:v>
                </c:pt>
              </c:strCache>
            </c:strRef>
          </c:cat>
          <c:val>
            <c:numRef>
              <c:f>Sheet1!$B$2:$B$3</c:f>
              <c:numCache>
                <c:formatCode>0%</c:formatCode>
                <c:ptCount val="2"/>
                <c:pt idx="0">
                  <c:v>0.11494252873563227</c:v>
                </c:pt>
                <c:pt idx="1">
                  <c:v>0.45754716981132076</c:v>
                </c:pt>
              </c:numCache>
            </c:numRef>
          </c:val>
          <c:extLst>
            <c:ext xmlns:c16="http://schemas.microsoft.com/office/drawing/2014/chart" uri="{C3380CC4-5D6E-409C-BE32-E72D297353CC}">
              <c16:uniqueId val="{00000000-8CE3-44FC-850B-DE3C38CBFD85}"/>
            </c:ext>
          </c:extLst>
        </c:ser>
        <c:ser>
          <c:idx val="1"/>
          <c:order val="1"/>
          <c:tx>
            <c:strRef>
              <c:f>Sheet1!$C$1</c:f>
              <c:strCache>
                <c:ptCount val="1"/>
                <c:pt idx="0">
                  <c:v>R4W</c:v>
                </c:pt>
              </c:strCache>
            </c:strRef>
          </c:tx>
          <c:spPr>
            <a:solidFill>
              <a:srgbClr val="9CD0D9"/>
            </a:solidFill>
            <a:ln>
              <a:noFill/>
            </a:ln>
            <a:effectLst/>
          </c:spPr>
          <c:invertIfNegative val="0"/>
          <c:dLbls>
            <c:dLbl>
              <c:idx val="0"/>
              <c:layout>
                <c:manualLayout>
                  <c:x val="0"/>
                  <c:y val="1.7499634864514148E-2"/>
                </c:manualLayout>
              </c:layout>
              <c:spPr>
                <a:noFill/>
                <a:ln>
                  <a:noFill/>
                </a:ln>
                <a:effectLst/>
              </c:spPr>
              <c:txPr>
                <a:bodyPr rot="0" spcFirstLastPara="1" vertOverflow="ellipsis" vert="horz" wrap="square" lIns="38100" tIns="19050" rIns="38100" bIns="19050" anchor="ctr" anchorCtr="1">
                  <a:noAutofit/>
                </a:bodyPr>
                <a:lstStyle/>
                <a:p>
                  <a:pPr>
                    <a:defRPr sz="8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15:layout>
                    <c:manualLayout>
                      <c:w val="0.20861741758627961"/>
                      <c:h val="0.10670016727338864"/>
                    </c:manualLayout>
                  </c15:layout>
                </c:ext>
                <c:ext xmlns:c16="http://schemas.microsoft.com/office/drawing/2014/chart" uri="{C3380CC4-5D6E-409C-BE32-E72D297353CC}">
                  <c16:uniqueId val="{00000000-EA85-4756-918C-5D557E1E30FA}"/>
                </c:ext>
              </c:extLst>
            </c:dLbl>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Demand Growth%</c:v>
                </c:pt>
                <c:pt idx="1">
                  <c:v>Contribution% to Nation</c:v>
                </c:pt>
              </c:strCache>
            </c:strRef>
          </c:cat>
          <c:val>
            <c:numRef>
              <c:f>Sheet1!$C$2:$C$3</c:f>
              <c:numCache>
                <c:formatCode>0%</c:formatCode>
                <c:ptCount val="2"/>
                <c:pt idx="0">
                  <c:v>0</c:v>
                </c:pt>
                <c:pt idx="1">
                  <c:v>0.45011600928074247</c:v>
                </c:pt>
              </c:numCache>
            </c:numRef>
          </c:val>
          <c:extLst>
            <c:ext xmlns:c16="http://schemas.microsoft.com/office/drawing/2014/chart" uri="{C3380CC4-5D6E-409C-BE32-E72D297353CC}">
              <c16:uniqueId val="{00000001-8CE3-44FC-850B-DE3C38CBFD85}"/>
            </c:ext>
          </c:extLst>
        </c:ser>
        <c:dLbls>
          <c:showLegendKey val="0"/>
          <c:showVal val="0"/>
          <c:showCatName val="0"/>
          <c:showSerName val="0"/>
          <c:showPercent val="0"/>
          <c:showBubbleSize val="0"/>
        </c:dLbls>
        <c:gapWidth val="219"/>
        <c:overlap val="-27"/>
        <c:axId val="91293215"/>
        <c:axId val="1675424192"/>
      </c:barChart>
      <c:catAx>
        <c:axId val="91293215"/>
        <c:scaling>
          <c:orientation val="minMax"/>
        </c:scaling>
        <c:delete val="0"/>
        <c:axPos val="b"/>
        <c:numFmt formatCode="General" sourceLinked="1"/>
        <c:majorTickMark val="none"/>
        <c:minorTickMark val="none"/>
        <c:tickLblPos val="low"/>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75000"/>
                    <a:lumOff val="25000"/>
                  </a:schemeClr>
                </a:solidFill>
                <a:latin typeface="+mn-lt"/>
                <a:ea typeface="+mn-ea"/>
                <a:cs typeface="+mn-cs"/>
              </a:defRPr>
            </a:pPr>
            <a:endParaRPr lang="en-US"/>
          </a:p>
        </c:txPr>
        <c:crossAx val="1675424192"/>
        <c:crosses val="autoZero"/>
        <c:auto val="1"/>
        <c:lblAlgn val="ctr"/>
        <c:lblOffset val="100"/>
        <c:noMultiLvlLbl val="0"/>
      </c:catAx>
      <c:valAx>
        <c:axId val="1675424192"/>
        <c:scaling>
          <c:orientation val="minMax"/>
        </c:scaling>
        <c:delete val="1"/>
        <c:axPos val="l"/>
        <c:numFmt formatCode="0%" sourceLinked="1"/>
        <c:majorTickMark val="none"/>
        <c:minorTickMark val="none"/>
        <c:tickLblPos val="nextTo"/>
        <c:crossAx val="91293215"/>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19050">
      <a:solidFill>
        <a:srgbClr val="989898"/>
      </a:solidFill>
    </a:ln>
    <a:effectLst/>
  </c:spPr>
  <c:txPr>
    <a:bodyPr/>
    <a:lstStyle/>
    <a:p>
      <a:pPr>
        <a:defRPr/>
      </a:pPr>
      <a:endParaRPr lang="en-US"/>
    </a:p>
  </c:txPr>
  <c:externalData r:id="rId3">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3.9275707595308955E-2"/>
          <c:y val="0.30331621983846191"/>
          <c:w val="0.92144858480938208"/>
          <c:h val="0.43367419682981867"/>
        </c:manualLayout>
      </c:layout>
      <c:barChart>
        <c:barDir val="col"/>
        <c:grouping val="clustered"/>
        <c:varyColors val="0"/>
        <c:ser>
          <c:idx val="0"/>
          <c:order val="0"/>
          <c:tx>
            <c:strRef>
              <c:f>Sheet1!$B$1</c:f>
              <c:strCache>
                <c:ptCount val="1"/>
                <c:pt idx="0">
                  <c:v>PP4W</c:v>
                </c:pt>
              </c:strCache>
            </c:strRef>
          </c:tx>
          <c:spPr>
            <a:solidFill>
              <a:schemeClr val="accent1">
                <a:lumMod val="20000"/>
                <a:lumOff val="8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New Accounts</c:v>
                </c:pt>
                <c:pt idx="1">
                  <c:v>Ordering Accounts</c:v>
                </c:pt>
                <c:pt idx="2">
                  <c:v>Vials per ordering account</c:v>
                </c:pt>
              </c:strCache>
            </c:strRef>
          </c:cat>
          <c:val>
            <c:numRef>
              <c:f>Sheet1!$B$2:$B$4</c:f>
              <c:numCache>
                <c:formatCode>0</c:formatCode>
                <c:ptCount val="3"/>
                <c:pt idx="0">
                  <c:v>3</c:v>
                </c:pt>
                <c:pt idx="1">
                  <c:v>83</c:v>
                </c:pt>
                <c:pt idx="2">
                  <c:v>4.7951807228915664</c:v>
                </c:pt>
              </c:numCache>
            </c:numRef>
          </c:val>
          <c:extLst>
            <c:ext xmlns:c16="http://schemas.microsoft.com/office/drawing/2014/chart" uri="{C3380CC4-5D6E-409C-BE32-E72D297353CC}">
              <c16:uniqueId val="{00000003-C6A6-41E4-AD29-9DA9BBD681A9}"/>
            </c:ext>
          </c:extLst>
        </c:ser>
        <c:ser>
          <c:idx val="1"/>
          <c:order val="1"/>
          <c:tx>
            <c:strRef>
              <c:f>Sheet1!$C$1</c:f>
              <c:strCache>
                <c:ptCount val="1"/>
                <c:pt idx="0">
                  <c:v>P4W</c:v>
                </c:pt>
              </c:strCache>
            </c:strRef>
          </c:tx>
          <c:spPr>
            <a:solidFill>
              <a:srgbClr val="9CD0D9"/>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New Accounts</c:v>
                </c:pt>
                <c:pt idx="1">
                  <c:v>Ordering Accounts</c:v>
                </c:pt>
                <c:pt idx="2">
                  <c:v>Vials per ordering account</c:v>
                </c:pt>
              </c:strCache>
            </c:strRef>
          </c:cat>
          <c:val>
            <c:numRef>
              <c:f>Sheet1!$C$2:$C$4</c:f>
              <c:numCache>
                <c:formatCode>0</c:formatCode>
                <c:ptCount val="3"/>
                <c:pt idx="0">
                  <c:v>8</c:v>
                </c:pt>
                <c:pt idx="1">
                  <c:v>83</c:v>
                </c:pt>
                <c:pt idx="2">
                  <c:v>5.024096385542169</c:v>
                </c:pt>
              </c:numCache>
            </c:numRef>
          </c:val>
          <c:extLst>
            <c:ext xmlns:c16="http://schemas.microsoft.com/office/drawing/2014/chart" uri="{C3380CC4-5D6E-409C-BE32-E72D297353CC}">
              <c16:uniqueId val="{00000007-C6A6-41E4-AD29-9DA9BBD681A9}"/>
            </c:ext>
          </c:extLst>
        </c:ser>
        <c:ser>
          <c:idx val="2"/>
          <c:order val="2"/>
          <c:tx>
            <c:strRef>
              <c:f>Sheet1!$D$1</c:f>
              <c:strCache>
                <c:ptCount val="1"/>
                <c:pt idx="0">
                  <c:v>R4W</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New Accounts</c:v>
                </c:pt>
                <c:pt idx="1">
                  <c:v>Ordering Accounts</c:v>
                </c:pt>
                <c:pt idx="2">
                  <c:v>Vials per ordering account</c:v>
                </c:pt>
              </c:strCache>
            </c:strRef>
          </c:cat>
          <c:val>
            <c:numRef>
              <c:f>Sheet1!$D$2:$D$4</c:f>
              <c:numCache>
                <c:formatCode>0</c:formatCode>
                <c:ptCount val="3"/>
                <c:pt idx="0">
                  <c:v>1</c:v>
                </c:pt>
                <c:pt idx="1">
                  <c:v>82</c:v>
                </c:pt>
                <c:pt idx="2">
                  <c:v>5.2560975609756095</c:v>
                </c:pt>
              </c:numCache>
            </c:numRef>
          </c:val>
          <c:extLst>
            <c:ext xmlns:c16="http://schemas.microsoft.com/office/drawing/2014/chart" uri="{C3380CC4-5D6E-409C-BE32-E72D297353CC}">
              <c16:uniqueId val="{00000000-4271-471F-8B0F-14ED5B6FD91C}"/>
            </c:ext>
          </c:extLst>
        </c:ser>
        <c:dLbls>
          <c:showLegendKey val="0"/>
          <c:showVal val="0"/>
          <c:showCatName val="0"/>
          <c:showSerName val="0"/>
          <c:showPercent val="0"/>
          <c:showBubbleSize val="0"/>
        </c:dLbls>
        <c:gapWidth val="219"/>
        <c:overlap val="-27"/>
        <c:axId val="91293215"/>
        <c:axId val="1675424192"/>
      </c:barChart>
      <c:catAx>
        <c:axId val="91293215"/>
        <c:scaling>
          <c:orientation val="minMax"/>
        </c:scaling>
        <c:delete val="0"/>
        <c:axPos val="b"/>
        <c:numFmt formatCode="General" sourceLinked="1"/>
        <c:majorTickMark val="none"/>
        <c:minorTickMark val="none"/>
        <c:tickLblPos val="low"/>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lumMod val="75000"/>
                    <a:lumOff val="25000"/>
                  </a:schemeClr>
                </a:solidFill>
                <a:latin typeface="+mn-lt"/>
                <a:ea typeface="+mn-ea"/>
                <a:cs typeface="+mn-cs"/>
              </a:defRPr>
            </a:pPr>
            <a:endParaRPr lang="en-US"/>
          </a:p>
        </c:txPr>
        <c:crossAx val="1675424192"/>
        <c:crosses val="autoZero"/>
        <c:auto val="1"/>
        <c:lblAlgn val="ctr"/>
        <c:lblOffset val="100"/>
        <c:noMultiLvlLbl val="0"/>
      </c:catAx>
      <c:valAx>
        <c:axId val="1675424192"/>
        <c:scaling>
          <c:orientation val="minMax"/>
        </c:scaling>
        <c:delete val="1"/>
        <c:axPos val="l"/>
        <c:numFmt formatCode="0" sourceLinked="1"/>
        <c:majorTickMark val="none"/>
        <c:minorTickMark val="none"/>
        <c:tickLblPos val="nextTo"/>
        <c:crossAx val="91293215"/>
        <c:crosses val="autoZero"/>
        <c:crossBetween val="between"/>
      </c:valAx>
      <c:spPr>
        <a:noFill/>
        <a:ln>
          <a:noFill/>
        </a:ln>
        <a:effectLst/>
      </c:spPr>
    </c:plotArea>
    <c:legend>
      <c:legendPos val="t"/>
      <c:layout>
        <c:manualLayout>
          <c:xMode val="edge"/>
          <c:yMode val="edge"/>
          <c:x val="0.34950176227146956"/>
          <c:y val="3.4822092012579825E-2"/>
          <c:w val="0.44628734479029591"/>
          <c:h val="0.13884897905464874"/>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19050">
      <a:solidFill>
        <a:srgbClr val="989898"/>
      </a:solidFill>
    </a:ln>
    <a:effectLst/>
  </c:spPr>
  <c:txPr>
    <a:bodyPr/>
    <a:lstStyle/>
    <a:p>
      <a:pPr>
        <a:defRPr/>
      </a:pPr>
      <a:endParaRPr lang="en-US"/>
    </a:p>
  </c:txPr>
  <c:externalData r:id="rId3">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manualLayout>
          <c:layoutTarget val="inner"/>
          <c:xMode val="edge"/>
          <c:yMode val="edge"/>
          <c:x val="0.12666286801561366"/>
          <c:y val="0.22418019176388299"/>
          <c:w val="0.6901425005174171"/>
          <c:h val="0.60599889390027939"/>
        </c:manualLayout>
      </c:layout>
      <c:barChart>
        <c:barDir val="col"/>
        <c:grouping val="stacked"/>
        <c:varyColors val="0"/>
        <c:ser>
          <c:idx val="0"/>
          <c:order val="0"/>
          <c:tx>
            <c:strRef>
              <c:f>Sheet1!$B$1</c:f>
              <c:strCache>
                <c:ptCount val="1"/>
                <c:pt idx="0">
                  <c:v>Commercial</c:v>
                </c:pt>
              </c:strCache>
            </c:strRef>
          </c:tx>
          <c:spPr>
            <a:solidFill>
              <a:schemeClr val="accent1">
                <a:shade val="76000"/>
              </a:schemeClr>
            </a:solidFill>
            <a:ln>
              <a:noFill/>
            </a:ln>
            <a:effectLst/>
          </c:spPr>
          <c:invertIfNegative val="0"/>
          <c:dLbls>
            <c:dLbl>
              <c:idx val="0"/>
              <c:dLblPos val="ctr"/>
              <c:showLegendKey val="0"/>
              <c:showVal val="1"/>
              <c:showCatName val="0"/>
              <c:showSerName val="0"/>
              <c:showPercent val="0"/>
              <c:showBubbleSize val="0"/>
              <c:extLst>
                <c:ext xmlns:c15="http://schemas.microsoft.com/office/drawing/2012/chart" uri="{CE6537A1-D6FC-4f65-9D91-7224C49458BB}">
                  <c15:layout>
                    <c:manualLayout>
                      <c:w val="0.31003053838033479"/>
                      <c:h val="0.18079140037415722"/>
                    </c:manualLayout>
                  </c15:layout>
                </c:ext>
                <c:ext xmlns:c16="http://schemas.microsoft.com/office/drawing/2014/chart" uri="{C3380CC4-5D6E-409C-BE32-E72D297353CC}">
                  <c16:uniqueId val="{00000001-D051-458B-A67E-21E9A1705B94}"/>
                </c:ext>
              </c:extLst>
            </c:dLbl>
            <c:spPr>
              <a:noFill/>
              <a:ln>
                <a:noFill/>
              </a:ln>
              <a:effectLst/>
            </c:spPr>
            <c:txPr>
              <a:bodyPr rot="0" spcFirstLastPara="1" vertOverflow="ellipsis" vert="horz" wrap="square" lIns="38100" tIns="19050" rIns="38100" bIns="19050" anchor="ctr" anchorCtr="1">
                <a:spAutoFit/>
              </a:bodyPr>
              <a:lstStyle/>
              <a:p>
                <a:pPr>
                  <a:defRPr sz="800" b="1"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Channel Type</c:v>
                </c:pt>
              </c:strCache>
            </c:strRef>
          </c:cat>
          <c:val>
            <c:numRef>
              <c:f>Sheet1!$B$2</c:f>
              <c:numCache>
                <c:formatCode>0%</c:formatCode>
                <c:ptCount val="1"/>
                <c:pt idx="0">
                  <c:v>0.99508599508599505</c:v>
                </c:pt>
              </c:numCache>
            </c:numRef>
          </c:val>
          <c:extLst>
            <c:ext xmlns:c16="http://schemas.microsoft.com/office/drawing/2014/chart" uri="{C3380CC4-5D6E-409C-BE32-E72D297353CC}">
              <c16:uniqueId val="{00000000-1E94-4381-A1CB-7F8705BDE57F}"/>
            </c:ext>
          </c:extLst>
        </c:ser>
        <c:ser>
          <c:idx val="1"/>
          <c:order val="1"/>
          <c:tx>
            <c:strRef>
              <c:f>Sheet1!$C$1</c:f>
              <c:strCache>
                <c:ptCount val="1"/>
                <c:pt idx="0">
                  <c:v>PAP</c:v>
                </c:pt>
              </c:strCache>
            </c:strRef>
          </c:tx>
          <c:spPr>
            <a:solidFill>
              <a:srgbClr val="9CD0D9"/>
            </a:solidFill>
            <a:ln>
              <a:noFill/>
            </a:ln>
            <a:effectLst/>
          </c:spPr>
          <c:invertIfNegative val="0"/>
          <c:dLbls>
            <c:dLbl>
              <c:idx val="0"/>
              <c:layout>
                <c:manualLayout>
                  <c:x val="-8.6864646716490902E-3"/>
                  <c:y val="2.5356437640134212E-2"/>
                </c:manualLayout>
              </c:layout>
              <c:spPr>
                <a:noFill/>
                <a:ln>
                  <a:noFill/>
                </a:ln>
                <a:effectLst/>
              </c:spPr>
              <c:txPr>
                <a:bodyPr rot="0" spcFirstLastPara="1" vertOverflow="ellipsis" vert="horz" wrap="square" lIns="38100" tIns="19050" rIns="38100" bIns="19050" anchor="ctr" anchorCtr="1">
                  <a:spAutoFit/>
                </a:bodyPr>
                <a:lstStyle/>
                <a:p>
                  <a:pPr>
                    <a:defRPr sz="800" b="1"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15:layout>
                    <c:manualLayout>
                      <c:w val="0.30063338862916605"/>
                      <c:h val="0.18079140037415722"/>
                    </c:manualLayout>
                  </c15:layout>
                </c:ext>
                <c:ext xmlns:c16="http://schemas.microsoft.com/office/drawing/2014/chart" uri="{C3380CC4-5D6E-409C-BE32-E72D297353CC}">
                  <c16:uniqueId val="{00000000-D051-458B-A67E-21E9A1705B94}"/>
                </c:ext>
              </c:extLst>
            </c:dLbl>
            <c:spPr>
              <a:noFill/>
              <a:ln>
                <a:noFill/>
              </a:ln>
              <a:effectLst/>
            </c:spPr>
            <c:txPr>
              <a:bodyPr rot="0" spcFirstLastPara="1" vertOverflow="ellipsis" vert="horz" wrap="square" lIns="38100" tIns="19050" rIns="38100" bIns="19050" anchor="ctr" anchorCtr="1">
                <a:spAutoFit/>
              </a:bodyPr>
              <a:lstStyle/>
              <a:p>
                <a:pPr>
                  <a:defRPr sz="800" b="1"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Channel Type</c:v>
                </c:pt>
              </c:strCache>
            </c:strRef>
          </c:cat>
          <c:val>
            <c:numRef>
              <c:f>Sheet1!$C$2</c:f>
              <c:numCache>
                <c:formatCode>0%</c:formatCode>
                <c:ptCount val="1"/>
                <c:pt idx="0">
                  <c:v>4.9140049140049139E-3</c:v>
                </c:pt>
              </c:numCache>
            </c:numRef>
          </c:val>
          <c:extLst>
            <c:ext xmlns:c16="http://schemas.microsoft.com/office/drawing/2014/chart" uri="{C3380CC4-5D6E-409C-BE32-E72D297353CC}">
              <c16:uniqueId val="{00000001-1E94-4381-A1CB-7F8705BDE57F}"/>
            </c:ext>
          </c:extLst>
        </c:ser>
        <c:dLbls>
          <c:showLegendKey val="0"/>
          <c:showVal val="0"/>
          <c:showCatName val="0"/>
          <c:showSerName val="0"/>
          <c:showPercent val="0"/>
          <c:showBubbleSize val="0"/>
        </c:dLbls>
        <c:gapWidth val="78"/>
        <c:overlap val="100"/>
        <c:axId val="195021951"/>
        <c:axId val="195014879"/>
      </c:barChart>
      <c:catAx>
        <c:axId val="195021951"/>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75000"/>
                    <a:lumOff val="25000"/>
                  </a:schemeClr>
                </a:solidFill>
                <a:latin typeface="Arial" panose="020B0604020202020204" pitchFamily="34" charset="0"/>
                <a:ea typeface="+mn-ea"/>
                <a:cs typeface="Arial" panose="020B0604020202020204" pitchFamily="34" charset="0"/>
              </a:defRPr>
            </a:pPr>
            <a:endParaRPr lang="en-US"/>
          </a:p>
        </c:txPr>
        <c:crossAx val="195014879"/>
        <c:crosses val="autoZero"/>
        <c:auto val="1"/>
        <c:lblAlgn val="ctr"/>
        <c:lblOffset val="100"/>
        <c:noMultiLvlLbl val="0"/>
      </c:catAx>
      <c:valAx>
        <c:axId val="195014879"/>
        <c:scaling>
          <c:orientation val="minMax"/>
          <c:max val="1"/>
          <c:min val="0.60000000000000009"/>
        </c:scaling>
        <c:delete val="1"/>
        <c:axPos val="l"/>
        <c:numFmt formatCode="0%" sourceLinked="1"/>
        <c:majorTickMark val="out"/>
        <c:minorTickMark val="none"/>
        <c:tickLblPos val="nextTo"/>
        <c:crossAx val="195021951"/>
        <c:crosses val="autoZero"/>
        <c:crossBetween val="between"/>
      </c:valAx>
      <c:spPr>
        <a:noFill/>
        <a:ln>
          <a:noFill/>
        </a:ln>
        <a:effectLst/>
      </c:spPr>
    </c:plotArea>
    <c:legend>
      <c:legendPos val="t"/>
      <c:layout>
        <c:manualLayout>
          <c:xMode val="edge"/>
          <c:yMode val="edge"/>
          <c:x val="3.037814809229377E-2"/>
          <c:y val="0"/>
          <c:w val="0.89828302675834537"/>
          <c:h val="0.1724157896733412"/>
        </c:manualLayout>
      </c:layout>
      <c:overlay val="0"/>
      <c:spPr>
        <a:noFill/>
        <a:ln>
          <a:noFill/>
        </a:ln>
        <a:effectLst/>
      </c:spPr>
      <c:txPr>
        <a:bodyPr rot="0" spcFirstLastPara="1" vertOverflow="ellipsis" vert="horz" wrap="square" anchor="ctr" anchorCtr="1"/>
        <a:lstStyle/>
        <a:p>
          <a:pPr>
            <a:defRPr sz="6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19050">
      <a:noFill/>
    </a:ln>
    <a:effectLst/>
  </c:spPr>
  <c:txPr>
    <a:bodyPr/>
    <a:lstStyle/>
    <a:p>
      <a:pPr>
        <a:defRPr/>
      </a:pPr>
      <a:endParaRPr lang="en-US"/>
    </a:p>
  </c:txPr>
  <c:externalData r:id="rId3">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manualLayout>
          <c:layoutTarget val="inner"/>
          <c:xMode val="edge"/>
          <c:yMode val="edge"/>
          <c:x val="9.4212471760852026E-2"/>
          <c:y val="0.22418019176388299"/>
          <c:w val="0.67984975538176362"/>
          <c:h val="0.60921337142788679"/>
        </c:manualLayout>
      </c:layout>
      <c:barChart>
        <c:barDir val="col"/>
        <c:grouping val="stacked"/>
        <c:varyColors val="0"/>
        <c:ser>
          <c:idx val="0"/>
          <c:order val="0"/>
          <c:tx>
            <c:strRef>
              <c:f>Sheet1!$B$1</c:f>
              <c:strCache>
                <c:ptCount val="1"/>
                <c:pt idx="0">
                  <c:v>340B</c:v>
                </c:pt>
              </c:strCache>
            </c:strRef>
          </c:tx>
          <c:spPr>
            <a:solidFill>
              <a:schemeClr val="accent1">
                <a:shade val="65000"/>
              </a:schemeClr>
            </a:solidFill>
            <a:ln>
              <a:noFill/>
            </a:ln>
            <a:effectLst/>
          </c:spPr>
          <c:invertIfNegative val="0"/>
          <c:dLbls>
            <c:dLbl>
              <c:idx val="0"/>
              <c:dLblPos val="ctr"/>
              <c:showLegendKey val="0"/>
              <c:showVal val="1"/>
              <c:showCatName val="0"/>
              <c:showSerName val="0"/>
              <c:showPercent val="0"/>
              <c:showBubbleSize val="0"/>
              <c:extLst>
                <c:ext xmlns:c15="http://schemas.microsoft.com/office/drawing/2012/chart" uri="{CE6537A1-D6FC-4f65-9D91-7224C49458BB}">
                  <c15:layout>
                    <c:manualLayout>
                      <c:w val="0.31233800488762398"/>
                      <c:h val="0.18079140037415722"/>
                    </c:manualLayout>
                  </c15:layout>
                </c:ext>
                <c:ext xmlns:c16="http://schemas.microsoft.com/office/drawing/2014/chart" uri="{C3380CC4-5D6E-409C-BE32-E72D297353CC}">
                  <c16:uniqueId val="{00000001-E283-405C-AC28-93D0BA4224EE}"/>
                </c:ext>
              </c:extLst>
            </c:dLbl>
            <c:spPr>
              <a:noFill/>
              <a:ln>
                <a:noFill/>
              </a:ln>
              <a:effectLst/>
            </c:spPr>
            <c:txPr>
              <a:bodyPr rot="0" spcFirstLastPara="1" vertOverflow="ellipsis" vert="horz" wrap="square" lIns="38100" tIns="19050" rIns="38100" bIns="19050" anchor="ctr" anchorCtr="1">
                <a:spAutoFit/>
              </a:bodyPr>
              <a:lstStyle/>
              <a:p>
                <a:pPr>
                  <a:defRPr sz="800" b="1"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Channel Type</c:v>
                </c:pt>
              </c:strCache>
            </c:strRef>
          </c:cat>
          <c:val>
            <c:numRef>
              <c:f>Sheet1!$B$2</c:f>
              <c:numCache>
                <c:formatCode>0%</c:formatCode>
                <c:ptCount val="1"/>
                <c:pt idx="0">
                  <c:v>0.38051750380517502</c:v>
                </c:pt>
              </c:numCache>
            </c:numRef>
          </c:val>
          <c:extLst>
            <c:ext xmlns:c16="http://schemas.microsoft.com/office/drawing/2014/chart" uri="{C3380CC4-5D6E-409C-BE32-E72D297353CC}">
              <c16:uniqueId val="{00000000-AF57-4A41-B551-4977A14015CF}"/>
            </c:ext>
          </c:extLst>
        </c:ser>
        <c:ser>
          <c:idx val="1"/>
          <c:order val="1"/>
          <c:tx>
            <c:strRef>
              <c:f>Sheet1!$C$1</c:f>
              <c:strCache>
                <c:ptCount val="1"/>
                <c:pt idx="0">
                  <c:v>Non-340B</c:v>
                </c:pt>
              </c:strCache>
            </c:strRef>
          </c:tx>
          <c:spPr>
            <a:solidFill>
              <a:srgbClr val="9CD0D9"/>
            </a:solidFill>
            <a:ln>
              <a:noFill/>
            </a:ln>
            <a:effectLst/>
          </c:spPr>
          <c:invertIfNegative val="0"/>
          <c:dLbls>
            <c:dLbl>
              <c:idx val="0"/>
              <c:showLegendKey val="0"/>
              <c:showVal val="1"/>
              <c:showCatName val="0"/>
              <c:showSerName val="0"/>
              <c:showPercent val="0"/>
              <c:showBubbleSize val="0"/>
              <c:extLst>
                <c:ext xmlns:c15="http://schemas.microsoft.com/office/drawing/2012/chart" uri="{CE6537A1-D6FC-4f65-9D91-7224C49458BB}">
                  <c15:layout>
                    <c:manualLayout>
                      <c:w val="0.28911584839040283"/>
                      <c:h val="0.18079140037415722"/>
                    </c:manualLayout>
                  </c15:layout>
                </c:ext>
                <c:ext xmlns:c16="http://schemas.microsoft.com/office/drawing/2014/chart" uri="{C3380CC4-5D6E-409C-BE32-E72D297353CC}">
                  <c16:uniqueId val="{00000000-E283-405C-AC28-93D0BA4224EE}"/>
                </c:ext>
              </c:extLst>
            </c:dLbl>
            <c:spPr>
              <a:noFill/>
              <a:ln>
                <a:noFill/>
              </a:ln>
              <a:effectLst/>
            </c:spPr>
            <c:txPr>
              <a:bodyPr rot="0" spcFirstLastPara="1" vertOverflow="ellipsis" vert="horz" wrap="square" lIns="38100" tIns="19050" rIns="38100" bIns="19050" anchor="ctr" anchorCtr="1">
                <a:spAutoFit/>
              </a:bodyPr>
              <a:lstStyle/>
              <a:p>
                <a:pPr>
                  <a:defRPr sz="800" b="1"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Channel Type</c:v>
                </c:pt>
              </c:strCache>
            </c:strRef>
          </c:cat>
          <c:val>
            <c:numRef>
              <c:f>Sheet1!$C$2</c:f>
              <c:numCache>
                <c:formatCode>0%</c:formatCode>
                <c:ptCount val="1"/>
                <c:pt idx="0">
                  <c:v>0.54948249619482503</c:v>
                </c:pt>
              </c:numCache>
            </c:numRef>
          </c:val>
          <c:extLst>
            <c:ext xmlns:c16="http://schemas.microsoft.com/office/drawing/2014/chart" uri="{C3380CC4-5D6E-409C-BE32-E72D297353CC}">
              <c16:uniqueId val="{00000001-AF57-4A41-B551-4977A14015CF}"/>
            </c:ext>
          </c:extLst>
        </c:ser>
        <c:ser>
          <c:idx val="2"/>
          <c:order val="2"/>
          <c:tx>
            <c:strRef>
              <c:f>Sheet1!$D$1</c:f>
              <c:strCache>
                <c:ptCount val="1"/>
                <c:pt idx="0">
                  <c:v>Medicaid</c:v>
                </c:pt>
              </c:strCache>
            </c:strRef>
          </c:tx>
          <c:spPr>
            <a:solidFill>
              <a:schemeClr val="accent1">
                <a:tint val="65000"/>
              </a:schemeClr>
            </a:solidFill>
            <a:ln>
              <a:noFill/>
            </a:ln>
            <a:effectLst/>
          </c:spPr>
          <c:invertIfNegative val="0"/>
          <c:dLbls>
            <c:dLbl>
              <c:idx val="0"/>
              <c:layout>
                <c:manualLayout>
                  <c:x val="0"/>
                  <c:y val="1.69042917600895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B634-4BCD-95EE-28C5B8C2F641}"/>
                </c:ext>
              </c:extLst>
            </c:dLbl>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Channel Type</c:v>
                </c:pt>
              </c:strCache>
            </c:strRef>
          </c:cat>
          <c:val>
            <c:numRef>
              <c:f>Sheet1!$D$2</c:f>
              <c:numCache>
                <c:formatCode>0%</c:formatCode>
                <c:ptCount val="1"/>
                <c:pt idx="0">
                  <c:v>7.0000000000000007E-2</c:v>
                </c:pt>
              </c:numCache>
            </c:numRef>
          </c:val>
          <c:extLst>
            <c:ext xmlns:c16="http://schemas.microsoft.com/office/drawing/2014/chart" uri="{C3380CC4-5D6E-409C-BE32-E72D297353CC}">
              <c16:uniqueId val="{00000000-9D09-49CA-A5E7-974EFB383352}"/>
            </c:ext>
          </c:extLst>
        </c:ser>
        <c:dLbls>
          <c:showLegendKey val="0"/>
          <c:showVal val="0"/>
          <c:showCatName val="0"/>
          <c:showSerName val="0"/>
          <c:showPercent val="0"/>
          <c:showBubbleSize val="0"/>
        </c:dLbls>
        <c:gapWidth val="88"/>
        <c:overlap val="100"/>
        <c:axId val="195021951"/>
        <c:axId val="195014879"/>
      </c:barChart>
      <c:catAx>
        <c:axId val="195021951"/>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75000"/>
                    <a:lumOff val="25000"/>
                  </a:schemeClr>
                </a:solidFill>
                <a:latin typeface="Arial" panose="020B0604020202020204" pitchFamily="34" charset="0"/>
                <a:ea typeface="+mn-ea"/>
                <a:cs typeface="Arial" panose="020B0604020202020204" pitchFamily="34" charset="0"/>
              </a:defRPr>
            </a:pPr>
            <a:endParaRPr lang="en-US"/>
          </a:p>
        </c:txPr>
        <c:crossAx val="195014879"/>
        <c:crosses val="autoZero"/>
        <c:auto val="1"/>
        <c:lblAlgn val="ctr"/>
        <c:lblOffset val="100"/>
        <c:noMultiLvlLbl val="0"/>
      </c:catAx>
      <c:valAx>
        <c:axId val="195014879"/>
        <c:scaling>
          <c:orientation val="minMax"/>
          <c:max val="1"/>
        </c:scaling>
        <c:delete val="1"/>
        <c:axPos val="l"/>
        <c:numFmt formatCode="0%" sourceLinked="1"/>
        <c:majorTickMark val="out"/>
        <c:minorTickMark val="none"/>
        <c:tickLblPos val="nextTo"/>
        <c:crossAx val="195021951"/>
        <c:crosses val="autoZero"/>
        <c:crossBetween val="between"/>
      </c:valAx>
      <c:spPr>
        <a:noFill/>
        <a:ln>
          <a:noFill/>
        </a:ln>
        <a:effectLst/>
      </c:spPr>
    </c:plotArea>
    <c:legend>
      <c:legendPos val="t"/>
      <c:layout>
        <c:manualLayout>
          <c:xMode val="edge"/>
          <c:yMode val="edge"/>
          <c:x val="0"/>
          <c:y val="4.2260729400223747E-2"/>
          <c:w val="0.89514545983351546"/>
          <c:h val="9.7445921240641914E-2"/>
        </c:manualLayout>
      </c:layout>
      <c:overlay val="0"/>
      <c:spPr>
        <a:noFill/>
        <a:ln>
          <a:noFill/>
        </a:ln>
        <a:effectLst/>
      </c:spPr>
      <c:txPr>
        <a:bodyPr rot="0" spcFirstLastPara="1" vertOverflow="ellipsis" vert="horz" wrap="square" anchor="ctr" anchorCtr="1"/>
        <a:lstStyle/>
        <a:p>
          <a:pPr>
            <a:defRPr sz="5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19050">
      <a:noFill/>
    </a:ln>
    <a:effectLst/>
  </c:spPr>
  <c:txPr>
    <a:bodyPr/>
    <a:lstStyle/>
    <a:p>
      <a:pPr>
        <a:defRPr/>
      </a:pPr>
      <a:endParaRPr lang="en-US"/>
    </a:p>
  </c:txPr>
  <c:externalData r:id="rId3">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2.6027626076887578E-2"/>
          <c:y val="0.31940411745406821"/>
          <c:w val="0.95120860306716415"/>
          <c:h val="0.3894197195588317"/>
        </c:manualLayout>
      </c:layout>
      <c:lineChart>
        <c:grouping val="standard"/>
        <c:varyColors val="0"/>
        <c:ser>
          <c:idx val="0"/>
          <c:order val="0"/>
          <c:tx>
            <c:strRef>
              <c:f>Sheet1!$B$1</c:f>
              <c:strCache>
                <c:ptCount val="1"/>
                <c:pt idx="0">
                  <c:v>% Penetration</c:v>
                </c:pt>
              </c:strCache>
            </c:strRef>
          </c:tx>
          <c:spPr>
            <a:ln w="28575" cap="rnd" cmpd="sng">
              <a:solidFill>
                <a:schemeClr val="accent1"/>
              </a:solidFill>
              <a:round/>
            </a:ln>
            <a:effectLst/>
          </c:spPr>
          <c:marker>
            <c:symbol val="circle"/>
            <c:size val="5"/>
            <c:spPr>
              <a:solidFill>
                <a:schemeClr val="accent1"/>
              </a:solidFill>
              <a:ln w="9525">
                <a:solidFill>
                  <a:schemeClr val="accent1"/>
                </a:solidFill>
              </a:ln>
              <a:effectLst/>
            </c:spPr>
          </c:marker>
          <c:dPt>
            <c:idx val="0"/>
            <c:marker>
              <c:symbol val="circle"/>
              <c:size val="5"/>
              <c:spPr>
                <a:solidFill>
                  <a:schemeClr val="accent1"/>
                </a:solidFill>
                <a:ln w="9525">
                  <a:solidFill>
                    <a:schemeClr val="accent1"/>
                  </a:solidFill>
                </a:ln>
                <a:effectLst/>
              </c:spPr>
            </c:marker>
            <c:bubble3D val="0"/>
            <c:spPr>
              <a:ln w="28575" cap="rnd" cmpd="sng">
                <a:solidFill>
                  <a:schemeClr val="accent1"/>
                </a:solidFill>
                <a:round/>
              </a:ln>
              <a:effectLst/>
            </c:spPr>
            <c:extLst>
              <c:ext xmlns:c16="http://schemas.microsoft.com/office/drawing/2014/chart" uri="{C3380CC4-5D6E-409C-BE32-E72D297353CC}">
                <c16:uniqueId val="{00000001-A1A4-41BD-BCEC-A1C64F8D8AAA}"/>
              </c:ext>
            </c:extLst>
          </c:dPt>
          <c:dPt>
            <c:idx val="10"/>
            <c:marker>
              <c:symbol val="circle"/>
              <c:size val="5"/>
              <c:spPr>
                <a:solidFill>
                  <a:schemeClr val="accent1"/>
                </a:solidFill>
                <a:ln w="9525">
                  <a:solidFill>
                    <a:schemeClr val="accent1"/>
                  </a:solidFill>
                  <a:prstDash val="sysDot"/>
                </a:ln>
                <a:effectLst/>
              </c:spPr>
            </c:marker>
            <c:bubble3D val="0"/>
            <c:spPr>
              <a:ln w="28575" cap="rnd" cmpd="sng">
                <a:solidFill>
                  <a:schemeClr val="accent1"/>
                </a:solidFill>
                <a:prstDash val="solid"/>
                <a:round/>
              </a:ln>
              <a:effectLst/>
            </c:spPr>
            <c:extLst>
              <c:ext xmlns:c16="http://schemas.microsoft.com/office/drawing/2014/chart" uri="{C3380CC4-5D6E-409C-BE32-E72D297353CC}">
                <c16:uniqueId val="{00000003-A1A4-41BD-BCEC-A1C64F8D8AAA}"/>
              </c:ext>
            </c:extLst>
          </c:dPt>
          <c:dPt>
            <c:idx val="11"/>
            <c:marker>
              <c:symbol val="circle"/>
              <c:size val="5"/>
              <c:spPr>
                <a:solidFill>
                  <a:schemeClr val="accent1"/>
                </a:solidFill>
                <a:ln w="9525">
                  <a:solidFill>
                    <a:schemeClr val="accent1"/>
                  </a:solidFill>
                </a:ln>
                <a:effectLst/>
              </c:spPr>
            </c:marker>
            <c:bubble3D val="0"/>
            <c:spPr>
              <a:ln w="28575" cap="rnd" cmpd="sng">
                <a:solidFill>
                  <a:schemeClr val="accent1"/>
                </a:solidFill>
                <a:prstDash val="solid"/>
                <a:round/>
              </a:ln>
              <a:effectLst/>
            </c:spPr>
            <c:extLst>
              <c:ext xmlns:c16="http://schemas.microsoft.com/office/drawing/2014/chart" uri="{C3380CC4-5D6E-409C-BE32-E72D297353CC}">
                <c16:uniqueId val="{00000005-A1A4-41BD-BCEC-A1C64F8D8AAA}"/>
              </c:ext>
            </c:extLst>
          </c:dPt>
          <c:dPt>
            <c:idx val="12"/>
            <c:marker>
              <c:symbol val="circle"/>
              <c:size val="5"/>
              <c:spPr>
                <a:solidFill>
                  <a:schemeClr val="accent1"/>
                </a:solidFill>
                <a:ln w="9525">
                  <a:solidFill>
                    <a:schemeClr val="accent1"/>
                  </a:solidFill>
                </a:ln>
                <a:effectLst/>
              </c:spPr>
            </c:marker>
            <c:bubble3D val="0"/>
            <c:spPr>
              <a:ln w="28575" cap="rnd" cmpd="sng">
                <a:solidFill>
                  <a:schemeClr val="accent1"/>
                </a:solidFill>
                <a:prstDash val="solid"/>
                <a:round/>
              </a:ln>
              <a:effectLst/>
            </c:spPr>
            <c:extLst>
              <c:ext xmlns:c16="http://schemas.microsoft.com/office/drawing/2014/chart" uri="{C3380CC4-5D6E-409C-BE32-E72D297353CC}">
                <c16:uniqueId val="{00000007-A1A4-41BD-BCEC-A1C64F8D8AAA}"/>
              </c:ext>
            </c:extLst>
          </c:dPt>
          <c:dPt>
            <c:idx val="13"/>
            <c:marker>
              <c:symbol val="circle"/>
              <c:size val="5"/>
              <c:spPr>
                <a:solidFill>
                  <a:schemeClr val="accent1"/>
                </a:solidFill>
                <a:ln w="9525">
                  <a:solidFill>
                    <a:schemeClr val="accent1"/>
                  </a:solidFill>
                </a:ln>
                <a:effectLst/>
              </c:spPr>
            </c:marker>
            <c:bubble3D val="0"/>
            <c:spPr>
              <a:ln w="28575" cap="rnd" cmpd="sng">
                <a:solidFill>
                  <a:schemeClr val="accent1"/>
                </a:solidFill>
                <a:prstDash val="solid"/>
                <a:round/>
              </a:ln>
              <a:effectLst/>
            </c:spPr>
            <c:extLst>
              <c:ext xmlns:c16="http://schemas.microsoft.com/office/drawing/2014/chart" uri="{C3380CC4-5D6E-409C-BE32-E72D297353CC}">
                <c16:uniqueId val="{00000009-A1A4-41BD-BCEC-A1C64F8D8AAA}"/>
              </c:ext>
            </c:extLst>
          </c:dPt>
          <c:dPt>
            <c:idx val="14"/>
            <c:marker>
              <c:symbol val="circle"/>
              <c:size val="5"/>
              <c:spPr>
                <a:solidFill>
                  <a:schemeClr val="accent1"/>
                </a:solidFill>
                <a:ln w="9525">
                  <a:solidFill>
                    <a:schemeClr val="accent1"/>
                  </a:solidFill>
                </a:ln>
                <a:effectLst/>
              </c:spPr>
            </c:marker>
            <c:bubble3D val="0"/>
            <c:spPr>
              <a:ln w="28575" cap="rnd" cmpd="sng">
                <a:solidFill>
                  <a:schemeClr val="accent1"/>
                </a:solidFill>
                <a:prstDash val="solid"/>
                <a:round/>
              </a:ln>
              <a:effectLst/>
            </c:spPr>
            <c:extLst>
              <c:ext xmlns:c16="http://schemas.microsoft.com/office/drawing/2014/chart" uri="{C3380CC4-5D6E-409C-BE32-E72D297353CC}">
                <c16:uniqueId val="{0000000B-A1A4-41BD-BCEC-A1C64F8D8AAA}"/>
              </c:ext>
            </c:extLst>
          </c:dPt>
          <c:dPt>
            <c:idx val="15"/>
            <c:marker>
              <c:symbol val="circle"/>
              <c:size val="5"/>
              <c:spPr>
                <a:solidFill>
                  <a:schemeClr val="accent1"/>
                </a:solidFill>
                <a:ln w="9525">
                  <a:solidFill>
                    <a:schemeClr val="accent1"/>
                  </a:solidFill>
                </a:ln>
                <a:effectLst/>
              </c:spPr>
            </c:marker>
            <c:bubble3D val="0"/>
            <c:spPr>
              <a:ln w="28575" cap="rnd" cmpd="sng">
                <a:solidFill>
                  <a:schemeClr val="accent1"/>
                </a:solidFill>
                <a:prstDash val="solid"/>
                <a:round/>
              </a:ln>
              <a:effectLst/>
            </c:spPr>
            <c:extLst>
              <c:ext xmlns:c16="http://schemas.microsoft.com/office/drawing/2014/chart" uri="{C3380CC4-5D6E-409C-BE32-E72D297353CC}">
                <c16:uniqueId val="{0000000D-A1A4-41BD-BCEC-A1C64F8D8AAA}"/>
              </c:ext>
            </c:extLst>
          </c:dPt>
          <c:dPt>
            <c:idx val="16"/>
            <c:marker>
              <c:symbol val="circle"/>
              <c:size val="5"/>
              <c:spPr>
                <a:solidFill>
                  <a:schemeClr val="accent1"/>
                </a:solidFill>
                <a:ln w="9525">
                  <a:solidFill>
                    <a:schemeClr val="accent1"/>
                  </a:solidFill>
                  <a:prstDash val="dash"/>
                </a:ln>
                <a:effectLst/>
              </c:spPr>
            </c:marker>
            <c:bubble3D val="0"/>
            <c:spPr>
              <a:ln w="28575" cap="rnd" cmpd="sng">
                <a:solidFill>
                  <a:schemeClr val="accent1"/>
                </a:solidFill>
                <a:prstDash val="solid"/>
                <a:round/>
              </a:ln>
              <a:effectLst/>
            </c:spPr>
            <c:extLst>
              <c:ext xmlns:c16="http://schemas.microsoft.com/office/drawing/2014/chart" uri="{C3380CC4-5D6E-409C-BE32-E72D297353CC}">
                <c16:uniqueId val="{0000000F-A1A4-41BD-BCEC-A1C64F8D8AAA}"/>
              </c:ext>
            </c:extLst>
          </c:dPt>
          <c:dLbls>
            <c:dLbl>
              <c:idx val="0"/>
              <c:dLblPos val="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A1A4-41BD-BCEC-A1C64F8D8AAA}"/>
                </c:ext>
              </c:extLst>
            </c:dLbl>
            <c:dLbl>
              <c:idx val="1"/>
              <c:tx>
                <c:rich>
                  <a:bodyPr/>
                  <a:lstStyle/>
                  <a:p>
                    <a:fld id="{6FB7BB48-F4AD-43D6-9690-2B3A9C6B9A0A}" type="VALUE">
                      <a:rPr lang="en-US"/>
                      <a:pPr/>
                      <a:t>[VALUE]</a:t>
                    </a:fld>
                    <a:endParaRPr lang="en-US"/>
                  </a:p>
                </c:rich>
              </c:tx>
              <c:dLblPos val="t"/>
              <c:showLegendKey val="0"/>
              <c:showVal val="1"/>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10-A1A4-41BD-BCEC-A1C64F8D8AAA}"/>
                </c:ext>
              </c:extLst>
            </c:dLbl>
            <c:dLbl>
              <c:idx val="2"/>
              <c:tx>
                <c:rich>
                  <a:bodyPr/>
                  <a:lstStyle/>
                  <a:p>
                    <a:fld id="{CD67835B-A3C2-4C93-9490-7AB5EF085E35}" type="VALUE">
                      <a:rPr lang="en-US"/>
                      <a:pPr/>
                      <a:t>[VALUE]</a:t>
                    </a:fld>
                    <a:endParaRPr lang="en-US"/>
                  </a:p>
                </c:rich>
              </c:tx>
              <c:dLblPos val="t"/>
              <c:showLegendKey val="0"/>
              <c:showVal val="1"/>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11-A1A4-41BD-BCEC-A1C64F8D8AAA}"/>
                </c:ext>
              </c:extLst>
            </c:dLbl>
            <c:dLbl>
              <c:idx val="3"/>
              <c:tx>
                <c:rich>
                  <a:bodyPr/>
                  <a:lstStyle/>
                  <a:p>
                    <a:fld id="{0A4CCC6B-ED18-4895-92AE-509032EE7EDD}" type="VALUE">
                      <a:rPr lang="en-US"/>
                      <a:pPr/>
                      <a:t>[VALUE]</a:t>
                    </a:fld>
                    <a:endParaRPr lang="en-US"/>
                  </a:p>
                </c:rich>
              </c:tx>
              <c:dLblPos val="t"/>
              <c:showLegendKey val="0"/>
              <c:showVal val="1"/>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12-A1A4-41BD-BCEC-A1C64F8D8AAA}"/>
                </c:ext>
              </c:extLst>
            </c:dLbl>
            <c:dLbl>
              <c:idx val="4"/>
              <c:tx>
                <c:rich>
                  <a:bodyPr/>
                  <a:lstStyle/>
                  <a:p>
                    <a:fld id="{4A6ACAF3-ACD3-4A9F-A996-F154D461EEB3}" type="VALUE">
                      <a:rPr lang="en-US"/>
                      <a:pPr/>
                      <a:t>[VALUE]</a:t>
                    </a:fld>
                    <a:endParaRPr lang="en-US"/>
                  </a:p>
                </c:rich>
              </c:tx>
              <c:dLblPos val="t"/>
              <c:showLegendKey val="0"/>
              <c:showVal val="1"/>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13-A1A4-41BD-BCEC-A1C64F8D8AAA}"/>
                </c:ext>
              </c:extLst>
            </c:dLbl>
            <c:dLbl>
              <c:idx val="5"/>
              <c:tx>
                <c:rich>
                  <a:bodyPr/>
                  <a:lstStyle/>
                  <a:p>
                    <a:fld id="{AADE83CD-B070-4087-91D9-0015936F63E2}" type="VALUE">
                      <a:rPr lang="en-US"/>
                      <a:pPr/>
                      <a:t>[VALUE]</a:t>
                    </a:fld>
                    <a:endParaRPr lang="en-US"/>
                  </a:p>
                </c:rich>
              </c:tx>
              <c:dLblPos val="t"/>
              <c:showLegendKey val="0"/>
              <c:showVal val="1"/>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14-A1A4-41BD-BCEC-A1C64F8D8AAA}"/>
                </c:ext>
              </c:extLst>
            </c:dLbl>
            <c:dLbl>
              <c:idx val="6"/>
              <c:tx>
                <c:rich>
                  <a:bodyPr/>
                  <a:lstStyle/>
                  <a:p>
                    <a:fld id="{A40AB1F7-D95F-4ED2-99B0-FAEC291F33DB}" type="VALUE">
                      <a:rPr lang="en-US"/>
                      <a:pPr/>
                      <a:t>[VALUE]</a:t>
                    </a:fld>
                    <a:endParaRPr lang="en-US"/>
                  </a:p>
                </c:rich>
              </c:tx>
              <c:dLblPos val="t"/>
              <c:showLegendKey val="0"/>
              <c:showVal val="1"/>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15-A1A4-41BD-BCEC-A1C64F8D8AAA}"/>
                </c:ext>
              </c:extLst>
            </c:dLbl>
            <c:dLbl>
              <c:idx val="7"/>
              <c:tx>
                <c:rich>
                  <a:bodyPr/>
                  <a:lstStyle/>
                  <a:p>
                    <a:fld id="{29D6C821-6AB3-4B4F-A8D4-6E8A5EC856ED}" type="VALUE">
                      <a:rPr lang="en-US"/>
                      <a:pPr/>
                      <a:t>[VALUE]</a:t>
                    </a:fld>
                    <a:endParaRPr lang="en-US"/>
                  </a:p>
                </c:rich>
              </c:tx>
              <c:dLblPos val="t"/>
              <c:showLegendKey val="0"/>
              <c:showVal val="1"/>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16-A1A4-41BD-BCEC-A1C64F8D8AAA}"/>
                </c:ext>
              </c:extLst>
            </c:dLbl>
            <c:dLbl>
              <c:idx val="8"/>
              <c:tx>
                <c:rich>
                  <a:bodyPr/>
                  <a:lstStyle/>
                  <a:p>
                    <a:fld id="{CB56D75C-171F-4F3D-ABC5-A3974EB26E3C}" type="VALUE">
                      <a:rPr lang="en-US"/>
                      <a:pPr/>
                      <a:t>[VALUE]</a:t>
                    </a:fld>
                    <a:endParaRPr lang="en-US"/>
                  </a:p>
                </c:rich>
              </c:tx>
              <c:dLblPos val="t"/>
              <c:showLegendKey val="0"/>
              <c:showVal val="1"/>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17-A1A4-41BD-BCEC-A1C64F8D8AAA}"/>
                </c:ext>
              </c:extLst>
            </c:dLbl>
            <c:dLbl>
              <c:idx val="9"/>
              <c:tx>
                <c:rich>
                  <a:bodyPr/>
                  <a:lstStyle/>
                  <a:p>
                    <a:fld id="{CC438F78-4450-425D-8D44-AAD8884B2CB5}" type="VALUE">
                      <a:rPr lang="en-US"/>
                      <a:pPr/>
                      <a:t>[VALUE]</a:t>
                    </a:fld>
                    <a:endParaRPr lang="en-US"/>
                  </a:p>
                </c:rich>
              </c:tx>
              <c:dLblPos val="t"/>
              <c:showLegendKey val="0"/>
              <c:showVal val="1"/>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18-A1A4-41BD-BCEC-A1C64F8D8AAA}"/>
                </c:ext>
              </c:extLst>
            </c:dLbl>
            <c:dLbl>
              <c:idx val="10"/>
              <c:tx>
                <c:rich>
                  <a:bodyPr/>
                  <a:lstStyle/>
                  <a:p>
                    <a:fld id="{D581C9DF-7012-4F5E-95AA-18B952DF7CB6}" type="VALUE">
                      <a:rPr lang="en-US"/>
                      <a:pPr/>
                      <a:t>[VALUE]</a:t>
                    </a:fld>
                    <a:endParaRPr lang="en-US"/>
                  </a:p>
                </c:rich>
              </c:tx>
              <c:dLblPos val="t"/>
              <c:showLegendKey val="0"/>
              <c:showVal val="1"/>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3-A1A4-41BD-BCEC-A1C64F8D8AAA}"/>
                </c:ext>
              </c:extLst>
            </c:dLbl>
            <c:dLbl>
              <c:idx val="11"/>
              <c:tx>
                <c:rich>
                  <a:bodyPr/>
                  <a:lstStyle/>
                  <a:p>
                    <a:fld id="{44AF80B6-E6E6-4048-933F-ECBE2D69214E}" type="VALUE">
                      <a:rPr lang="en-US"/>
                      <a:pPr/>
                      <a:t>[VALUE]</a:t>
                    </a:fld>
                    <a:endParaRPr lang="en-US"/>
                  </a:p>
                </c:rich>
              </c:tx>
              <c:dLblPos val="t"/>
              <c:showLegendKey val="0"/>
              <c:showVal val="1"/>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5-A1A4-41BD-BCEC-A1C64F8D8AAA}"/>
                </c:ext>
              </c:extLst>
            </c:dLbl>
            <c:dLbl>
              <c:idx val="12"/>
              <c:tx>
                <c:rich>
                  <a:bodyPr/>
                  <a:lstStyle/>
                  <a:p>
                    <a:fld id="{C1A3A0EA-BE23-4C43-9E95-21F115B8BC7F}" type="VALUE">
                      <a:rPr lang="en-US"/>
                      <a:pPr/>
                      <a:t>[VALUE]</a:t>
                    </a:fld>
                    <a:endParaRPr lang="en-US"/>
                  </a:p>
                </c:rich>
              </c:tx>
              <c:dLblPos val="t"/>
              <c:showLegendKey val="0"/>
              <c:showVal val="1"/>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7-A1A4-41BD-BCEC-A1C64F8D8AAA}"/>
                </c:ext>
              </c:extLst>
            </c:dLbl>
            <c:dLbl>
              <c:idx val="13"/>
              <c:tx>
                <c:rich>
                  <a:bodyPr/>
                  <a:lstStyle/>
                  <a:p>
                    <a:fld id="{1E7C6D2C-C764-4059-89FD-3C0B5CB9CE35}" type="VALUE">
                      <a:rPr lang="en-US"/>
                      <a:pPr/>
                      <a:t>[VALUE]</a:t>
                    </a:fld>
                    <a:endParaRPr lang="en-US"/>
                  </a:p>
                </c:rich>
              </c:tx>
              <c:dLblPos val="t"/>
              <c:showLegendKey val="0"/>
              <c:showVal val="1"/>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9-A1A4-41BD-BCEC-A1C64F8D8AAA}"/>
                </c:ext>
              </c:extLst>
            </c:dLbl>
            <c:dLbl>
              <c:idx val="14"/>
              <c:tx>
                <c:rich>
                  <a:bodyPr/>
                  <a:lstStyle/>
                  <a:p>
                    <a:fld id="{978EF2C0-8919-4739-A163-139EE5163DFB}" type="VALUE">
                      <a:rPr lang="en-US"/>
                      <a:pPr/>
                      <a:t>[VALUE]</a:t>
                    </a:fld>
                    <a:endParaRPr lang="en-US"/>
                  </a:p>
                </c:rich>
              </c:tx>
              <c:dLblPos val="t"/>
              <c:showLegendKey val="0"/>
              <c:showVal val="1"/>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B-A1A4-41BD-BCEC-A1C64F8D8AAA}"/>
                </c:ext>
              </c:extLst>
            </c:dLbl>
            <c:dLbl>
              <c:idx val="15"/>
              <c:tx>
                <c:rich>
                  <a:bodyPr/>
                  <a:lstStyle/>
                  <a:p>
                    <a:fld id="{ADA0E3E4-9FF7-4729-8F4D-A23FAFAFF1E3}" type="VALUE">
                      <a:rPr lang="en-US"/>
                      <a:pPr/>
                      <a:t>[VALUE]</a:t>
                    </a:fld>
                    <a:endParaRPr lang="en-US"/>
                  </a:p>
                </c:rich>
              </c:tx>
              <c:dLblPos val="t"/>
              <c:showLegendKey val="0"/>
              <c:showVal val="1"/>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D-A1A4-41BD-BCEC-A1C64F8D8AAA}"/>
                </c:ext>
              </c:extLst>
            </c:dLbl>
            <c:dLbl>
              <c:idx val="16"/>
              <c:tx>
                <c:rich>
                  <a:bodyPr/>
                  <a:lstStyle/>
                  <a:p>
                    <a:fld id="{27966FFE-40FB-43C0-8694-6AEADCA8D3C7}" type="VALUE">
                      <a:rPr lang="en-US"/>
                      <a:pPr/>
                      <a:t>[VALUE]</a:t>
                    </a:fld>
                    <a:endParaRPr lang="en-US"/>
                  </a:p>
                </c:rich>
              </c:tx>
              <c:dLblPos val="t"/>
              <c:showLegendKey val="0"/>
              <c:showVal val="1"/>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F-A1A4-41BD-BCEC-A1C64F8D8AAA}"/>
                </c:ext>
              </c:extLst>
            </c:dLbl>
            <c:spPr>
              <a:noFill/>
              <a:ln>
                <a:noFill/>
              </a:ln>
              <a:effectLst/>
            </c:spPr>
            <c:txPr>
              <a:bodyPr rot="0" spcFirstLastPara="1" vertOverflow="ellipsis" vert="horz" wrap="square" anchor="ctr" anchorCtr="1"/>
              <a:lstStyle/>
              <a:p>
                <a:pPr>
                  <a:defRPr sz="1000" b="0" i="0" u="none" strike="noStrike" kern="1200" baseline="0">
                    <a:solidFill>
                      <a:schemeClr val="tx1">
                        <a:lumMod val="75000"/>
                        <a:lumOff val="25000"/>
                      </a:schemeClr>
                    </a:solidFill>
                    <a:latin typeface="Arial Nova" panose="020B0504020202020204" pitchFamily="34" charset="0"/>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DataLabelsRange val="1"/>
                <c15:showLeaderLines val="1"/>
                <c15:leaderLines>
                  <c:spPr>
                    <a:ln w="9525" cap="flat" cmpd="sng" algn="ctr">
                      <a:solidFill>
                        <a:schemeClr val="tx1">
                          <a:lumMod val="35000"/>
                          <a:lumOff val="65000"/>
                        </a:schemeClr>
                      </a:solidFill>
                      <a:round/>
                    </a:ln>
                    <a:effectLst/>
                  </c:spPr>
                </c15:leaderLines>
              </c:ext>
            </c:extLst>
          </c:dLbls>
          <c:cat>
            <c:strRef>
              <c:f>Sheet1!$A$2:$A$18</c:f>
              <c:strCache>
                <c:ptCount val="17"/>
                <c:pt idx="0">
                  <c:v>Q1'22</c:v>
                </c:pt>
                <c:pt idx="1">
                  <c:v>Q2'22</c:v>
                </c:pt>
                <c:pt idx="2">
                  <c:v>Q3'22</c:v>
                </c:pt>
                <c:pt idx="3">
                  <c:v>Q4'22</c:v>
                </c:pt>
                <c:pt idx="4">
                  <c:v>Q1'23</c:v>
                </c:pt>
                <c:pt idx="5">
                  <c:v>Q2'23</c:v>
                </c:pt>
                <c:pt idx="6">
                  <c:v>Q3'23</c:v>
                </c:pt>
                <c:pt idx="7">
                  <c:v>Q4'23</c:v>
                </c:pt>
                <c:pt idx="8">
                  <c:v>Q1'24</c:v>
                </c:pt>
                <c:pt idx="9">
                  <c:v>Q2'24</c:v>
                </c:pt>
                <c:pt idx="10">
                  <c:v>Q3'24</c:v>
                </c:pt>
                <c:pt idx="11">
                  <c:v>Q4'24</c:v>
                </c:pt>
                <c:pt idx="12">
                  <c:v>Q1'25</c:v>
                </c:pt>
                <c:pt idx="13">
                  <c:v>Q2'25</c:v>
                </c:pt>
                <c:pt idx="14">
                  <c:v>Q3'25</c:v>
                </c:pt>
                <c:pt idx="15">
                  <c:v>Q4'25</c:v>
                </c:pt>
                <c:pt idx="16">
                  <c:v>Q1'26</c:v>
                </c:pt>
              </c:strCache>
            </c:strRef>
          </c:cat>
          <c:val>
            <c:numRef>
              <c:f>Sheet1!$B$2:$B$18</c:f>
              <c:numCache>
                <c:formatCode>General</c:formatCode>
                <c:ptCount val="17"/>
                <c:pt idx="0">
                  <c:v>19</c:v>
                </c:pt>
                <c:pt idx="1">
                  <c:v>26</c:v>
                </c:pt>
                <c:pt idx="2">
                  <c:v>30</c:v>
                </c:pt>
                <c:pt idx="3">
                  <c:v>36</c:v>
                </c:pt>
                <c:pt idx="4">
                  <c:v>36</c:v>
                </c:pt>
                <c:pt idx="5">
                  <c:v>39</c:v>
                </c:pt>
                <c:pt idx="6">
                  <c:v>41</c:v>
                </c:pt>
                <c:pt idx="7">
                  <c:v>43</c:v>
                </c:pt>
                <c:pt idx="8">
                  <c:v>47</c:v>
                </c:pt>
                <c:pt idx="9">
                  <c:v>48</c:v>
                </c:pt>
                <c:pt idx="10">
                  <c:v>50</c:v>
                </c:pt>
                <c:pt idx="11">
                  <c:v>51</c:v>
                </c:pt>
                <c:pt idx="12">
                  <c:v>52</c:v>
                </c:pt>
                <c:pt idx="13">
                  <c:v>54</c:v>
                </c:pt>
                <c:pt idx="14">
                  <c:v>56</c:v>
                </c:pt>
                <c:pt idx="15">
                  <c:v>57</c:v>
                </c:pt>
                <c:pt idx="16">
                  <c:v>57</c:v>
                </c:pt>
              </c:numCache>
            </c:numRef>
          </c:val>
          <c:smooth val="0"/>
          <c:extLst>
            <c:ext xmlns:c15="http://schemas.microsoft.com/office/drawing/2012/chart" uri="{02D57815-91ED-43cb-92C2-25804820EDAC}">
              <c15:datalabelsRange>
                <c15:f>Sheet1!$D$2:$D$2</c15:f>
                <c15:dlblRangeCache>
                  <c:ptCount val="1"/>
                </c15:dlblRangeCache>
              </c15:datalabelsRange>
            </c:ext>
            <c:ext xmlns:c16="http://schemas.microsoft.com/office/drawing/2014/chart" uri="{C3380CC4-5D6E-409C-BE32-E72D297353CC}">
              <c16:uniqueId val="{00000019-A1A4-41BD-BCEC-A1C64F8D8AAA}"/>
            </c:ext>
          </c:extLst>
        </c:ser>
        <c:dLbls>
          <c:showLegendKey val="0"/>
          <c:showVal val="0"/>
          <c:showCatName val="0"/>
          <c:showSerName val="0"/>
          <c:showPercent val="0"/>
          <c:showBubbleSize val="0"/>
        </c:dLbls>
        <c:marker val="1"/>
        <c:smooth val="0"/>
        <c:axId val="1224394992"/>
        <c:axId val="1224391152"/>
      </c:lineChart>
      <c:catAx>
        <c:axId val="1224394992"/>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5400000" spcFirstLastPara="1" vertOverflow="ellipsis" wrap="square" anchor="ctr" anchorCtr="1"/>
          <a:lstStyle/>
          <a:p>
            <a:pPr>
              <a:defRPr sz="700" b="0" i="0" u="none" strike="noStrike" kern="1200" baseline="0">
                <a:solidFill>
                  <a:schemeClr val="tx1">
                    <a:lumMod val="65000"/>
                    <a:lumOff val="35000"/>
                  </a:schemeClr>
                </a:solidFill>
                <a:latin typeface="Arial Nova" panose="020B0504020202020204" pitchFamily="34" charset="0"/>
                <a:ea typeface="+mn-ea"/>
                <a:cs typeface="+mn-cs"/>
              </a:defRPr>
            </a:pPr>
            <a:endParaRPr lang="en-US"/>
          </a:p>
        </c:txPr>
        <c:crossAx val="1224391152"/>
        <c:crosses val="autoZero"/>
        <c:auto val="1"/>
        <c:lblAlgn val="ctr"/>
        <c:lblOffset val="100"/>
        <c:noMultiLvlLbl val="0"/>
      </c:catAx>
      <c:valAx>
        <c:axId val="1224391152"/>
        <c:scaling>
          <c:orientation val="minMax"/>
          <c:max val="60"/>
        </c:scaling>
        <c:delete val="1"/>
        <c:axPos val="l"/>
        <c:numFmt formatCode="General" sourceLinked="1"/>
        <c:majorTickMark val="out"/>
        <c:minorTickMark val="none"/>
        <c:tickLblPos val="nextTo"/>
        <c:crossAx val="1224394992"/>
        <c:crosses val="autoZero"/>
        <c:crossBetween val="between"/>
      </c:valAx>
      <c:spPr>
        <a:noFill/>
        <a:ln w="25400">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19050">
      <a:solidFill>
        <a:srgbClr val="989898"/>
      </a:solidFill>
    </a:ln>
    <a:effectLst/>
  </c:spPr>
  <c:txPr>
    <a:bodyPr/>
    <a:lstStyle/>
    <a:p>
      <a:pPr>
        <a:defRPr>
          <a:latin typeface="Arial Nova" panose="020B0504020202020204" pitchFamily="34" charset="0"/>
        </a:defRPr>
      </a:pPr>
      <a:endParaRPr lang="en-US"/>
    </a:p>
  </c:txPr>
  <c:externalData r:id="rId3">
    <c:autoUpdate val="0"/>
  </c:externalData>
</c:chartSpace>
</file>

<file path=ppt/charts/chart2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
          <c:y val="0.22114981345701365"/>
          <c:w val="1"/>
          <c:h val="0.75650057059242637"/>
        </c:manualLayout>
      </c:layout>
      <c:barChart>
        <c:barDir val="col"/>
        <c:grouping val="clustered"/>
        <c:varyColors val="0"/>
        <c:ser>
          <c:idx val="0"/>
          <c:order val="0"/>
          <c:tx>
            <c:strRef>
              <c:f>Sheet1!$B$1</c:f>
              <c:strCache>
                <c:ptCount val="1"/>
                <c:pt idx="0">
                  <c:v>Q3'25</c:v>
                </c:pt>
              </c:strCache>
            </c:strRef>
          </c:tx>
          <c:spPr>
            <a:solidFill>
              <a:schemeClr val="accent1"/>
            </a:solidFill>
            <a:ln>
              <a:noFill/>
            </a:ln>
            <a:effectLst/>
          </c:spPr>
          <c:invertIfNegative val="0"/>
          <c:dLbls>
            <c:spPr>
              <a:noFill/>
              <a:ln>
                <a:noFill/>
              </a:ln>
              <a:effectLst/>
            </c:spPr>
            <c:txPr>
              <a:bodyPr rot="0" spcFirstLastPara="1" vertOverflow="ellipsis" vert="horz" wrap="square" anchor="ctr" anchorCtr="1"/>
              <a:lstStyle/>
              <a:p>
                <a:pPr>
                  <a:defRPr sz="1197" b="1" i="0" u="none" strike="noStrike" kern="1200" baseline="0">
                    <a:solidFill>
                      <a:schemeClr val="tx1">
                        <a:lumMod val="65000"/>
                        <a:lumOff val="35000"/>
                      </a:schemeClr>
                    </a:solidFill>
                    <a:latin typeface="Arial Nova" panose="020B0504020202020204" pitchFamily="34" charset="0"/>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Total</c:v>
                </c:pt>
              </c:strCache>
            </c:strRef>
          </c:cat>
          <c:val>
            <c:numRef>
              <c:f>Sheet1!$B$2</c:f>
              <c:numCache>
                <c:formatCode>0.0</c:formatCode>
                <c:ptCount val="1"/>
                <c:pt idx="0">
                  <c:v>12.275</c:v>
                </c:pt>
              </c:numCache>
            </c:numRef>
          </c:val>
          <c:extLst>
            <c:ext xmlns:c16="http://schemas.microsoft.com/office/drawing/2014/chart" uri="{C3380CC4-5D6E-409C-BE32-E72D297353CC}">
              <c16:uniqueId val="{00000000-28CC-4649-97F1-2780C6D6A1F6}"/>
            </c:ext>
          </c:extLst>
        </c:ser>
        <c:ser>
          <c:idx val="1"/>
          <c:order val="1"/>
          <c:tx>
            <c:strRef>
              <c:f>Sheet1!$C$1</c:f>
              <c:strCache>
                <c:ptCount val="1"/>
                <c:pt idx="0">
                  <c:v>Q4'25</c:v>
                </c:pt>
              </c:strCache>
            </c:strRef>
          </c:tx>
          <c:spPr>
            <a:solidFill>
              <a:schemeClr val="accent3">
                <a:lumMod val="90000"/>
              </a:schemeClr>
            </a:solidFill>
            <a:ln>
              <a:noFill/>
            </a:ln>
            <a:effectLst/>
          </c:spPr>
          <c:invertIfNegative val="0"/>
          <c:dLbls>
            <c:spPr>
              <a:noFill/>
              <a:ln>
                <a:noFill/>
              </a:ln>
              <a:effectLst/>
            </c:spPr>
            <c:txPr>
              <a:bodyPr rot="0" spcFirstLastPara="1" vertOverflow="ellipsis" vert="horz" wrap="square" anchor="ctr" anchorCtr="1"/>
              <a:lstStyle/>
              <a:p>
                <a:pPr>
                  <a:defRPr sz="1197" b="1" i="0" u="none" strike="noStrike" kern="1200" baseline="0">
                    <a:solidFill>
                      <a:schemeClr val="tx1">
                        <a:lumMod val="65000"/>
                        <a:lumOff val="35000"/>
                      </a:schemeClr>
                    </a:solidFill>
                    <a:latin typeface="Arial Nova" panose="020B0504020202020204" pitchFamily="34" charset="0"/>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Total</c:v>
                </c:pt>
              </c:strCache>
            </c:strRef>
          </c:cat>
          <c:val>
            <c:numRef>
              <c:f>Sheet1!$C$2</c:f>
              <c:numCache>
                <c:formatCode>0.0</c:formatCode>
                <c:ptCount val="1"/>
                <c:pt idx="0">
                  <c:v>11.590909090909092</c:v>
                </c:pt>
              </c:numCache>
            </c:numRef>
          </c:val>
          <c:extLst>
            <c:ext xmlns:c16="http://schemas.microsoft.com/office/drawing/2014/chart" uri="{C3380CC4-5D6E-409C-BE32-E72D297353CC}">
              <c16:uniqueId val="{00000001-28CC-4649-97F1-2780C6D6A1F6}"/>
            </c:ext>
          </c:extLst>
        </c:ser>
        <c:ser>
          <c:idx val="2"/>
          <c:order val="2"/>
          <c:tx>
            <c:strRef>
              <c:f>Sheet1!$D$1</c:f>
              <c:strCache>
                <c:ptCount val="1"/>
                <c:pt idx="0">
                  <c:v>Q1'26</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tx1">
                        <a:lumMod val="75000"/>
                        <a:lumOff val="25000"/>
                      </a:schemeClr>
                    </a:solidFill>
                    <a:latin typeface="Arial Nova" panose="020B0504020202020204" pitchFamily="34" charset="0"/>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Total</c:v>
                </c:pt>
              </c:strCache>
            </c:strRef>
          </c:cat>
          <c:val>
            <c:numRef>
              <c:f>Sheet1!$D$2</c:f>
              <c:numCache>
                <c:formatCode>0.0</c:formatCode>
                <c:ptCount val="1"/>
                <c:pt idx="0">
                  <c:v>11.095238095238095</c:v>
                </c:pt>
              </c:numCache>
            </c:numRef>
          </c:val>
          <c:extLst>
            <c:ext xmlns:c16="http://schemas.microsoft.com/office/drawing/2014/chart" uri="{C3380CC4-5D6E-409C-BE32-E72D297353CC}">
              <c16:uniqueId val="{00000000-706A-4F6B-BB1F-C1F040C1CD21}"/>
            </c:ext>
          </c:extLst>
        </c:ser>
        <c:dLbls>
          <c:dLblPos val="outEnd"/>
          <c:showLegendKey val="0"/>
          <c:showVal val="1"/>
          <c:showCatName val="0"/>
          <c:showSerName val="0"/>
          <c:showPercent val="0"/>
          <c:showBubbleSize val="0"/>
        </c:dLbls>
        <c:gapWidth val="219"/>
        <c:overlap val="-27"/>
        <c:axId val="2143101151"/>
        <c:axId val="187503696"/>
      </c:barChart>
      <c:catAx>
        <c:axId val="2143101151"/>
        <c:scaling>
          <c:orientation val="minMax"/>
        </c:scaling>
        <c:delete val="1"/>
        <c:axPos val="b"/>
        <c:numFmt formatCode="General" sourceLinked="1"/>
        <c:majorTickMark val="none"/>
        <c:minorTickMark val="none"/>
        <c:tickLblPos val="low"/>
        <c:crossAx val="187503696"/>
        <c:crosses val="autoZero"/>
        <c:auto val="1"/>
        <c:lblAlgn val="ctr"/>
        <c:lblOffset val="100"/>
        <c:noMultiLvlLbl val="0"/>
      </c:catAx>
      <c:valAx>
        <c:axId val="187503696"/>
        <c:scaling>
          <c:orientation val="minMax"/>
          <c:max val="18"/>
          <c:min val="0"/>
        </c:scaling>
        <c:delete val="1"/>
        <c:axPos val="l"/>
        <c:numFmt formatCode="0.0" sourceLinked="1"/>
        <c:majorTickMark val="out"/>
        <c:minorTickMark val="none"/>
        <c:tickLblPos val="nextTo"/>
        <c:crossAx val="2143101151"/>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1100" b="1" i="0" u="none" strike="noStrike" kern="1200" baseline="0">
              <a:solidFill>
                <a:schemeClr val="tx1">
                  <a:lumMod val="65000"/>
                  <a:lumOff val="35000"/>
                </a:schemeClr>
              </a:solidFill>
              <a:latin typeface="Arial Nova" panose="020B0504020202020204" pitchFamily="34" charset="0"/>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9525">
      <a:solidFill>
        <a:schemeClr val="bg1">
          <a:lumMod val="85000"/>
        </a:schemeClr>
      </a:solidFill>
    </a:ln>
    <a:effectLst/>
  </c:spPr>
  <c:txPr>
    <a:bodyPr/>
    <a:lstStyle/>
    <a:p>
      <a:pPr>
        <a:defRPr>
          <a:latin typeface="Arial Nova" panose="020B0504020202020204" pitchFamily="34" charset="0"/>
        </a:defRPr>
      </a:pPr>
      <a:endParaRPr lang="en-US"/>
    </a:p>
  </c:txPr>
  <c:externalData r:id="rId3">
    <c:autoUpdate val="0"/>
  </c:externalData>
</c:chartSpace>
</file>

<file path=ppt/charts/chart2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8.28888147774553E-2"/>
          <c:y val="0.16960153891240196"/>
          <c:w val="0.86555422203883436"/>
          <c:h val="0.70080915577910008"/>
        </c:manualLayout>
      </c:layout>
      <c:barChart>
        <c:barDir val="col"/>
        <c:grouping val="stacked"/>
        <c:varyColors val="0"/>
        <c:ser>
          <c:idx val="0"/>
          <c:order val="0"/>
          <c:tx>
            <c:strRef>
              <c:f>Sheet1!$B$1</c:f>
              <c:strCache>
                <c:ptCount val="1"/>
                <c:pt idx="0">
                  <c:v>Top 25</c:v>
                </c:pt>
              </c:strCache>
            </c:strRef>
          </c:tx>
          <c:spPr>
            <a:solidFill>
              <a:schemeClr val="accent1">
                <a:lumMod val="75000"/>
              </a:schemeClr>
            </a:solidFill>
            <a:ln>
              <a:noFill/>
            </a:ln>
            <a:effectLst/>
          </c:spPr>
          <c:invertIfNegative val="0"/>
          <c:dLbls>
            <c:spPr>
              <a:noFill/>
              <a:ln>
                <a:noFill/>
              </a:ln>
              <a:effectLst/>
            </c:spPr>
            <c:txPr>
              <a:bodyPr rot="0" spcFirstLastPara="1" vertOverflow="ellipsis" vert="horz" wrap="square" anchor="ctr" anchorCtr="1"/>
              <a:lstStyle/>
              <a:p>
                <a:pPr>
                  <a:defRPr sz="1197" b="1" i="0" u="none" strike="noStrike" kern="1200" baseline="0">
                    <a:solidFill>
                      <a:schemeClr val="bg1"/>
                    </a:solidFill>
                    <a:latin typeface="Arial Nova" panose="020B0504020202020204" pitchFamily="34" charset="0"/>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Q3'25</c:v>
                </c:pt>
                <c:pt idx="1">
                  <c:v>Q4'25</c:v>
                </c:pt>
                <c:pt idx="2">
                  <c:v>Q1'26</c:v>
                </c:pt>
              </c:strCache>
            </c:strRef>
          </c:cat>
          <c:val>
            <c:numRef>
              <c:f>Sheet1!$B$2:$B$4</c:f>
              <c:numCache>
                <c:formatCode>General</c:formatCode>
                <c:ptCount val="3"/>
                <c:pt idx="0">
                  <c:v>270</c:v>
                </c:pt>
                <c:pt idx="1">
                  <c:v>214</c:v>
                </c:pt>
                <c:pt idx="2">
                  <c:v>231</c:v>
                </c:pt>
              </c:numCache>
            </c:numRef>
          </c:val>
          <c:extLst>
            <c:ext xmlns:c16="http://schemas.microsoft.com/office/drawing/2014/chart" uri="{C3380CC4-5D6E-409C-BE32-E72D297353CC}">
              <c16:uniqueId val="{00000000-624D-4492-9541-C770813C0AB3}"/>
            </c:ext>
          </c:extLst>
        </c:ser>
        <c:ser>
          <c:idx val="1"/>
          <c:order val="1"/>
          <c:tx>
            <c:strRef>
              <c:f>Sheet1!$C$1</c:f>
              <c:strCache>
                <c:ptCount val="1"/>
                <c:pt idx="0">
                  <c:v>Non Top25</c:v>
                </c:pt>
              </c:strCache>
            </c:strRef>
          </c:tx>
          <c:spPr>
            <a:solidFill>
              <a:schemeClr val="accent6">
                <a:lumMod val="20000"/>
                <a:lumOff val="80000"/>
              </a:schemeClr>
            </a:solidFill>
            <a:ln>
              <a:noFill/>
            </a:ln>
            <a:effectLst/>
          </c:spPr>
          <c:invertIfNegative val="0"/>
          <c:dLbls>
            <c:spPr>
              <a:noFill/>
              <a:ln>
                <a:noFill/>
              </a:ln>
              <a:effectLst/>
            </c:spPr>
            <c:txPr>
              <a:bodyPr rot="0" spcFirstLastPara="1" vertOverflow="ellipsis" vert="horz" wrap="square" anchor="ctr" anchorCtr="1"/>
              <a:lstStyle/>
              <a:p>
                <a:pPr>
                  <a:defRPr sz="1197" b="1" i="0" u="none" strike="noStrike" kern="1200" baseline="0">
                    <a:solidFill>
                      <a:schemeClr val="tx1">
                        <a:lumMod val="75000"/>
                        <a:lumOff val="25000"/>
                      </a:schemeClr>
                    </a:solidFill>
                    <a:latin typeface="Arial Nova" panose="020B0504020202020204" pitchFamily="34" charset="0"/>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Q3'25</c:v>
                </c:pt>
                <c:pt idx="1">
                  <c:v>Q4'25</c:v>
                </c:pt>
                <c:pt idx="2">
                  <c:v>Q1'26</c:v>
                </c:pt>
              </c:strCache>
            </c:strRef>
          </c:cat>
          <c:val>
            <c:numRef>
              <c:f>Sheet1!$C$2:$C$4</c:f>
              <c:numCache>
                <c:formatCode>General</c:formatCode>
                <c:ptCount val="3"/>
                <c:pt idx="0">
                  <c:v>221</c:v>
                </c:pt>
                <c:pt idx="1">
                  <c:v>296</c:v>
                </c:pt>
                <c:pt idx="2">
                  <c:v>235</c:v>
                </c:pt>
              </c:numCache>
            </c:numRef>
          </c:val>
          <c:extLst>
            <c:ext xmlns:c16="http://schemas.microsoft.com/office/drawing/2014/chart" uri="{C3380CC4-5D6E-409C-BE32-E72D297353CC}">
              <c16:uniqueId val="{00000001-624D-4492-9541-C770813C0AB3}"/>
            </c:ext>
          </c:extLst>
        </c:ser>
        <c:dLbls>
          <c:showLegendKey val="0"/>
          <c:showVal val="0"/>
          <c:showCatName val="0"/>
          <c:showSerName val="0"/>
          <c:showPercent val="0"/>
          <c:showBubbleSize val="0"/>
        </c:dLbls>
        <c:gapWidth val="150"/>
        <c:overlap val="100"/>
        <c:axId val="1782096608"/>
        <c:axId val="1782097568"/>
      </c:barChart>
      <c:lineChart>
        <c:grouping val="standard"/>
        <c:varyColors val="0"/>
        <c:ser>
          <c:idx val="2"/>
          <c:order val="2"/>
          <c:tx>
            <c:strRef>
              <c:f>Sheet1!$D$1</c:f>
              <c:strCache>
                <c:ptCount val="1"/>
                <c:pt idx="0">
                  <c:v>Central</c:v>
                </c:pt>
              </c:strCache>
            </c:strRef>
          </c:tx>
          <c:spPr>
            <a:ln w="19050" cap="rnd">
              <a:solidFill>
                <a:schemeClr val="bg1">
                  <a:lumMod val="75000"/>
                </a:schemeClr>
              </a:solidFill>
              <a:prstDash val="dash"/>
              <a:round/>
            </a:ln>
            <a:effectLst/>
          </c:spPr>
          <c:marker>
            <c:symbol val="diamond"/>
            <c:size val="5"/>
            <c:spPr>
              <a:solidFill>
                <a:schemeClr val="bg1">
                  <a:lumMod val="75000"/>
                </a:schemeClr>
              </a:solidFill>
              <a:ln w="19050">
                <a:solidFill>
                  <a:schemeClr val="bg1">
                    <a:lumMod val="75000"/>
                  </a:schemeClr>
                </a:solidFill>
                <a:prstDash val="dash"/>
              </a:ln>
              <a:effectLst/>
            </c:spPr>
          </c:marker>
          <c:dPt>
            <c:idx val="2"/>
            <c:marker>
              <c:symbol val="diamond"/>
              <c:size val="5"/>
              <c:spPr>
                <a:solidFill>
                  <a:schemeClr val="bg1">
                    <a:lumMod val="75000"/>
                  </a:schemeClr>
                </a:solidFill>
                <a:ln w="19050">
                  <a:solidFill>
                    <a:schemeClr val="bg1">
                      <a:lumMod val="75000"/>
                    </a:schemeClr>
                  </a:solidFill>
                  <a:prstDash val="dash"/>
                </a:ln>
                <a:effectLst/>
              </c:spPr>
            </c:marker>
            <c:bubble3D val="0"/>
            <c:spPr>
              <a:ln w="19050" cap="rnd">
                <a:solidFill>
                  <a:schemeClr val="bg1">
                    <a:lumMod val="75000"/>
                  </a:schemeClr>
                </a:solidFill>
                <a:prstDash val="dash"/>
                <a:round/>
              </a:ln>
              <a:effectLst/>
            </c:spPr>
            <c:extLst>
              <c:ext xmlns:c16="http://schemas.microsoft.com/office/drawing/2014/chart" uri="{C3380CC4-5D6E-409C-BE32-E72D297353CC}">
                <c16:uniqueId val="{00000001-0F16-4666-BAD6-1F0F5EF508A5}"/>
              </c:ext>
            </c:extLst>
          </c:dPt>
          <c:dLbls>
            <c:spPr>
              <a:noFill/>
              <a:ln>
                <a:noFill/>
              </a:ln>
              <a:effectLst/>
            </c:spPr>
            <c:txPr>
              <a:bodyPr rot="0" spcFirstLastPara="1" vertOverflow="ellipsis" vert="horz" wrap="square" anchor="ctr" anchorCtr="1"/>
              <a:lstStyle/>
              <a:p>
                <a:pPr>
                  <a:defRPr sz="1200" b="1" i="0" u="none" strike="noStrike" kern="1200" baseline="0">
                    <a:solidFill>
                      <a:schemeClr val="tx1">
                        <a:lumMod val="75000"/>
                        <a:lumOff val="25000"/>
                      </a:schemeClr>
                    </a:solidFill>
                    <a:latin typeface="Arial Nova" panose="020B0504020202020204" pitchFamily="34" charset="0"/>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Q3'25</c:v>
                </c:pt>
                <c:pt idx="1">
                  <c:v>Q4'25</c:v>
                </c:pt>
                <c:pt idx="2">
                  <c:v>Q1'26</c:v>
                </c:pt>
              </c:strCache>
            </c:strRef>
          </c:cat>
          <c:val>
            <c:numRef>
              <c:f>Sheet1!$D$2:$D$4</c:f>
              <c:numCache>
                <c:formatCode>General</c:formatCode>
                <c:ptCount val="3"/>
                <c:pt idx="0">
                  <c:v>491</c:v>
                </c:pt>
                <c:pt idx="1">
                  <c:v>510</c:v>
                </c:pt>
                <c:pt idx="2">
                  <c:v>466</c:v>
                </c:pt>
              </c:numCache>
            </c:numRef>
          </c:val>
          <c:smooth val="0"/>
          <c:extLst>
            <c:ext xmlns:c16="http://schemas.microsoft.com/office/drawing/2014/chart" uri="{C3380CC4-5D6E-409C-BE32-E72D297353CC}">
              <c16:uniqueId val="{00000002-624D-4492-9541-C770813C0AB3}"/>
            </c:ext>
          </c:extLst>
        </c:ser>
        <c:dLbls>
          <c:showLegendKey val="0"/>
          <c:showVal val="0"/>
          <c:showCatName val="0"/>
          <c:showSerName val="0"/>
          <c:showPercent val="0"/>
          <c:showBubbleSize val="0"/>
        </c:dLbls>
        <c:marker val="1"/>
        <c:smooth val="0"/>
        <c:axId val="2026719727"/>
        <c:axId val="2026725487"/>
      </c:lineChart>
      <c:catAx>
        <c:axId val="1782096608"/>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Arial Nova" panose="020B0504020202020204" pitchFamily="34" charset="0"/>
                <a:ea typeface="+mn-ea"/>
                <a:cs typeface="+mn-cs"/>
              </a:defRPr>
            </a:pPr>
            <a:endParaRPr lang="en-US"/>
          </a:p>
        </c:txPr>
        <c:crossAx val="1782097568"/>
        <c:crosses val="autoZero"/>
        <c:auto val="1"/>
        <c:lblAlgn val="ctr"/>
        <c:lblOffset val="100"/>
        <c:noMultiLvlLbl val="0"/>
      </c:catAx>
      <c:valAx>
        <c:axId val="1782097568"/>
        <c:scaling>
          <c:orientation val="minMax"/>
          <c:max val="800"/>
        </c:scaling>
        <c:delete val="0"/>
        <c:axPos val="l"/>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1050" b="0" i="0" u="none" strike="noStrike" kern="1200" baseline="0">
                <a:solidFill>
                  <a:schemeClr val="tx1">
                    <a:lumMod val="65000"/>
                    <a:lumOff val="35000"/>
                  </a:schemeClr>
                </a:solidFill>
                <a:latin typeface="Arial Nova" panose="020B0504020202020204" pitchFamily="34" charset="0"/>
                <a:ea typeface="+mn-ea"/>
                <a:cs typeface="+mn-cs"/>
              </a:defRPr>
            </a:pPr>
            <a:endParaRPr lang="en-US"/>
          </a:p>
        </c:txPr>
        <c:crossAx val="1782096608"/>
        <c:crosses val="autoZero"/>
        <c:crossBetween val="between"/>
        <c:majorUnit val="200"/>
      </c:valAx>
      <c:valAx>
        <c:axId val="2026725487"/>
        <c:scaling>
          <c:orientation val="minMax"/>
          <c:max val="700"/>
          <c:min val="0"/>
        </c:scaling>
        <c:delete val="0"/>
        <c:axPos val="r"/>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700" b="0" i="0" u="none" strike="noStrike" kern="1200" baseline="0">
                <a:solidFill>
                  <a:schemeClr val="tx1">
                    <a:lumMod val="65000"/>
                    <a:lumOff val="35000"/>
                  </a:schemeClr>
                </a:solidFill>
                <a:latin typeface="Arial Nova" panose="020B0504020202020204" pitchFamily="34" charset="0"/>
                <a:ea typeface="+mn-ea"/>
                <a:cs typeface="+mn-cs"/>
              </a:defRPr>
            </a:pPr>
            <a:endParaRPr lang="en-US"/>
          </a:p>
        </c:txPr>
        <c:crossAx val="2026719727"/>
        <c:crosses val="max"/>
        <c:crossBetween val="between"/>
      </c:valAx>
      <c:catAx>
        <c:axId val="2026719727"/>
        <c:scaling>
          <c:orientation val="minMax"/>
        </c:scaling>
        <c:delete val="1"/>
        <c:axPos val="b"/>
        <c:numFmt formatCode="General" sourceLinked="1"/>
        <c:majorTickMark val="out"/>
        <c:minorTickMark val="none"/>
        <c:tickLblPos val="nextTo"/>
        <c:crossAx val="2026725487"/>
        <c:crosses val="autoZero"/>
        <c:auto val="1"/>
        <c:lblAlgn val="ctr"/>
        <c:lblOffset val="100"/>
        <c:noMultiLvlLbl val="0"/>
      </c:catAx>
      <c:spPr>
        <a:noFill/>
        <a:ln>
          <a:noFill/>
        </a:ln>
        <a:effectLst/>
      </c:spPr>
    </c:plotArea>
    <c:legend>
      <c:legendPos val="t"/>
      <c:layout>
        <c:manualLayout>
          <c:xMode val="edge"/>
          <c:yMode val="edge"/>
          <c:x val="0.20661865339436256"/>
          <c:y val="4.0437342820339818E-2"/>
          <c:w val="0.63105176594720114"/>
          <c:h val="8.1577267720818275E-2"/>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Arial Nova" panose="020B0504020202020204" pitchFamily="34" charset="0"/>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solidFill>
        <a:schemeClr val="bg1">
          <a:lumMod val="85000"/>
        </a:schemeClr>
      </a:solidFill>
    </a:ln>
    <a:effectLst/>
  </c:spPr>
  <c:txPr>
    <a:bodyPr/>
    <a:lstStyle/>
    <a:p>
      <a:pPr>
        <a:defRPr>
          <a:latin typeface="Arial Nova" panose="020B0504020202020204" pitchFamily="34" charset="0"/>
        </a:defRPr>
      </a:pPr>
      <a:endParaRPr lang="en-US"/>
    </a:p>
  </c:txPr>
  <c:externalData r:id="rId3">
    <c:autoUpdate val="0"/>
  </c:externalData>
  <c:userShapes r:id="rId4"/>
</c:chartSpace>
</file>

<file path=ppt/charts/chart2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
          <c:y val="0.21402129722089847"/>
          <c:w val="1"/>
          <c:h val="0.75650057059242637"/>
        </c:manualLayout>
      </c:layout>
      <c:barChart>
        <c:barDir val="col"/>
        <c:grouping val="clustered"/>
        <c:varyColors val="0"/>
        <c:ser>
          <c:idx val="0"/>
          <c:order val="0"/>
          <c:tx>
            <c:strRef>
              <c:f>Sheet1!$B$1</c:f>
              <c:strCache>
                <c:ptCount val="1"/>
                <c:pt idx="0">
                  <c:v>Q3'25</c:v>
                </c:pt>
              </c:strCache>
            </c:strRef>
          </c:tx>
          <c:spPr>
            <a:solidFill>
              <a:schemeClr val="accent1"/>
            </a:solidFill>
            <a:ln>
              <a:noFill/>
            </a:ln>
            <a:effectLst/>
          </c:spPr>
          <c:invertIfNegative val="0"/>
          <c:dLbls>
            <c:spPr>
              <a:noFill/>
              <a:ln>
                <a:noFill/>
              </a:ln>
              <a:effectLst/>
            </c:spPr>
            <c:txPr>
              <a:bodyPr rot="0" spcFirstLastPara="1" vertOverflow="ellipsis" vert="horz" wrap="square" anchor="ctr" anchorCtr="1"/>
              <a:lstStyle/>
              <a:p>
                <a:pPr>
                  <a:defRPr sz="1197" b="1" i="0" u="none" strike="noStrike" kern="1200" baseline="0">
                    <a:solidFill>
                      <a:schemeClr val="tx1">
                        <a:lumMod val="65000"/>
                        <a:lumOff val="35000"/>
                      </a:schemeClr>
                    </a:solidFill>
                    <a:latin typeface="Arial Nova" panose="020B0504020202020204" pitchFamily="34" charset="0"/>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Total</c:v>
                </c:pt>
              </c:strCache>
            </c:strRef>
          </c:cat>
          <c:val>
            <c:numRef>
              <c:f>Sheet1!$B$2</c:f>
              <c:numCache>
                <c:formatCode>General</c:formatCode>
                <c:ptCount val="1"/>
                <c:pt idx="0">
                  <c:v>40</c:v>
                </c:pt>
              </c:numCache>
            </c:numRef>
          </c:val>
          <c:extLst>
            <c:ext xmlns:c16="http://schemas.microsoft.com/office/drawing/2014/chart" uri="{C3380CC4-5D6E-409C-BE32-E72D297353CC}">
              <c16:uniqueId val="{00000000-2B68-44D5-9C80-DC29A8B41C2A}"/>
            </c:ext>
          </c:extLst>
        </c:ser>
        <c:ser>
          <c:idx val="1"/>
          <c:order val="1"/>
          <c:tx>
            <c:strRef>
              <c:f>Sheet1!$C$1</c:f>
              <c:strCache>
                <c:ptCount val="1"/>
                <c:pt idx="0">
                  <c:v>Q4'25</c:v>
                </c:pt>
              </c:strCache>
            </c:strRef>
          </c:tx>
          <c:spPr>
            <a:solidFill>
              <a:schemeClr val="accent3">
                <a:lumMod val="90000"/>
              </a:schemeClr>
            </a:solidFill>
            <a:ln>
              <a:noFill/>
            </a:ln>
            <a:effectLst/>
          </c:spPr>
          <c:invertIfNegative val="0"/>
          <c:dLbls>
            <c:spPr>
              <a:noFill/>
              <a:ln>
                <a:noFill/>
              </a:ln>
              <a:effectLst/>
            </c:spPr>
            <c:txPr>
              <a:bodyPr rot="0" spcFirstLastPara="1" vertOverflow="ellipsis" vert="horz" wrap="square" anchor="ctr" anchorCtr="1"/>
              <a:lstStyle/>
              <a:p>
                <a:pPr>
                  <a:defRPr sz="1197" b="1" i="0" u="none" strike="noStrike" kern="1200" baseline="0">
                    <a:solidFill>
                      <a:schemeClr val="tx1">
                        <a:lumMod val="65000"/>
                        <a:lumOff val="35000"/>
                      </a:schemeClr>
                    </a:solidFill>
                    <a:latin typeface="Arial Nova" panose="020B0504020202020204" pitchFamily="34" charset="0"/>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Total</c:v>
                </c:pt>
              </c:strCache>
            </c:strRef>
          </c:cat>
          <c:val>
            <c:numRef>
              <c:f>Sheet1!$C$2</c:f>
              <c:numCache>
                <c:formatCode>General</c:formatCode>
                <c:ptCount val="1"/>
                <c:pt idx="0">
                  <c:v>44</c:v>
                </c:pt>
              </c:numCache>
            </c:numRef>
          </c:val>
          <c:extLst>
            <c:ext xmlns:c16="http://schemas.microsoft.com/office/drawing/2014/chart" uri="{C3380CC4-5D6E-409C-BE32-E72D297353CC}">
              <c16:uniqueId val="{00000001-2B68-44D5-9C80-DC29A8B41C2A}"/>
            </c:ext>
          </c:extLst>
        </c:ser>
        <c:ser>
          <c:idx val="2"/>
          <c:order val="2"/>
          <c:tx>
            <c:strRef>
              <c:f>Sheet1!$D$1</c:f>
              <c:strCache>
                <c:ptCount val="1"/>
                <c:pt idx="0">
                  <c:v>Q1'26</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tx1">
                        <a:lumMod val="75000"/>
                        <a:lumOff val="25000"/>
                      </a:schemeClr>
                    </a:solidFill>
                    <a:latin typeface="Arial Nova" panose="020B0504020202020204" pitchFamily="34" charset="0"/>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Total</c:v>
                </c:pt>
              </c:strCache>
            </c:strRef>
          </c:cat>
          <c:val>
            <c:numRef>
              <c:f>Sheet1!$D$2</c:f>
              <c:numCache>
                <c:formatCode>General</c:formatCode>
                <c:ptCount val="1"/>
                <c:pt idx="0">
                  <c:v>42</c:v>
                </c:pt>
              </c:numCache>
            </c:numRef>
          </c:val>
          <c:extLst>
            <c:ext xmlns:c16="http://schemas.microsoft.com/office/drawing/2014/chart" uri="{C3380CC4-5D6E-409C-BE32-E72D297353CC}">
              <c16:uniqueId val="{00000000-85B6-407A-AA50-DD86BE4CD977}"/>
            </c:ext>
          </c:extLst>
        </c:ser>
        <c:dLbls>
          <c:dLblPos val="outEnd"/>
          <c:showLegendKey val="0"/>
          <c:showVal val="1"/>
          <c:showCatName val="0"/>
          <c:showSerName val="0"/>
          <c:showPercent val="0"/>
          <c:showBubbleSize val="0"/>
        </c:dLbls>
        <c:gapWidth val="219"/>
        <c:overlap val="-27"/>
        <c:axId val="2143101151"/>
        <c:axId val="187503696"/>
      </c:barChart>
      <c:catAx>
        <c:axId val="2143101151"/>
        <c:scaling>
          <c:orientation val="minMax"/>
        </c:scaling>
        <c:delete val="1"/>
        <c:axPos val="b"/>
        <c:numFmt formatCode="General" sourceLinked="1"/>
        <c:majorTickMark val="none"/>
        <c:minorTickMark val="none"/>
        <c:tickLblPos val="low"/>
        <c:crossAx val="187503696"/>
        <c:crosses val="autoZero"/>
        <c:auto val="1"/>
        <c:lblAlgn val="ctr"/>
        <c:lblOffset val="100"/>
        <c:noMultiLvlLbl val="0"/>
      </c:catAx>
      <c:valAx>
        <c:axId val="187503696"/>
        <c:scaling>
          <c:orientation val="minMax"/>
          <c:max val="60"/>
        </c:scaling>
        <c:delete val="1"/>
        <c:axPos val="l"/>
        <c:numFmt formatCode="General" sourceLinked="1"/>
        <c:majorTickMark val="out"/>
        <c:minorTickMark val="none"/>
        <c:tickLblPos val="nextTo"/>
        <c:crossAx val="2143101151"/>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1100" b="1" i="0" u="none" strike="noStrike" kern="1200" baseline="0">
              <a:solidFill>
                <a:schemeClr val="tx1">
                  <a:lumMod val="65000"/>
                  <a:lumOff val="35000"/>
                </a:schemeClr>
              </a:solidFill>
              <a:latin typeface="Arial Nova" panose="020B0504020202020204" pitchFamily="34" charset="0"/>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9525">
      <a:solidFill>
        <a:schemeClr val="bg1">
          <a:lumMod val="85000"/>
        </a:schemeClr>
      </a:solidFill>
    </a:ln>
    <a:effectLst/>
  </c:spPr>
  <c:txPr>
    <a:bodyPr/>
    <a:lstStyle/>
    <a:p>
      <a:pPr>
        <a:defRPr>
          <a:latin typeface="Arial Nova" panose="020B0504020202020204" pitchFamily="34" charset="0"/>
        </a:defRPr>
      </a:pPr>
      <a:endParaRPr lang="en-US"/>
    </a:p>
  </c:txPr>
  <c:externalData r:id="rId3">
    <c:autoUpdate val="0"/>
  </c:externalData>
  <c:userShapes r:id="rId4"/>
</c:chartSpace>
</file>

<file path=ppt/charts/chart2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
          <c:y val="0.22114981345701365"/>
          <c:w val="1"/>
          <c:h val="0.75650057059242637"/>
        </c:manualLayout>
      </c:layout>
      <c:barChart>
        <c:barDir val="col"/>
        <c:grouping val="clustered"/>
        <c:varyColors val="0"/>
        <c:ser>
          <c:idx val="0"/>
          <c:order val="0"/>
          <c:tx>
            <c:strRef>
              <c:f>Sheet1!$B$1</c:f>
              <c:strCache>
                <c:ptCount val="1"/>
                <c:pt idx="0">
                  <c:v>Q3'25</c:v>
                </c:pt>
              </c:strCache>
            </c:strRef>
          </c:tx>
          <c:spPr>
            <a:solidFill>
              <a:schemeClr val="accent1"/>
            </a:solidFill>
            <a:ln>
              <a:noFill/>
            </a:ln>
            <a:effectLst/>
          </c:spPr>
          <c:invertIfNegative val="0"/>
          <c:dLbls>
            <c:spPr>
              <a:noFill/>
              <a:ln>
                <a:noFill/>
              </a:ln>
              <a:effectLst/>
            </c:spPr>
            <c:txPr>
              <a:bodyPr rot="0" spcFirstLastPara="1" vertOverflow="ellipsis" vert="horz" wrap="square" anchor="ctr" anchorCtr="1"/>
              <a:lstStyle/>
              <a:p>
                <a:pPr>
                  <a:defRPr sz="1197" b="1" i="0" u="none" strike="noStrike" kern="1200" baseline="0">
                    <a:solidFill>
                      <a:schemeClr val="tx1">
                        <a:lumMod val="65000"/>
                        <a:lumOff val="35000"/>
                      </a:schemeClr>
                    </a:solidFill>
                    <a:latin typeface="Arial Nova" panose="020B0504020202020204" pitchFamily="34" charset="0"/>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Total</c:v>
                </c:pt>
              </c:strCache>
            </c:strRef>
          </c:cat>
          <c:val>
            <c:numRef>
              <c:f>Sheet1!$B$2</c:f>
              <c:numCache>
                <c:formatCode>0.0</c:formatCode>
                <c:ptCount val="1"/>
                <c:pt idx="0">
                  <c:v>11.042553191489361</c:v>
                </c:pt>
              </c:numCache>
            </c:numRef>
          </c:val>
          <c:extLst>
            <c:ext xmlns:c16="http://schemas.microsoft.com/office/drawing/2014/chart" uri="{C3380CC4-5D6E-409C-BE32-E72D297353CC}">
              <c16:uniqueId val="{00000000-28CC-4649-97F1-2780C6D6A1F6}"/>
            </c:ext>
          </c:extLst>
        </c:ser>
        <c:ser>
          <c:idx val="1"/>
          <c:order val="1"/>
          <c:tx>
            <c:strRef>
              <c:f>Sheet1!$C$1</c:f>
              <c:strCache>
                <c:ptCount val="1"/>
                <c:pt idx="0">
                  <c:v>Q4'25</c:v>
                </c:pt>
              </c:strCache>
            </c:strRef>
          </c:tx>
          <c:spPr>
            <a:solidFill>
              <a:schemeClr val="accent3">
                <a:lumMod val="90000"/>
              </a:schemeClr>
            </a:solidFill>
            <a:ln>
              <a:noFill/>
            </a:ln>
            <a:effectLst/>
          </c:spPr>
          <c:invertIfNegative val="0"/>
          <c:dLbls>
            <c:spPr>
              <a:noFill/>
              <a:ln>
                <a:noFill/>
              </a:ln>
              <a:effectLst/>
            </c:spPr>
            <c:txPr>
              <a:bodyPr rot="0" spcFirstLastPara="1" vertOverflow="ellipsis" vert="horz" wrap="square" anchor="ctr" anchorCtr="1"/>
              <a:lstStyle/>
              <a:p>
                <a:pPr>
                  <a:defRPr sz="1197" b="1" i="0" u="none" strike="noStrike" kern="1200" baseline="0">
                    <a:solidFill>
                      <a:schemeClr val="tx1">
                        <a:lumMod val="65000"/>
                        <a:lumOff val="35000"/>
                      </a:schemeClr>
                    </a:solidFill>
                    <a:latin typeface="Arial Nova" panose="020B0504020202020204" pitchFamily="34" charset="0"/>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Total</c:v>
                </c:pt>
              </c:strCache>
            </c:strRef>
          </c:cat>
          <c:val>
            <c:numRef>
              <c:f>Sheet1!$C$2</c:f>
              <c:numCache>
                <c:formatCode>0.0</c:formatCode>
                <c:ptCount val="1"/>
                <c:pt idx="0">
                  <c:v>12.085106382978724</c:v>
                </c:pt>
              </c:numCache>
            </c:numRef>
          </c:val>
          <c:extLst>
            <c:ext xmlns:c16="http://schemas.microsoft.com/office/drawing/2014/chart" uri="{C3380CC4-5D6E-409C-BE32-E72D297353CC}">
              <c16:uniqueId val="{00000001-28CC-4649-97F1-2780C6D6A1F6}"/>
            </c:ext>
          </c:extLst>
        </c:ser>
        <c:ser>
          <c:idx val="2"/>
          <c:order val="2"/>
          <c:tx>
            <c:strRef>
              <c:f>Sheet1!$D$1</c:f>
              <c:strCache>
                <c:ptCount val="1"/>
                <c:pt idx="0">
                  <c:v>Q1'26</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tx1">
                        <a:lumMod val="75000"/>
                        <a:lumOff val="25000"/>
                      </a:schemeClr>
                    </a:solidFill>
                    <a:latin typeface="Arial Nova" panose="020B0504020202020204" pitchFamily="34" charset="0"/>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Total</c:v>
                </c:pt>
              </c:strCache>
            </c:strRef>
          </c:cat>
          <c:val>
            <c:numRef>
              <c:f>Sheet1!$D$2</c:f>
              <c:numCache>
                <c:formatCode>0.0</c:formatCode>
                <c:ptCount val="1"/>
                <c:pt idx="0">
                  <c:v>12.872340425531915</c:v>
                </c:pt>
              </c:numCache>
            </c:numRef>
          </c:val>
          <c:extLst>
            <c:ext xmlns:c16="http://schemas.microsoft.com/office/drawing/2014/chart" uri="{C3380CC4-5D6E-409C-BE32-E72D297353CC}">
              <c16:uniqueId val="{00000000-706A-4F6B-BB1F-C1F040C1CD21}"/>
            </c:ext>
          </c:extLst>
        </c:ser>
        <c:dLbls>
          <c:dLblPos val="outEnd"/>
          <c:showLegendKey val="0"/>
          <c:showVal val="1"/>
          <c:showCatName val="0"/>
          <c:showSerName val="0"/>
          <c:showPercent val="0"/>
          <c:showBubbleSize val="0"/>
        </c:dLbls>
        <c:gapWidth val="219"/>
        <c:overlap val="-27"/>
        <c:axId val="2143101151"/>
        <c:axId val="187503696"/>
      </c:barChart>
      <c:catAx>
        <c:axId val="2143101151"/>
        <c:scaling>
          <c:orientation val="minMax"/>
        </c:scaling>
        <c:delete val="1"/>
        <c:axPos val="b"/>
        <c:numFmt formatCode="General" sourceLinked="1"/>
        <c:majorTickMark val="none"/>
        <c:minorTickMark val="none"/>
        <c:tickLblPos val="low"/>
        <c:crossAx val="187503696"/>
        <c:crosses val="autoZero"/>
        <c:auto val="1"/>
        <c:lblAlgn val="ctr"/>
        <c:lblOffset val="100"/>
        <c:noMultiLvlLbl val="0"/>
      </c:catAx>
      <c:valAx>
        <c:axId val="187503696"/>
        <c:scaling>
          <c:orientation val="minMax"/>
          <c:max val="18"/>
          <c:min val="0"/>
        </c:scaling>
        <c:delete val="1"/>
        <c:axPos val="l"/>
        <c:numFmt formatCode="0.0" sourceLinked="1"/>
        <c:majorTickMark val="out"/>
        <c:minorTickMark val="none"/>
        <c:tickLblPos val="nextTo"/>
        <c:crossAx val="2143101151"/>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1100" b="1" i="0" u="none" strike="noStrike" kern="1200" baseline="0">
              <a:solidFill>
                <a:schemeClr val="tx1">
                  <a:lumMod val="65000"/>
                  <a:lumOff val="35000"/>
                </a:schemeClr>
              </a:solidFill>
              <a:latin typeface="Arial Nova" panose="020B0504020202020204" pitchFamily="34" charset="0"/>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9525">
      <a:solidFill>
        <a:schemeClr val="bg1">
          <a:lumMod val="85000"/>
        </a:schemeClr>
      </a:solidFill>
    </a:ln>
    <a:effectLst/>
  </c:spPr>
  <c:txPr>
    <a:bodyPr/>
    <a:lstStyle/>
    <a:p>
      <a:pPr>
        <a:defRPr>
          <a:latin typeface="Arial Nova" panose="020B0504020202020204" pitchFamily="34" charset="0"/>
        </a:defRPr>
      </a:pPr>
      <a:endParaRPr lang="en-US"/>
    </a:p>
  </c:txPr>
  <c:externalData r:id="rId3">
    <c:autoUpdate val="0"/>
  </c:externalData>
</c:chartSpace>
</file>

<file path=ppt/charts/chart2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8.28888147774553E-2"/>
          <c:y val="0.16960153891240196"/>
          <c:w val="0.86555422203883436"/>
          <c:h val="0.70080915577910008"/>
        </c:manualLayout>
      </c:layout>
      <c:barChart>
        <c:barDir val="col"/>
        <c:grouping val="stacked"/>
        <c:varyColors val="0"/>
        <c:ser>
          <c:idx val="0"/>
          <c:order val="0"/>
          <c:tx>
            <c:strRef>
              <c:f>Sheet1!$B$1</c:f>
              <c:strCache>
                <c:ptCount val="1"/>
                <c:pt idx="0">
                  <c:v>Top 25</c:v>
                </c:pt>
              </c:strCache>
            </c:strRef>
          </c:tx>
          <c:spPr>
            <a:solidFill>
              <a:schemeClr val="accent1">
                <a:lumMod val="75000"/>
              </a:schemeClr>
            </a:solidFill>
            <a:ln>
              <a:noFill/>
            </a:ln>
            <a:effectLst/>
          </c:spPr>
          <c:invertIfNegative val="0"/>
          <c:dLbls>
            <c:spPr>
              <a:noFill/>
              <a:ln>
                <a:noFill/>
              </a:ln>
              <a:effectLst/>
            </c:spPr>
            <c:txPr>
              <a:bodyPr rot="0" spcFirstLastPara="1" vertOverflow="ellipsis" vert="horz" wrap="square" anchor="ctr" anchorCtr="1"/>
              <a:lstStyle/>
              <a:p>
                <a:pPr>
                  <a:defRPr sz="1197" b="1" i="0" u="none" strike="noStrike" kern="1200" baseline="0">
                    <a:solidFill>
                      <a:schemeClr val="bg1"/>
                    </a:solidFill>
                    <a:latin typeface="Arial Nova" panose="020B0504020202020204" pitchFamily="34" charset="0"/>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Q3'25</c:v>
                </c:pt>
                <c:pt idx="1">
                  <c:v>Q4'25</c:v>
                </c:pt>
                <c:pt idx="2">
                  <c:v>Q1'26</c:v>
                </c:pt>
              </c:strCache>
            </c:strRef>
          </c:cat>
          <c:val>
            <c:numRef>
              <c:f>Sheet1!$B$2:$B$4</c:f>
              <c:numCache>
                <c:formatCode>General</c:formatCode>
                <c:ptCount val="3"/>
                <c:pt idx="0">
                  <c:v>293</c:v>
                </c:pt>
                <c:pt idx="1">
                  <c:v>319</c:v>
                </c:pt>
                <c:pt idx="2">
                  <c:v>289</c:v>
                </c:pt>
              </c:numCache>
            </c:numRef>
          </c:val>
          <c:extLst>
            <c:ext xmlns:c16="http://schemas.microsoft.com/office/drawing/2014/chart" uri="{C3380CC4-5D6E-409C-BE32-E72D297353CC}">
              <c16:uniqueId val="{00000000-624D-4492-9541-C770813C0AB3}"/>
            </c:ext>
          </c:extLst>
        </c:ser>
        <c:ser>
          <c:idx val="1"/>
          <c:order val="1"/>
          <c:tx>
            <c:strRef>
              <c:f>Sheet1!$C$1</c:f>
              <c:strCache>
                <c:ptCount val="1"/>
                <c:pt idx="0">
                  <c:v>Non Top25</c:v>
                </c:pt>
              </c:strCache>
            </c:strRef>
          </c:tx>
          <c:spPr>
            <a:solidFill>
              <a:schemeClr val="accent6">
                <a:lumMod val="20000"/>
                <a:lumOff val="80000"/>
              </a:schemeClr>
            </a:solidFill>
            <a:ln>
              <a:noFill/>
            </a:ln>
            <a:effectLst/>
          </c:spPr>
          <c:invertIfNegative val="0"/>
          <c:dLbls>
            <c:spPr>
              <a:noFill/>
              <a:ln>
                <a:noFill/>
              </a:ln>
              <a:effectLst/>
            </c:spPr>
            <c:txPr>
              <a:bodyPr rot="0" spcFirstLastPara="1" vertOverflow="ellipsis" vert="horz" wrap="square" anchor="ctr" anchorCtr="1"/>
              <a:lstStyle/>
              <a:p>
                <a:pPr>
                  <a:defRPr sz="1197" b="1" i="0" u="none" strike="noStrike" kern="1200" baseline="0">
                    <a:solidFill>
                      <a:schemeClr val="tx1">
                        <a:lumMod val="75000"/>
                        <a:lumOff val="25000"/>
                      </a:schemeClr>
                    </a:solidFill>
                    <a:latin typeface="Arial Nova" panose="020B0504020202020204" pitchFamily="34" charset="0"/>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Q3'25</c:v>
                </c:pt>
                <c:pt idx="1">
                  <c:v>Q4'25</c:v>
                </c:pt>
                <c:pt idx="2">
                  <c:v>Q1'26</c:v>
                </c:pt>
              </c:strCache>
            </c:strRef>
          </c:cat>
          <c:val>
            <c:numRef>
              <c:f>Sheet1!$C$2:$C$4</c:f>
              <c:numCache>
                <c:formatCode>General</c:formatCode>
                <c:ptCount val="3"/>
                <c:pt idx="0">
                  <c:v>226</c:v>
                </c:pt>
                <c:pt idx="1">
                  <c:v>249</c:v>
                </c:pt>
                <c:pt idx="2">
                  <c:v>316</c:v>
                </c:pt>
              </c:numCache>
            </c:numRef>
          </c:val>
          <c:extLst>
            <c:ext xmlns:c16="http://schemas.microsoft.com/office/drawing/2014/chart" uri="{C3380CC4-5D6E-409C-BE32-E72D297353CC}">
              <c16:uniqueId val="{00000001-624D-4492-9541-C770813C0AB3}"/>
            </c:ext>
          </c:extLst>
        </c:ser>
        <c:dLbls>
          <c:showLegendKey val="0"/>
          <c:showVal val="0"/>
          <c:showCatName val="0"/>
          <c:showSerName val="0"/>
          <c:showPercent val="0"/>
          <c:showBubbleSize val="0"/>
        </c:dLbls>
        <c:gapWidth val="150"/>
        <c:overlap val="100"/>
        <c:axId val="1782096608"/>
        <c:axId val="1782097568"/>
      </c:barChart>
      <c:lineChart>
        <c:grouping val="standard"/>
        <c:varyColors val="0"/>
        <c:ser>
          <c:idx val="2"/>
          <c:order val="2"/>
          <c:tx>
            <c:strRef>
              <c:f>Sheet1!$D$1</c:f>
              <c:strCache>
                <c:ptCount val="1"/>
                <c:pt idx="0">
                  <c:v>East</c:v>
                </c:pt>
              </c:strCache>
            </c:strRef>
          </c:tx>
          <c:spPr>
            <a:ln w="19050" cap="rnd">
              <a:solidFill>
                <a:schemeClr val="bg1">
                  <a:lumMod val="75000"/>
                </a:schemeClr>
              </a:solidFill>
              <a:prstDash val="dash"/>
              <a:round/>
            </a:ln>
            <a:effectLst/>
          </c:spPr>
          <c:marker>
            <c:symbol val="diamond"/>
            <c:size val="5"/>
            <c:spPr>
              <a:solidFill>
                <a:schemeClr val="bg1">
                  <a:lumMod val="75000"/>
                </a:schemeClr>
              </a:solidFill>
              <a:ln w="19050">
                <a:solidFill>
                  <a:schemeClr val="bg1">
                    <a:lumMod val="75000"/>
                  </a:schemeClr>
                </a:solidFill>
                <a:prstDash val="dash"/>
              </a:ln>
              <a:effectLst/>
            </c:spPr>
          </c:marker>
          <c:dPt>
            <c:idx val="2"/>
            <c:marker>
              <c:symbol val="diamond"/>
              <c:size val="5"/>
              <c:spPr>
                <a:solidFill>
                  <a:schemeClr val="bg1">
                    <a:lumMod val="75000"/>
                  </a:schemeClr>
                </a:solidFill>
                <a:ln w="19050">
                  <a:solidFill>
                    <a:schemeClr val="bg1">
                      <a:lumMod val="75000"/>
                    </a:schemeClr>
                  </a:solidFill>
                  <a:prstDash val="dash"/>
                </a:ln>
                <a:effectLst/>
              </c:spPr>
            </c:marker>
            <c:bubble3D val="0"/>
            <c:spPr>
              <a:ln w="19050" cap="rnd">
                <a:solidFill>
                  <a:schemeClr val="bg1">
                    <a:lumMod val="75000"/>
                  </a:schemeClr>
                </a:solidFill>
                <a:prstDash val="dash"/>
                <a:round/>
              </a:ln>
              <a:effectLst/>
            </c:spPr>
            <c:extLst>
              <c:ext xmlns:c16="http://schemas.microsoft.com/office/drawing/2014/chart" uri="{C3380CC4-5D6E-409C-BE32-E72D297353CC}">
                <c16:uniqueId val="{00000001-0F16-4666-BAD6-1F0F5EF508A5}"/>
              </c:ext>
            </c:extLst>
          </c:dPt>
          <c:dLbls>
            <c:spPr>
              <a:noFill/>
              <a:ln>
                <a:noFill/>
              </a:ln>
              <a:effectLst/>
            </c:spPr>
            <c:txPr>
              <a:bodyPr rot="0" spcFirstLastPara="1" vertOverflow="ellipsis" vert="horz" wrap="square" anchor="ctr" anchorCtr="1"/>
              <a:lstStyle/>
              <a:p>
                <a:pPr>
                  <a:defRPr sz="1200" b="1" i="0" u="none" strike="noStrike" kern="1200" baseline="0">
                    <a:solidFill>
                      <a:schemeClr val="tx1">
                        <a:lumMod val="75000"/>
                        <a:lumOff val="25000"/>
                      </a:schemeClr>
                    </a:solidFill>
                    <a:latin typeface="Arial Nova" panose="020B0504020202020204" pitchFamily="34" charset="0"/>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Q3'25</c:v>
                </c:pt>
                <c:pt idx="1">
                  <c:v>Q4'25</c:v>
                </c:pt>
                <c:pt idx="2">
                  <c:v>Q1'26</c:v>
                </c:pt>
              </c:strCache>
            </c:strRef>
          </c:cat>
          <c:val>
            <c:numRef>
              <c:f>Sheet1!$D$2:$D$4</c:f>
              <c:numCache>
                <c:formatCode>General</c:formatCode>
                <c:ptCount val="3"/>
                <c:pt idx="0">
                  <c:v>519</c:v>
                </c:pt>
                <c:pt idx="1">
                  <c:v>568</c:v>
                </c:pt>
                <c:pt idx="2">
                  <c:v>605</c:v>
                </c:pt>
              </c:numCache>
            </c:numRef>
          </c:val>
          <c:smooth val="0"/>
          <c:extLst>
            <c:ext xmlns:c16="http://schemas.microsoft.com/office/drawing/2014/chart" uri="{C3380CC4-5D6E-409C-BE32-E72D297353CC}">
              <c16:uniqueId val="{00000002-624D-4492-9541-C770813C0AB3}"/>
            </c:ext>
          </c:extLst>
        </c:ser>
        <c:dLbls>
          <c:showLegendKey val="0"/>
          <c:showVal val="0"/>
          <c:showCatName val="0"/>
          <c:showSerName val="0"/>
          <c:showPercent val="0"/>
          <c:showBubbleSize val="0"/>
        </c:dLbls>
        <c:marker val="1"/>
        <c:smooth val="0"/>
        <c:axId val="2026719727"/>
        <c:axId val="2026725487"/>
      </c:lineChart>
      <c:catAx>
        <c:axId val="1782096608"/>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Arial Nova" panose="020B0504020202020204" pitchFamily="34" charset="0"/>
                <a:ea typeface="+mn-ea"/>
                <a:cs typeface="+mn-cs"/>
              </a:defRPr>
            </a:pPr>
            <a:endParaRPr lang="en-US"/>
          </a:p>
        </c:txPr>
        <c:crossAx val="1782097568"/>
        <c:crosses val="autoZero"/>
        <c:auto val="1"/>
        <c:lblAlgn val="ctr"/>
        <c:lblOffset val="100"/>
        <c:noMultiLvlLbl val="0"/>
      </c:catAx>
      <c:valAx>
        <c:axId val="1782097568"/>
        <c:scaling>
          <c:orientation val="minMax"/>
          <c:max val="800"/>
          <c:min val="0"/>
        </c:scaling>
        <c:delete val="0"/>
        <c:axPos val="l"/>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1050" b="0" i="0" u="none" strike="noStrike" kern="1200" baseline="0">
                <a:solidFill>
                  <a:schemeClr val="tx1">
                    <a:lumMod val="65000"/>
                    <a:lumOff val="35000"/>
                  </a:schemeClr>
                </a:solidFill>
                <a:latin typeface="Arial Nova" panose="020B0504020202020204" pitchFamily="34" charset="0"/>
                <a:ea typeface="+mn-ea"/>
                <a:cs typeface="+mn-cs"/>
              </a:defRPr>
            </a:pPr>
            <a:endParaRPr lang="en-US"/>
          </a:p>
        </c:txPr>
        <c:crossAx val="1782096608"/>
        <c:crosses val="autoZero"/>
        <c:crossBetween val="between"/>
        <c:majorUnit val="200"/>
      </c:valAx>
      <c:valAx>
        <c:axId val="2026725487"/>
        <c:scaling>
          <c:orientation val="minMax"/>
          <c:max val="700"/>
          <c:min val="0"/>
        </c:scaling>
        <c:delete val="0"/>
        <c:axPos val="r"/>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700" b="0" i="0" u="none" strike="noStrike" kern="1200" baseline="0">
                <a:solidFill>
                  <a:schemeClr val="tx1">
                    <a:lumMod val="65000"/>
                    <a:lumOff val="35000"/>
                  </a:schemeClr>
                </a:solidFill>
                <a:latin typeface="Arial Nova" panose="020B0504020202020204" pitchFamily="34" charset="0"/>
                <a:ea typeface="+mn-ea"/>
                <a:cs typeface="+mn-cs"/>
              </a:defRPr>
            </a:pPr>
            <a:endParaRPr lang="en-US"/>
          </a:p>
        </c:txPr>
        <c:crossAx val="2026719727"/>
        <c:crosses val="max"/>
        <c:crossBetween val="between"/>
      </c:valAx>
      <c:catAx>
        <c:axId val="2026719727"/>
        <c:scaling>
          <c:orientation val="minMax"/>
        </c:scaling>
        <c:delete val="1"/>
        <c:axPos val="b"/>
        <c:numFmt formatCode="General" sourceLinked="1"/>
        <c:majorTickMark val="out"/>
        <c:minorTickMark val="none"/>
        <c:tickLblPos val="nextTo"/>
        <c:crossAx val="2026725487"/>
        <c:crosses val="autoZero"/>
        <c:auto val="1"/>
        <c:lblAlgn val="ctr"/>
        <c:lblOffset val="100"/>
        <c:noMultiLvlLbl val="0"/>
      </c:catAx>
      <c:spPr>
        <a:noFill/>
        <a:ln>
          <a:noFill/>
        </a:ln>
        <a:effectLst/>
      </c:spPr>
    </c:plotArea>
    <c:legend>
      <c:legendPos val="t"/>
      <c:layout>
        <c:manualLayout>
          <c:xMode val="edge"/>
          <c:yMode val="edge"/>
          <c:x val="0.20661865339436256"/>
          <c:y val="4.0437342820339818E-2"/>
          <c:w val="0.63105176594720114"/>
          <c:h val="8.1577267720818275E-2"/>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Arial Nova" panose="020B0504020202020204" pitchFamily="34" charset="0"/>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solidFill>
        <a:schemeClr val="bg1">
          <a:lumMod val="85000"/>
        </a:schemeClr>
      </a:solidFill>
    </a:ln>
    <a:effectLst/>
  </c:spPr>
  <c:txPr>
    <a:bodyPr/>
    <a:lstStyle/>
    <a:p>
      <a:pPr>
        <a:defRPr>
          <a:latin typeface="Arial Nova" panose="020B0504020202020204" pitchFamily="34" charset="0"/>
        </a:defRPr>
      </a:pPr>
      <a:endParaRPr lang="en-US"/>
    </a:p>
  </c:txPr>
  <c:externalData r:id="rId3">
    <c:autoUpdate val="0"/>
  </c:externalData>
  <c:userShapes r:id="rId4"/>
</c:chartSpace>
</file>

<file path=ppt/charts/chart2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
          <c:y val="0.21402129722089847"/>
          <c:w val="1"/>
          <c:h val="0.75650057059242637"/>
        </c:manualLayout>
      </c:layout>
      <c:barChart>
        <c:barDir val="col"/>
        <c:grouping val="clustered"/>
        <c:varyColors val="0"/>
        <c:ser>
          <c:idx val="0"/>
          <c:order val="0"/>
          <c:tx>
            <c:strRef>
              <c:f>Sheet1!$B$1</c:f>
              <c:strCache>
                <c:ptCount val="1"/>
                <c:pt idx="0">
                  <c:v>Q3'25</c:v>
                </c:pt>
              </c:strCache>
            </c:strRef>
          </c:tx>
          <c:spPr>
            <a:solidFill>
              <a:schemeClr val="accent1"/>
            </a:solidFill>
            <a:ln>
              <a:noFill/>
            </a:ln>
            <a:effectLst/>
          </c:spPr>
          <c:invertIfNegative val="0"/>
          <c:dLbls>
            <c:spPr>
              <a:noFill/>
              <a:ln>
                <a:noFill/>
              </a:ln>
              <a:effectLst/>
            </c:spPr>
            <c:txPr>
              <a:bodyPr rot="0" spcFirstLastPara="1" vertOverflow="ellipsis" vert="horz" wrap="square" anchor="ctr" anchorCtr="1"/>
              <a:lstStyle/>
              <a:p>
                <a:pPr>
                  <a:defRPr sz="1197" b="1" i="0" u="none" strike="noStrike" kern="1200" baseline="0">
                    <a:solidFill>
                      <a:schemeClr val="tx1">
                        <a:lumMod val="65000"/>
                        <a:lumOff val="35000"/>
                      </a:schemeClr>
                    </a:solidFill>
                    <a:latin typeface="Arial Nova" panose="020B0504020202020204" pitchFamily="34" charset="0"/>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Total</c:v>
                </c:pt>
              </c:strCache>
            </c:strRef>
          </c:cat>
          <c:val>
            <c:numRef>
              <c:f>Sheet1!$B$2</c:f>
              <c:numCache>
                <c:formatCode>General</c:formatCode>
                <c:ptCount val="1"/>
                <c:pt idx="0">
                  <c:v>47</c:v>
                </c:pt>
              </c:numCache>
            </c:numRef>
          </c:val>
          <c:extLst>
            <c:ext xmlns:c16="http://schemas.microsoft.com/office/drawing/2014/chart" uri="{C3380CC4-5D6E-409C-BE32-E72D297353CC}">
              <c16:uniqueId val="{00000000-2B68-44D5-9C80-DC29A8B41C2A}"/>
            </c:ext>
          </c:extLst>
        </c:ser>
        <c:ser>
          <c:idx val="1"/>
          <c:order val="1"/>
          <c:tx>
            <c:strRef>
              <c:f>Sheet1!$C$1</c:f>
              <c:strCache>
                <c:ptCount val="1"/>
                <c:pt idx="0">
                  <c:v>Q4'25</c:v>
                </c:pt>
              </c:strCache>
            </c:strRef>
          </c:tx>
          <c:spPr>
            <a:solidFill>
              <a:schemeClr val="accent3">
                <a:lumMod val="90000"/>
              </a:schemeClr>
            </a:solidFill>
            <a:ln>
              <a:noFill/>
            </a:ln>
            <a:effectLst/>
          </c:spPr>
          <c:invertIfNegative val="0"/>
          <c:dLbls>
            <c:spPr>
              <a:noFill/>
              <a:ln>
                <a:noFill/>
              </a:ln>
              <a:effectLst/>
            </c:spPr>
            <c:txPr>
              <a:bodyPr rot="0" spcFirstLastPara="1" vertOverflow="ellipsis" vert="horz" wrap="square" anchor="ctr" anchorCtr="1"/>
              <a:lstStyle/>
              <a:p>
                <a:pPr>
                  <a:defRPr sz="1197" b="1" i="0" u="none" strike="noStrike" kern="1200" baseline="0">
                    <a:solidFill>
                      <a:schemeClr val="tx1">
                        <a:lumMod val="65000"/>
                        <a:lumOff val="35000"/>
                      </a:schemeClr>
                    </a:solidFill>
                    <a:latin typeface="Arial Nova" panose="020B0504020202020204" pitchFamily="34" charset="0"/>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Total</c:v>
                </c:pt>
              </c:strCache>
            </c:strRef>
          </c:cat>
          <c:val>
            <c:numRef>
              <c:f>Sheet1!$C$2</c:f>
              <c:numCache>
                <c:formatCode>General</c:formatCode>
                <c:ptCount val="1"/>
                <c:pt idx="0">
                  <c:v>47</c:v>
                </c:pt>
              </c:numCache>
            </c:numRef>
          </c:val>
          <c:extLst>
            <c:ext xmlns:c16="http://schemas.microsoft.com/office/drawing/2014/chart" uri="{C3380CC4-5D6E-409C-BE32-E72D297353CC}">
              <c16:uniqueId val="{00000001-2B68-44D5-9C80-DC29A8B41C2A}"/>
            </c:ext>
          </c:extLst>
        </c:ser>
        <c:ser>
          <c:idx val="2"/>
          <c:order val="2"/>
          <c:tx>
            <c:strRef>
              <c:f>Sheet1!$D$1</c:f>
              <c:strCache>
                <c:ptCount val="1"/>
                <c:pt idx="0">
                  <c:v>Q1'26</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tx1">
                        <a:lumMod val="75000"/>
                        <a:lumOff val="25000"/>
                      </a:schemeClr>
                    </a:solidFill>
                    <a:latin typeface="Arial Nova" panose="020B0504020202020204" pitchFamily="34" charset="0"/>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Total</c:v>
                </c:pt>
              </c:strCache>
            </c:strRef>
          </c:cat>
          <c:val>
            <c:numRef>
              <c:f>Sheet1!$D$2</c:f>
              <c:numCache>
                <c:formatCode>General</c:formatCode>
                <c:ptCount val="1"/>
                <c:pt idx="0">
                  <c:v>47</c:v>
                </c:pt>
              </c:numCache>
            </c:numRef>
          </c:val>
          <c:extLst>
            <c:ext xmlns:c16="http://schemas.microsoft.com/office/drawing/2014/chart" uri="{C3380CC4-5D6E-409C-BE32-E72D297353CC}">
              <c16:uniqueId val="{00000000-85B6-407A-AA50-DD86BE4CD977}"/>
            </c:ext>
          </c:extLst>
        </c:ser>
        <c:dLbls>
          <c:dLblPos val="outEnd"/>
          <c:showLegendKey val="0"/>
          <c:showVal val="1"/>
          <c:showCatName val="0"/>
          <c:showSerName val="0"/>
          <c:showPercent val="0"/>
          <c:showBubbleSize val="0"/>
        </c:dLbls>
        <c:gapWidth val="219"/>
        <c:overlap val="-27"/>
        <c:axId val="2143101151"/>
        <c:axId val="187503696"/>
      </c:barChart>
      <c:catAx>
        <c:axId val="2143101151"/>
        <c:scaling>
          <c:orientation val="minMax"/>
        </c:scaling>
        <c:delete val="1"/>
        <c:axPos val="b"/>
        <c:numFmt formatCode="General" sourceLinked="1"/>
        <c:majorTickMark val="none"/>
        <c:minorTickMark val="none"/>
        <c:tickLblPos val="low"/>
        <c:crossAx val="187503696"/>
        <c:crosses val="autoZero"/>
        <c:auto val="1"/>
        <c:lblAlgn val="ctr"/>
        <c:lblOffset val="100"/>
        <c:noMultiLvlLbl val="0"/>
      </c:catAx>
      <c:valAx>
        <c:axId val="187503696"/>
        <c:scaling>
          <c:orientation val="minMax"/>
          <c:max val="60"/>
        </c:scaling>
        <c:delete val="1"/>
        <c:axPos val="l"/>
        <c:numFmt formatCode="General" sourceLinked="1"/>
        <c:majorTickMark val="out"/>
        <c:minorTickMark val="none"/>
        <c:tickLblPos val="nextTo"/>
        <c:crossAx val="2143101151"/>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1100" b="1" i="0" u="none" strike="noStrike" kern="1200" baseline="0">
              <a:solidFill>
                <a:schemeClr val="tx1">
                  <a:lumMod val="65000"/>
                  <a:lumOff val="35000"/>
                </a:schemeClr>
              </a:solidFill>
              <a:latin typeface="Arial Nova" panose="020B0504020202020204" pitchFamily="34" charset="0"/>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9525">
      <a:solidFill>
        <a:schemeClr val="bg1">
          <a:lumMod val="85000"/>
        </a:schemeClr>
      </a:solidFill>
    </a:ln>
    <a:effectLst/>
  </c:spPr>
  <c:txPr>
    <a:bodyPr/>
    <a:lstStyle/>
    <a:p>
      <a:pPr>
        <a:defRPr>
          <a:latin typeface="Arial Nova" panose="020B0504020202020204" pitchFamily="34" charset="0"/>
        </a:defRPr>
      </a:pPr>
      <a:endParaRPr lang="en-US"/>
    </a:p>
  </c:txPr>
  <c:externalData r:id="rId3">
    <c:autoUpdate val="0"/>
  </c:externalData>
  <c:userShapes r:id="rId4"/>
</c:chartSpace>
</file>

<file path=ppt/charts/chart2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
          <c:y val="0.22114981345701365"/>
          <c:w val="1"/>
          <c:h val="0.75650057059242637"/>
        </c:manualLayout>
      </c:layout>
      <c:barChart>
        <c:barDir val="col"/>
        <c:grouping val="clustered"/>
        <c:varyColors val="0"/>
        <c:ser>
          <c:idx val="0"/>
          <c:order val="0"/>
          <c:tx>
            <c:strRef>
              <c:f>Sheet1!$B$1</c:f>
              <c:strCache>
                <c:ptCount val="1"/>
                <c:pt idx="0">
                  <c:v>Q3'25</c:v>
                </c:pt>
              </c:strCache>
            </c:strRef>
          </c:tx>
          <c:spPr>
            <a:solidFill>
              <a:schemeClr val="accent1"/>
            </a:solidFill>
            <a:ln>
              <a:noFill/>
            </a:ln>
            <a:effectLst/>
          </c:spPr>
          <c:invertIfNegative val="0"/>
          <c:dLbls>
            <c:spPr>
              <a:noFill/>
              <a:ln>
                <a:noFill/>
              </a:ln>
              <a:effectLst/>
            </c:spPr>
            <c:txPr>
              <a:bodyPr rot="0" spcFirstLastPara="1" vertOverflow="ellipsis" vert="horz" wrap="square" anchor="ctr" anchorCtr="1"/>
              <a:lstStyle/>
              <a:p>
                <a:pPr>
                  <a:defRPr sz="1197" b="1" i="0" u="none" strike="noStrike" kern="1200" baseline="0">
                    <a:solidFill>
                      <a:schemeClr val="tx1">
                        <a:lumMod val="65000"/>
                        <a:lumOff val="35000"/>
                      </a:schemeClr>
                    </a:solidFill>
                    <a:latin typeface="Arial Nova" panose="020B0504020202020204" pitchFamily="34" charset="0"/>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Total</c:v>
                </c:pt>
              </c:strCache>
            </c:strRef>
          </c:cat>
          <c:val>
            <c:numRef>
              <c:f>Sheet1!$B$2</c:f>
              <c:numCache>
                <c:formatCode>0.0</c:formatCode>
                <c:ptCount val="1"/>
                <c:pt idx="0">
                  <c:v>8.8275862068965516</c:v>
                </c:pt>
              </c:numCache>
            </c:numRef>
          </c:val>
          <c:extLst>
            <c:ext xmlns:c16="http://schemas.microsoft.com/office/drawing/2014/chart" uri="{C3380CC4-5D6E-409C-BE32-E72D297353CC}">
              <c16:uniqueId val="{00000000-28CC-4649-97F1-2780C6D6A1F6}"/>
            </c:ext>
          </c:extLst>
        </c:ser>
        <c:ser>
          <c:idx val="1"/>
          <c:order val="1"/>
          <c:tx>
            <c:strRef>
              <c:f>Sheet1!$C$1</c:f>
              <c:strCache>
                <c:ptCount val="1"/>
                <c:pt idx="0">
                  <c:v>Q4'25</c:v>
                </c:pt>
              </c:strCache>
            </c:strRef>
          </c:tx>
          <c:spPr>
            <a:solidFill>
              <a:schemeClr val="accent3">
                <a:lumMod val="90000"/>
              </a:schemeClr>
            </a:solidFill>
            <a:ln>
              <a:noFill/>
            </a:ln>
            <a:effectLst/>
          </c:spPr>
          <c:invertIfNegative val="0"/>
          <c:dLbls>
            <c:spPr>
              <a:noFill/>
              <a:ln>
                <a:noFill/>
              </a:ln>
              <a:effectLst/>
            </c:spPr>
            <c:txPr>
              <a:bodyPr rot="0" spcFirstLastPara="1" vertOverflow="ellipsis" vert="horz" wrap="square" anchor="ctr" anchorCtr="1"/>
              <a:lstStyle/>
              <a:p>
                <a:pPr>
                  <a:defRPr sz="1197" b="1" i="0" u="none" strike="noStrike" kern="1200" baseline="0">
                    <a:solidFill>
                      <a:schemeClr val="tx1">
                        <a:lumMod val="65000"/>
                        <a:lumOff val="35000"/>
                      </a:schemeClr>
                    </a:solidFill>
                    <a:latin typeface="Arial Nova" panose="020B0504020202020204" pitchFamily="34" charset="0"/>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Total</c:v>
                </c:pt>
              </c:strCache>
            </c:strRef>
          </c:cat>
          <c:val>
            <c:numRef>
              <c:f>Sheet1!$C$2</c:f>
              <c:numCache>
                <c:formatCode>0.0</c:formatCode>
                <c:ptCount val="1"/>
                <c:pt idx="0">
                  <c:v>11.178571428571429</c:v>
                </c:pt>
              </c:numCache>
            </c:numRef>
          </c:val>
          <c:extLst>
            <c:ext xmlns:c16="http://schemas.microsoft.com/office/drawing/2014/chart" uri="{C3380CC4-5D6E-409C-BE32-E72D297353CC}">
              <c16:uniqueId val="{00000001-28CC-4649-97F1-2780C6D6A1F6}"/>
            </c:ext>
          </c:extLst>
        </c:ser>
        <c:ser>
          <c:idx val="2"/>
          <c:order val="2"/>
          <c:tx>
            <c:strRef>
              <c:f>Sheet1!$D$1</c:f>
              <c:strCache>
                <c:ptCount val="1"/>
                <c:pt idx="0">
                  <c:v>Q1'26</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tx1">
                        <a:lumMod val="75000"/>
                        <a:lumOff val="25000"/>
                      </a:schemeClr>
                    </a:solidFill>
                    <a:latin typeface="Arial Nova" panose="020B0504020202020204" pitchFamily="34" charset="0"/>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Total</c:v>
                </c:pt>
              </c:strCache>
            </c:strRef>
          </c:cat>
          <c:val>
            <c:numRef>
              <c:f>Sheet1!$D$2</c:f>
              <c:numCache>
                <c:formatCode>0.0</c:formatCode>
                <c:ptCount val="1"/>
                <c:pt idx="0">
                  <c:v>10.5</c:v>
                </c:pt>
              </c:numCache>
            </c:numRef>
          </c:val>
          <c:extLst>
            <c:ext xmlns:c16="http://schemas.microsoft.com/office/drawing/2014/chart" uri="{C3380CC4-5D6E-409C-BE32-E72D297353CC}">
              <c16:uniqueId val="{00000000-706A-4F6B-BB1F-C1F040C1CD21}"/>
            </c:ext>
          </c:extLst>
        </c:ser>
        <c:dLbls>
          <c:dLblPos val="outEnd"/>
          <c:showLegendKey val="0"/>
          <c:showVal val="1"/>
          <c:showCatName val="0"/>
          <c:showSerName val="0"/>
          <c:showPercent val="0"/>
          <c:showBubbleSize val="0"/>
        </c:dLbls>
        <c:gapWidth val="219"/>
        <c:overlap val="-27"/>
        <c:axId val="2143101151"/>
        <c:axId val="187503696"/>
      </c:barChart>
      <c:catAx>
        <c:axId val="2143101151"/>
        <c:scaling>
          <c:orientation val="minMax"/>
        </c:scaling>
        <c:delete val="1"/>
        <c:axPos val="b"/>
        <c:numFmt formatCode="General" sourceLinked="1"/>
        <c:majorTickMark val="none"/>
        <c:minorTickMark val="none"/>
        <c:tickLblPos val="low"/>
        <c:crossAx val="187503696"/>
        <c:crosses val="autoZero"/>
        <c:auto val="1"/>
        <c:lblAlgn val="ctr"/>
        <c:lblOffset val="100"/>
        <c:noMultiLvlLbl val="0"/>
      </c:catAx>
      <c:valAx>
        <c:axId val="187503696"/>
        <c:scaling>
          <c:orientation val="minMax"/>
          <c:max val="18"/>
          <c:min val="0"/>
        </c:scaling>
        <c:delete val="1"/>
        <c:axPos val="l"/>
        <c:numFmt formatCode="0.0" sourceLinked="1"/>
        <c:majorTickMark val="out"/>
        <c:minorTickMark val="none"/>
        <c:tickLblPos val="nextTo"/>
        <c:crossAx val="2143101151"/>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1100" b="1" i="0" u="none" strike="noStrike" kern="1200" baseline="0">
              <a:solidFill>
                <a:schemeClr val="tx1">
                  <a:lumMod val="65000"/>
                  <a:lumOff val="35000"/>
                </a:schemeClr>
              </a:solidFill>
              <a:latin typeface="Arial Nova" panose="020B0504020202020204" pitchFamily="34" charset="0"/>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9525">
      <a:solidFill>
        <a:schemeClr val="bg1">
          <a:lumMod val="85000"/>
        </a:schemeClr>
      </a:solidFill>
    </a:ln>
    <a:effectLst/>
  </c:spPr>
  <c:txPr>
    <a:bodyPr/>
    <a:lstStyle/>
    <a:p>
      <a:pPr>
        <a:defRPr>
          <a:latin typeface="Arial Nova" panose="020B0504020202020204" pitchFamily="34" charset="0"/>
        </a:defRPr>
      </a:pPr>
      <a:endParaRPr lang="en-US"/>
    </a:p>
  </c:txPr>
  <c:externalData r:id="rId3">
    <c:autoUpdate val="0"/>
  </c:externalData>
</c:chartSpace>
</file>

<file path=ppt/charts/chart2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8.28888147774553E-2"/>
          <c:y val="0.16960153891240196"/>
          <c:w val="0.86555422203883436"/>
          <c:h val="0.70080915577910008"/>
        </c:manualLayout>
      </c:layout>
      <c:barChart>
        <c:barDir val="col"/>
        <c:grouping val="stacked"/>
        <c:varyColors val="0"/>
        <c:ser>
          <c:idx val="0"/>
          <c:order val="0"/>
          <c:tx>
            <c:strRef>
              <c:f>Sheet1!$B$1</c:f>
              <c:strCache>
                <c:ptCount val="1"/>
                <c:pt idx="0">
                  <c:v>Top 25</c:v>
                </c:pt>
              </c:strCache>
            </c:strRef>
          </c:tx>
          <c:spPr>
            <a:solidFill>
              <a:schemeClr val="accent1">
                <a:lumMod val="75000"/>
              </a:schemeClr>
            </a:solidFill>
            <a:ln>
              <a:noFill/>
            </a:ln>
            <a:effectLst/>
          </c:spPr>
          <c:invertIfNegative val="0"/>
          <c:dLbls>
            <c:spPr>
              <a:noFill/>
              <a:ln>
                <a:noFill/>
              </a:ln>
              <a:effectLst/>
            </c:spPr>
            <c:txPr>
              <a:bodyPr rot="0" spcFirstLastPara="1" vertOverflow="ellipsis" vert="horz" wrap="square" anchor="ctr" anchorCtr="1"/>
              <a:lstStyle/>
              <a:p>
                <a:pPr>
                  <a:defRPr sz="1197" b="1" i="0" u="none" strike="noStrike" kern="1200" baseline="0">
                    <a:solidFill>
                      <a:schemeClr val="bg1"/>
                    </a:solidFill>
                    <a:latin typeface="Arial Nova" panose="020B0504020202020204" pitchFamily="34" charset="0"/>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Q3'25</c:v>
                </c:pt>
                <c:pt idx="1">
                  <c:v>Q4'25</c:v>
                </c:pt>
                <c:pt idx="2">
                  <c:v>Q1'26</c:v>
                </c:pt>
              </c:strCache>
            </c:strRef>
          </c:cat>
          <c:val>
            <c:numRef>
              <c:f>Sheet1!$B$2:$B$4</c:f>
              <c:numCache>
                <c:formatCode>General</c:formatCode>
                <c:ptCount val="3"/>
                <c:pt idx="0">
                  <c:v>72</c:v>
                </c:pt>
                <c:pt idx="1">
                  <c:v>83</c:v>
                </c:pt>
                <c:pt idx="2">
                  <c:v>68</c:v>
                </c:pt>
              </c:numCache>
            </c:numRef>
          </c:val>
          <c:extLst>
            <c:ext xmlns:c16="http://schemas.microsoft.com/office/drawing/2014/chart" uri="{C3380CC4-5D6E-409C-BE32-E72D297353CC}">
              <c16:uniqueId val="{00000000-624D-4492-9541-C770813C0AB3}"/>
            </c:ext>
          </c:extLst>
        </c:ser>
        <c:ser>
          <c:idx val="1"/>
          <c:order val="1"/>
          <c:tx>
            <c:strRef>
              <c:f>Sheet1!$C$1</c:f>
              <c:strCache>
                <c:ptCount val="1"/>
                <c:pt idx="0">
                  <c:v>Non Top25</c:v>
                </c:pt>
              </c:strCache>
            </c:strRef>
          </c:tx>
          <c:spPr>
            <a:solidFill>
              <a:schemeClr val="accent6">
                <a:lumMod val="20000"/>
                <a:lumOff val="80000"/>
              </a:schemeClr>
            </a:solidFill>
            <a:ln>
              <a:noFill/>
            </a:ln>
            <a:effectLst/>
          </c:spPr>
          <c:invertIfNegative val="0"/>
          <c:dLbls>
            <c:spPr>
              <a:noFill/>
              <a:ln>
                <a:noFill/>
              </a:ln>
              <a:effectLst/>
            </c:spPr>
            <c:txPr>
              <a:bodyPr rot="0" spcFirstLastPara="1" vertOverflow="ellipsis" vert="horz" wrap="square" anchor="ctr" anchorCtr="1"/>
              <a:lstStyle/>
              <a:p>
                <a:pPr>
                  <a:defRPr sz="1197" b="1" i="0" u="none" strike="noStrike" kern="1200" baseline="0">
                    <a:solidFill>
                      <a:schemeClr val="tx1">
                        <a:lumMod val="75000"/>
                        <a:lumOff val="25000"/>
                      </a:schemeClr>
                    </a:solidFill>
                    <a:latin typeface="Arial Nova" panose="020B0504020202020204" pitchFamily="34" charset="0"/>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Q3'25</c:v>
                </c:pt>
                <c:pt idx="1">
                  <c:v>Q4'25</c:v>
                </c:pt>
                <c:pt idx="2">
                  <c:v>Q1'26</c:v>
                </c:pt>
              </c:strCache>
            </c:strRef>
          </c:cat>
          <c:val>
            <c:numRef>
              <c:f>Sheet1!$C$2:$C$4</c:f>
              <c:numCache>
                <c:formatCode>General</c:formatCode>
                <c:ptCount val="3"/>
                <c:pt idx="0">
                  <c:v>184</c:v>
                </c:pt>
                <c:pt idx="1">
                  <c:v>230</c:v>
                </c:pt>
                <c:pt idx="2">
                  <c:v>163</c:v>
                </c:pt>
              </c:numCache>
            </c:numRef>
          </c:val>
          <c:extLst>
            <c:ext xmlns:c16="http://schemas.microsoft.com/office/drawing/2014/chart" uri="{C3380CC4-5D6E-409C-BE32-E72D297353CC}">
              <c16:uniqueId val="{00000001-624D-4492-9541-C770813C0AB3}"/>
            </c:ext>
          </c:extLst>
        </c:ser>
        <c:dLbls>
          <c:showLegendKey val="0"/>
          <c:showVal val="0"/>
          <c:showCatName val="0"/>
          <c:showSerName val="0"/>
          <c:showPercent val="0"/>
          <c:showBubbleSize val="0"/>
        </c:dLbls>
        <c:gapWidth val="150"/>
        <c:overlap val="100"/>
        <c:axId val="1782096608"/>
        <c:axId val="1782097568"/>
      </c:barChart>
      <c:lineChart>
        <c:grouping val="standard"/>
        <c:varyColors val="0"/>
        <c:ser>
          <c:idx val="2"/>
          <c:order val="2"/>
          <c:tx>
            <c:strRef>
              <c:f>Sheet1!$D$1</c:f>
              <c:strCache>
                <c:ptCount val="1"/>
                <c:pt idx="0">
                  <c:v>East</c:v>
                </c:pt>
              </c:strCache>
            </c:strRef>
          </c:tx>
          <c:spPr>
            <a:ln w="19050" cap="rnd">
              <a:solidFill>
                <a:schemeClr val="bg1">
                  <a:lumMod val="75000"/>
                </a:schemeClr>
              </a:solidFill>
              <a:prstDash val="dash"/>
              <a:round/>
            </a:ln>
            <a:effectLst/>
          </c:spPr>
          <c:marker>
            <c:symbol val="diamond"/>
            <c:size val="5"/>
            <c:spPr>
              <a:solidFill>
                <a:schemeClr val="bg1">
                  <a:lumMod val="75000"/>
                </a:schemeClr>
              </a:solidFill>
              <a:ln w="19050">
                <a:solidFill>
                  <a:schemeClr val="bg1">
                    <a:lumMod val="75000"/>
                  </a:schemeClr>
                </a:solidFill>
                <a:prstDash val="dash"/>
              </a:ln>
              <a:effectLst/>
            </c:spPr>
          </c:marker>
          <c:dPt>
            <c:idx val="2"/>
            <c:marker>
              <c:symbol val="diamond"/>
              <c:size val="5"/>
              <c:spPr>
                <a:solidFill>
                  <a:schemeClr val="bg1">
                    <a:lumMod val="75000"/>
                  </a:schemeClr>
                </a:solidFill>
                <a:ln w="19050">
                  <a:solidFill>
                    <a:schemeClr val="bg1">
                      <a:lumMod val="75000"/>
                    </a:schemeClr>
                  </a:solidFill>
                  <a:prstDash val="dash"/>
                </a:ln>
                <a:effectLst/>
              </c:spPr>
            </c:marker>
            <c:bubble3D val="0"/>
            <c:spPr>
              <a:ln w="19050" cap="rnd">
                <a:solidFill>
                  <a:schemeClr val="bg1">
                    <a:lumMod val="75000"/>
                  </a:schemeClr>
                </a:solidFill>
                <a:prstDash val="dash"/>
                <a:round/>
              </a:ln>
              <a:effectLst/>
            </c:spPr>
            <c:extLst>
              <c:ext xmlns:c16="http://schemas.microsoft.com/office/drawing/2014/chart" uri="{C3380CC4-5D6E-409C-BE32-E72D297353CC}">
                <c16:uniqueId val="{00000001-0F16-4666-BAD6-1F0F5EF508A5}"/>
              </c:ext>
            </c:extLst>
          </c:dPt>
          <c:dLbls>
            <c:spPr>
              <a:noFill/>
              <a:ln>
                <a:noFill/>
              </a:ln>
              <a:effectLst/>
            </c:spPr>
            <c:txPr>
              <a:bodyPr rot="0" spcFirstLastPara="1" vertOverflow="ellipsis" vert="horz" wrap="square" anchor="ctr" anchorCtr="1"/>
              <a:lstStyle/>
              <a:p>
                <a:pPr>
                  <a:defRPr sz="1200" b="1" i="0" u="none" strike="noStrike" kern="1200" baseline="0">
                    <a:solidFill>
                      <a:schemeClr val="tx1">
                        <a:lumMod val="75000"/>
                        <a:lumOff val="25000"/>
                      </a:schemeClr>
                    </a:solidFill>
                    <a:latin typeface="Arial Nova" panose="020B0504020202020204" pitchFamily="34" charset="0"/>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Q3'25</c:v>
                </c:pt>
                <c:pt idx="1">
                  <c:v>Q4'25</c:v>
                </c:pt>
                <c:pt idx="2">
                  <c:v>Q1'26</c:v>
                </c:pt>
              </c:strCache>
            </c:strRef>
          </c:cat>
          <c:val>
            <c:numRef>
              <c:f>Sheet1!$D$2:$D$4</c:f>
              <c:numCache>
                <c:formatCode>General</c:formatCode>
                <c:ptCount val="3"/>
                <c:pt idx="0">
                  <c:v>256</c:v>
                </c:pt>
                <c:pt idx="1">
                  <c:v>313</c:v>
                </c:pt>
                <c:pt idx="2">
                  <c:v>231</c:v>
                </c:pt>
              </c:numCache>
            </c:numRef>
          </c:val>
          <c:smooth val="0"/>
          <c:extLst>
            <c:ext xmlns:c16="http://schemas.microsoft.com/office/drawing/2014/chart" uri="{C3380CC4-5D6E-409C-BE32-E72D297353CC}">
              <c16:uniqueId val="{00000002-624D-4492-9541-C770813C0AB3}"/>
            </c:ext>
          </c:extLst>
        </c:ser>
        <c:dLbls>
          <c:showLegendKey val="0"/>
          <c:showVal val="0"/>
          <c:showCatName val="0"/>
          <c:showSerName val="0"/>
          <c:showPercent val="0"/>
          <c:showBubbleSize val="0"/>
        </c:dLbls>
        <c:marker val="1"/>
        <c:smooth val="0"/>
        <c:axId val="2026719727"/>
        <c:axId val="2026725487"/>
      </c:lineChart>
      <c:catAx>
        <c:axId val="1782096608"/>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Arial Nova" panose="020B0504020202020204" pitchFamily="34" charset="0"/>
                <a:ea typeface="+mn-ea"/>
                <a:cs typeface="+mn-cs"/>
              </a:defRPr>
            </a:pPr>
            <a:endParaRPr lang="en-US"/>
          </a:p>
        </c:txPr>
        <c:crossAx val="1782097568"/>
        <c:crosses val="autoZero"/>
        <c:auto val="1"/>
        <c:lblAlgn val="ctr"/>
        <c:lblOffset val="100"/>
        <c:noMultiLvlLbl val="0"/>
      </c:catAx>
      <c:valAx>
        <c:axId val="1782097568"/>
        <c:scaling>
          <c:orientation val="minMax"/>
          <c:max val="600"/>
          <c:min val="0"/>
        </c:scaling>
        <c:delete val="0"/>
        <c:axPos val="l"/>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1050" b="0" i="0" u="none" strike="noStrike" kern="1200" baseline="0">
                <a:solidFill>
                  <a:schemeClr val="tx1">
                    <a:lumMod val="65000"/>
                    <a:lumOff val="35000"/>
                  </a:schemeClr>
                </a:solidFill>
                <a:latin typeface="Arial Nova" panose="020B0504020202020204" pitchFamily="34" charset="0"/>
                <a:ea typeface="+mn-ea"/>
                <a:cs typeface="+mn-cs"/>
              </a:defRPr>
            </a:pPr>
            <a:endParaRPr lang="en-US"/>
          </a:p>
        </c:txPr>
        <c:crossAx val="1782096608"/>
        <c:crosses val="autoZero"/>
        <c:crossBetween val="between"/>
        <c:majorUnit val="200"/>
      </c:valAx>
      <c:valAx>
        <c:axId val="2026725487"/>
        <c:scaling>
          <c:orientation val="minMax"/>
          <c:max val="500"/>
          <c:min val="0"/>
        </c:scaling>
        <c:delete val="0"/>
        <c:axPos val="r"/>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700" b="0" i="0" u="none" strike="noStrike" kern="1200" baseline="0">
                <a:solidFill>
                  <a:schemeClr val="tx1">
                    <a:lumMod val="65000"/>
                    <a:lumOff val="35000"/>
                  </a:schemeClr>
                </a:solidFill>
                <a:latin typeface="Arial Nova" panose="020B0504020202020204" pitchFamily="34" charset="0"/>
                <a:ea typeface="+mn-ea"/>
                <a:cs typeface="+mn-cs"/>
              </a:defRPr>
            </a:pPr>
            <a:endParaRPr lang="en-US"/>
          </a:p>
        </c:txPr>
        <c:crossAx val="2026719727"/>
        <c:crosses val="max"/>
        <c:crossBetween val="between"/>
      </c:valAx>
      <c:catAx>
        <c:axId val="2026719727"/>
        <c:scaling>
          <c:orientation val="minMax"/>
        </c:scaling>
        <c:delete val="1"/>
        <c:axPos val="b"/>
        <c:numFmt formatCode="General" sourceLinked="1"/>
        <c:majorTickMark val="out"/>
        <c:minorTickMark val="none"/>
        <c:tickLblPos val="nextTo"/>
        <c:crossAx val="2026725487"/>
        <c:crosses val="autoZero"/>
        <c:auto val="1"/>
        <c:lblAlgn val="ctr"/>
        <c:lblOffset val="100"/>
        <c:noMultiLvlLbl val="0"/>
      </c:catAx>
      <c:spPr>
        <a:noFill/>
        <a:ln>
          <a:noFill/>
        </a:ln>
        <a:effectLst/>
      </c:spPr>
    </c:plotArea>
    <c:legend>
      <c:legendPos val="t"/>
      <c:layout>
        <c:manualLayout>
          <c:xMode val="edge"/>
          <c:yMode val="edge"/>
          <c:x val="0.20661865339436256"/>
          <c:y val="4.0437342820339818E-2"/>
          <c:w val="0.63105176594720114"/>
          <c:h val="8.1577267720818275E-2"/>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Arial Nova" panose="020B0504020202020204" pitchFamily="34" charset="0"/>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solidFill>
        <a:schemeClr val="bg1">
          <a:lumMod val="85000"/>
        </a:schemeClr>
      </a:solidFill>
    </a:ln>
    <a:effectLst/>
  </c:spPr>
  <c:txPr>
    <a:bodyPr/>
    <a:lstStyle/>
    <a:p>
      <a:pPr>
        <a:defRPr>
          <a:latin typeface="Arial Nova" panose="020B0504020202020204" pitchFamily="34" charset="0"/>
        </a:defRPr>
      </a:pPr>
      <a:endParaRPr lang="en-US"/>
    </a:p>
  </c:txPr>
  <c:externalData r:id="rId3">
    <c:autoUpdate val="0"/>
  </c:externalData>
  <c:userShapes r:id="rId4"/>
</c:chartSpace>
</file>

<file path=ppt/charts/chart3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
          <c:y val="0.21402129722089847"/>
          <c:w val="1"/>
          <c:h val="0.75650057059242637"/>
        </c:manualLayout>
      </c:layout>
      <c:barChart>
        <c:barDir val="col"/>
        <c:grouping val="clustered"/>
        <c:varyColors val="0"/>
        <c:ser>
          <c:idx val="0"/>
          <c:order val="0"/>
          <c:tx>
            <c:strRef>
              <c:f>Sheet1!$B$1</c:f>
              <c:strCache>
                <c:ptCount val="1"/>
                <c:pt idx="0">
                  <c:v>Q3'25</c:v>
                </c:pt>
              </c:strCache>
            </c:strRef>
          </c:tx>
          <c:spPr>
            <a:solidFill>
              <a:schemeClr val="accent1"/>
            </a:solidFill>
            <a:ln>
              <a:noFill/>
            </a:ln>
            <a:effectLst/>
          </c:spPr>
          <c:invertIfNegative val="0"/>
          <c:dLbls>
            <c:spPr>
              <a:noFill/>
              <a:ln>
                <a:noFill/>
              </a:ln>
              <a:effectLst/>
            </c:spPr>
            <c:txPr>
              <a:bodyPr rot="0" spcFirstLastPara="1" vertOverflow="ellipsis" vert="horz" wrap="square" anchor="ctr" anchorCtr="1"/>
              <a:lstStyle/>
              <a:p>
                <a:pPr>
                  <a:defRPr sz="1197" b="1" i="0" u="none" strike="noStrike" kern="1200" baseline="0">
                    <a:solidFill>
                      <a:schemeClr val="tx1">
                        <a:lumMod val="65000"/>
                        <a:lumOff val="35000"/>
                      </a:schemeClr>
                    </a:solidFill>
                    <a:latin typeface="Arial Nova" panose="020B0504020202020204" pitchFamily="34" charset="0"/>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Total</c:v>
                </c:pt>
              </c:strCache>
            </c:strRef>
          </c:cat>
          <c:val>
            <c:numRef>
              <c:f>Sheet1!$B$2</c:f>
              <c:numCache>
                <c:formatCode>General</c:formatCode>
                <c:ptCount val="1"/>
                <c:pt idx="0">
                  <c:v>29</c:v>
                </c:pt>
              </c:numCache>
            </c:numRef>
          </c:val>
          <c:extLst>
            <c:ext xmlns:c16="http://schemas.microsoft.com/office/drawing/2014/chart" uri="{C3380CC4-5D6E-409C-BE32-E72D297353CC}">
              <c16:uniqueId val="{00000000-2B68-44D5-9C80-DC29A8B41C2A}"/>
            </c:ext>
          </c:extLst>
        </c:ser>
        <c:ser>
          <c:idx val="1"/>
          <c:order val="1"/>
          <c:tx>
            <c:strRef>
              <c:f>Sheet1!$C$1</c:f>
              <c:strCache>
                <c:ptCount val="1"/>
                <c:pt idx="0">
                  <c:v>Q4'25</c:v>
                </c:pt>
              </c:strCache>
            </c:strRef>
          </c:tx>
          <c:spPr>
            <a:solidFill>
              <a:schemeClr val="accent3">
                <a:lumMod val="90000"/>
              </a:schemeClr>
            </a:solidFill>
            <a:ln>
              <a:noFill/>
            </a:ln>
            <a:effectLst/>
          </c:spPr>
          <c:invertIfNegative val="0"/>
          <c:dLbls>
            <c:spPr>
              <a:noFill/>
              <a:ln>
                <a:noFill/>
              </a:ln>
              <a:effectLst/>
            </c:spPr>
            <c:txPr>
              <a:bodyPr rot="0" spcFirstLastPara="1" vertOverflow="ellipsis" vert="horz" wrap="square" anchor="ctr" anchorCtr="1"/>
              <a:lstStyle/>
              <a:p>
                <a:pPr>
                  <a:defRPr sz="1197" b="1" i="0" u="none" strike="noStrike" kern="1200" baseline="0">
                    <a:solidFill>
                      <a:schemeClr val="tx1">
                        <a:lumMod val="65000"/>
                        <a:lumOff val="35000"/>
                      </a:schemeClr>
                    </a:solidFill>
                    <a:latin typeface="Arial Nova" panose="020B0504020202020204" pitchFamily="34" charset="0"/>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Total</c:v>
                </c:pt>
              </c:strCache>
            </c:strRef>
          </c:cat>
          <c:val>
            <c:numRef>
              <c:f>Sheet1!$C$2</c:f>
              <c:numCache>
                <c:formatCode>General</c:formatCode>
                <c:ptCount val="1"/>
                <c:pt idx="0">
                  <c:v>28</c:v>
                </c:pt>
              </c:numCache>
            </c:numRef>
          </c:val>
          <c:extLst>
            <c:ext xmlns:c16="http://schemas.microsoft.com/office/drawing/2014/chart" uri="{C3380CC4-5D6E-409C-BE32-E72D297353CC}">
              <c16:uniqueId val="{00000001-2B68-44D5-9C80-DC29A8B41C2A}"/>
            </c:ext>
          </c:extLst>
        </c:ser>
        <c:ser>
          <c:idx val="2"/>
          <c:order val="2"/>
          <c:tx>
            <c:strRef>
              <c:f>Sheet1!$D$1</c:f>
              <c:strCache>
                <c:ptCount val="1"/>
                <c:pt idx="0">
                  <c:v>Q1'26</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tx1">
                        <a:lumMod val="75000"/>
                        <a:lumOff val="25000"/>
                      </a:schemeClr>
                    </a:solidFill>
                    <a:latin typeface="Arial Nova" panose="020B0504020202020204" pitchFamily="34" charset="0"/>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Total</c:v>
                </c:pt>
              </c:strCache>
            </c:strRef>
          </c:cat>
          <c:val>
            <c:numRef>
              <c:f>Sheet1!$D$2</c:f>
              <c:numCache>
                <c:formatCode>General</c:formatCode>
                <c:ptCount val="1"/>
                <c:pt idx="0">
                  <c:v>22</c:v>
                </c:pt>
              </c:numCache>
            </c:numRef>
          </c:val>
          <c:extLst>
            <c:ext xmlns:c16="http://schemas.microsoft.com/office/drawing/2014/chart" uri="{C3380CC4-5D6E-409C-BE32-E72D297353CC}">
              <c16:uniqueId val="{00000000-85B6-407A-AA50-DD86BE4CD977}"/>
            </c:ext>
          </c:extLst>
        </c:ser>
        <c:dLbls>
          <c:dLblPos val="outEnd"/>
          <c:showLegendKey val="0"/>
          <c:showVal val="1"/>
          <c:showCatName val="0"/>
          <c:showSerName val="0"/>
          <c:showPercent val="0"/>
          <c:showBubbleSize val="0"/>
        </c:dLbls>
        <c:gapWidth val="219"/>
        <c:overlap val="-27"/>
        <c:axId val="2143101151"/>
        <c:axId val="187503696"/>
      </c:barChart>
      <c:catAx>
        <c:axId val="2143101151"/>
        <c:scaling>
          <c:orientation val="minMax"/>
        </c:scaling>
        <c:delete val="1"/>
        <c:axPos val="b"/>
        <c:numFmt formatCode="General" sourceLinked="1"/>
        <c:majorTickMark val="none"/>
        <c:minorTickMark val="none"/>
        <c:tickLblPos val="low"/>
        <c:crossAx val="187503696"/>
        <c:crosses val="autoZero"/>
        <c:auto val="1"/>
        <c:lblAlgn val="ctr"/>
        <c:lblOffset val="100"/>
        <c:noMultiLvlLbl val="0"/>
      </c:catAx>
      <c:valAx>
        <c:axId val="187503696"/>
        <c:scaling>
          <c:orientation val="minMax"/>
          <c:max val="60"/>
        </c:scaling>
        <c:delete val="1"/>
        <c:axPos val="l"/>
        <c:numFmt formatCode="General" sourceLinked="1"/>
        <c:majorTickMark val="out"/>
        <c:minorTickMark val="none"/>
        <c:tickLblPos val="nextTo"/>
        <c:crossAx val="2143101151"/>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1100" b="1" i="0" u="none" strike="noStrike" kern="1200" baseline="0">
              <a:solidFill>
                <a:schemeClr val="tx1">
                  <a:lumMod val="65000"/>
                  <a:lumOff val="35000"/>
                </a:schemeClr>
              </a:solidFill>
              <a:latin typeface="Arial Nova" panose="020B0504020202020204" pitchFamily="34" charset="0"/>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9525">
      <a:solidFill>
        <a:schemeClr val="bg1">
          <a:lumMod val="85000"/>
        </a:schemeClr>
      </a:solidFill>
    </a:ln>
    <a:effectLst/>
  </c:spPr>
  <c:txPr>
    <a:bodyPr/>
    <a:lstStyle/>
    <a:p>
      <a:pPr>
        <a:defRPr>
          <a:latin typeface="Arial Nova" panose="020B0504020202020204" pitchFamily="34" charset="0"/>
        </a:defRPr>
      </a:pPr>
      <a:endParaRPr lang="en-US"/>
    </a:p>
  </c:txPr>
  <c:externalData r:id="rId3">
    <c:autoUpdate val="0"/>
  </c:externalData>
  <c:userShapes r:id="rId4"/>
</c:chartSpace>
</file>

<file path=ppt/charts/chart3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2.3310023310023312E-2"/>
          <c:y val="0.12215320910973085"/>
          <c:w val="0.96736596736596736"/>
          <c:h val="0.85921325051759834"/>
        </c:manualLayout>
      </c:layout>
      <c:pieChart>
        <c:varyColors val="1"/>
        <c:ser>
          <c:idx val="0"/>
          <c:order val="0"/>
          <c:tx>
            <c:strRef>
              <c:f>Sheet1!$A$2</c:f>
              <c:strCache>
                <c:ptCount val="1"/>
                <c:pt idx="0">
                  <c:v>70</c:v>
                </c:pt>
              </c:strCache>
            </c:strRef>
          </c:tx>
          <c:spPr>
            <a:ln w="25400">
              <a:solidFill>
                <a:schemeClr val="bg1"/>
              </a:solidFill>
              <a:prstDash val="solid"/>
            </a:ln>
          </c:spPr>
          <c:dPt>
            <c:idx val="0"/>
            <c:bubble3D val="0"/>
            <c:spPr>
              <a:solidFill>
                <a:schemeClr val="accent1"/>
              </a:solidFill>
              <a:ln w="25400">
                <a:solidFill>
                  <a:schemeClr val="bg1"/>
                </a:solidFill>
                <a:prstDash val="solid"/>
              </a:ln>
            </c:spPr>
            <c:extLst>
              <c:ext xmlns:c16="http://schemas.microsoft.com/office/drawing/2014/chart" uri="{C3380CC4-5D6E-409C-BE32-E72D297353CC}">
                <c16:uniqueId val="{00000001-7447-40C8-88A2-57A22FBCC141}"/>
              </c:ext>
            </c:extLst>
          </c:dPt>
          <c:dPt>
            <c:idx val="1"/>
            <c:bubble3D val="0"/>
            <c:spPr>
              <a:solidFill>
                <a:schemeClr val="accent2"/>
              </a:solidFill>
              <a:ln w="25400">
                <a:solidFill>
                  <a:schemeClr val="bg1"/>
                </a:solidFill>
                <a:prstDash val="solid"/>
              </a:ln>
            </c:spPr>
            <c:extLst>
              <c:ext xmlns:c16="http://schemas.microsoft.com/office/drawing/2014/chart" uri="{C3380CC4-5D6E-409C-BE32-E72D297353CC}">
                <c16:uniqueId val="{00000003-7447-40C8-88A2-57A22FBCC141}"/>
              </c:ext>
            </c:extLst>
          </c:dPt>
          <c:dPt>
            <c:idx val="2"/>
            <c:bubble3D val="0"/>
            <c:spPr>
              <a:solidFill>
                <a:schemeClr val="accent6"/>
              </a:solidFill>
              <a:ln w="25400">
                <a:solidFill>
                  <a:schemeClr val="bg1"/>
                </a:solidFill>
                <a:prstDash val="solid"/>
              </a:ln>
            </c:spPr>
            <c:extLst>
              <c:ext xmlns:c16="http://schemas.microsoft.com/office/drawing/2014/chart" uri="{C3380CC4-5D6E-409C-BE32-E72D297353CC}">
                <c16:uniqueId val="{00000005-7447-40C8-88A2-57A22FBCC141}"/>
              </c:ext>
            </c:extLst>
          </c:dPt>
          <c:dPt>
            <c:idx val="3"/>
            <c:bubble3D val="0"/>
            <c:spPr>
              <a:solidFill>
                <a:srgbClr val="FFCC99"/>
              </a:solidFill>
              <a:ln w="25400">
                <a:solidFill>
                  <a:schemeClr val="bg1"/>
                </a:solidFill>
                <a:prstDash val="solid"/>
              </a:ln>
            </c:spPr>
            <c:extLst>
              <c:ext xmlns:c16="http://schemas.microsoft.com/office/drawing/2014/chart" uri="{C3380CC4-5D6E-409C-BE32-E72D297353CC}">
                <c16:uniqueId val="{00000007-7447-40C8-88A2-57A22FBCC141}"/>
              </c:ext>
            </c:extLst>
          </c:dPt>
          <c:dPt>
            <c:idx val="4"/>
            <c:bubble3D val="0"/>
            <c:spPr>
              <a:solidFill>
                <a:schemeClr val="tx2"/>
              </a:solidFill>
              <a:ln w="25400">
                <a:solidFill>
                  <a:schemeClr val="bg1"/>
                </a:solidFill>
                <a:prstDash val="solid"/>
              </a:ln>
            </c:spPr>
            <c:extLst>
              <c:ext xmlns:c16="http://schemas.microsoft.com/office/drawing/2014/chart" uri="{C3380CC4-5D6E-409C-BE32-E72D297353CC}">
                <c16:uniqueId val="{00000009-7447-40C8-88A2-57A22FBCC141}"/>
              </c:ext>
            </c:extLst>
          </c:dPt>
          <c:dPt>
            <c:idx val="5"/>
            <c:bubble3D val="0"/>
            <c:spPr>
              <a:solidFill>
                <a:srgbClr val="003300"/>
              </a:solidFill>
              <a:ln w="25400">
                <a:solidFill>
                  <a:schemeClr val="bg1"/>
                </a:solidFill>
                <a:prstDash val="solid"/>
              </a:ln>
            </c:spPr>
            <c:extLst>
              <c:ext xmlns:c16="http://schemas.microsoft.com/office/drawing/2014/chart" uri="{C3380CC4-5D6E-409C-BE32-E72D297353CC}">
                <c16:uniqueId val="{0000000B-7447-40C8-88A2-57A22FBCC141}"/>
              </c:ext>
            </c:extLst>
          </c:dPt>
          <c:dLbls>
            <c:delete val="1"/>
          </c:dLbls>
          <c:cat>
            <c:strRef>
              <c:f>Sheet1!$B$1:$F$1</c:f>
              <c:strCache>
                <c:ptCount val="5"/>
                <c:pt idx="0">
                  <c:v>Commercial</c:v>
                </c:pt>
                <c:pt idx="1">
                  <c:v>Medicare</c:v>
                </c:pt>
                <c:pt idx="2">
                  <c:v>Medicaid</c:v>
                </c:pt>
                <c:pt idx="4">
                  <c:v>Other</c:v>
                </c:pt>
              </c:strCache>
            </c:strRef>
          </c:cat>
          <c:val>
            <c:numRef>
              <c:f>Sheet1!$B$2:$F$2</c:f>
              <c:numCache>
                <c:formatCode>General</c:formatCode>
                <c:ptCount val="5"/>
                <c:pt idx="0">
                  <c:v>48</c:v>
                </c:pt>
                <c:pt idx="1">
                  <c:v>26</c:v>
                </c:pt>
                <c:pt idx="2">
                  <c:v>24</c:v>
                </c:pt>
                <c:pt idx="4">
                  <c:v>2</c:v>
                </c:pt>
              </c:numCache>
            </c:numRef>
          </c:val>
          <c:extLst>
            <c:ext xmlns:c16="http://schemas.microsoft.com/office/drawing/2014/chart" uri="{C3380CC4-5D6E-409C-BE32-E72D297353CC}">
              <c16:uniqueId val="{0000000C-7447-40C8-88A2-57A22FBCC141}"/>
            </c:ext>
          </c:extLst>
        </c:ser>
        <c:dLbls>
          <c:showLegendKey val="0"/>
          <c:showVal val="0"/>
          <c:showCatName val="0"/>
          <c:showSerName val="1"/>
          <c:showPercent val="1"/>
          <c:showBubbleSize val="0"/>
          <c:showLeaderLines val="1"/>
        </c:dLbls>
        <c:firstSliceAng val="0"/>
      </c:pieChart>
      <c:spPr>
        <a:noFill/>
        <a:ln w="22421">
          <a:noFill/>
        </a:ln>
      </c:spPr>
    </c:plotArea>
    <c:plotVisOnly val="1"/>
    <c:dispBlanksAs val="zero"/>
    <c:showDLblsOverMax val="0"/>
  </c:chart>
  <c:spPr>
    <a:noFill/>
    <a:ln>
      <a:noFill/>
    </a:ln>
  </c:spPr>
  <c:txPr>
    <a:bodyPr/>
    <a:lstStyle/>
    <a:p>
      <a:pPr>
        <a:defRPr sz="1081" b="1" i="0" u="none" strike="noStrike" baseline="0">
          <a:solidFill>
            <a:schemeClr val="tx1"/>
          </a:solidFill>
          <a:latin typeface="Arial"/>
          <a:ea typeface="Arial"/>
          <a:cs typeface="Arial"/>
        </a:defRPr>
      </a:pPr>
      <a:endParaRPr lang="en-US"/>
    </a:p>
  </c:txPr>
  <c:externalData r:id="rId1">
    <c:autoUpdate val="0"/>
  </c:externalData>
</c:chartSpace>
</file>

<file path=ppt/charts/colors1.xml><?xml version="1.0" encoding="utf-8"?>
<cs:colorStyle xmlns:cs="http://schemas.microsoft.com/office/drawing/2012/chartStyle" xmlns:a="http://schemas.openxmlformats.org/drawingml/2006/main" meth="withinLinear" id="14">
  <a:schemeClr val="accent1"/>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withinLinearReversed" id="21">
  <a:schemeClr val="accent1"/>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6.xml><?xml version="1.0" encoding="utf-8"?>
<cs:colorStyle xmlns:cs="http://schemas.microsoft.com/office/drawing/2012/chartStyle" xmlns:a="http://schemas.openxmlformats.org/drawingml/2006/main" meth="withinLinear" id="14">
  <a:schemeClr val="accent1"/>
</cs:colorStyle>
</file>

<file path=ppt/charts/colors1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9.xml><?xml version="1.0" encoding="utf-8"?>
<cs:colorStyle xmlns:cs="http://schemas.microsoft.com/office/drawing/2012/chartStyle" xmlns:a="http://schemas.openxmlformats.org/drawingml/2006/main" meth="withinLinear" id="14">
  <a:schemeClr val="accent1"/>
</cs:colorStyle>
</file>

<file path=ppt/charts/colors20.xml><?xml version="1.0" encoding="utf-8"?>
<cs:colorStyle xmlns:cs="http://schemas.microsoft.com/office/drawing/2012/chartStyle" xmlns:a="http://schemas.openxmlformats.org/drawingml/2006/main" meth="withinLinear" id="14">
  <a:schemeClr val="accent1"/>
</cs:colorStyle>
</file>

<file path=ppt/charts/colors2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39">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064" kern="1200" cap="all" spc="120" normalizeH="0" baseline="0"/>
  </cs:categoryAxis>
  <cs:chartArea mods="allowNoFillOverride allowNoLineOverride">
    <cs:lnRef idx="0"/>
    <cs:fillRef idx="0"/>
    <cs:effectRef idx="0"/>
    <cs:fontRef idx="minor">
      <a:schemeClr val="dk1"/>
    </cs:fontRef>
    <cs:spPr>
      <a:solidFill>
        <a:schemeClr val="lt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50000"/>
        <a:lumOff val="50000"/>
      </a:schemeClr>
    </cs:fontRef>
    <cs:defRPr sz="1197" b="0" i="0" u="none" strike="noStrike" kern="1200" baseline="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phClr"/>
      </a:solidFill>
      <a:ln w="9525">
        <a:solidFill>
          <a:schemeClr val="phClr"/>
        </a:solidFill>
        <a:round/>
      </a:ln>
    </cs:spPr>
  </cs:dataPointMarker>
  <cs:dataPointMarkerLayout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15000"/>
            <a:lumOff val="8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cap="all" spc="120" normalizeH="0" baseline="0"/>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064"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spPr>
      <a:ln w="9525" cap="flat" cmpd="sng" algn="ctr">
        <a:solidFill>
          <a:schemeClr val="dk1">
            <a:lumMod val="15000"/>
            <a:lumOff val="85000"/>
          </a:schemeClr>
        </a:solidFill>
        <a:round/>
      </a:ln>
    </cs:spPr>
    <cs:defRPr sz="1197" kern="1200"/>
  </cs:valueAxis>
  <cs:wall>
    <cs:lnRef idx="0"/>
    <cs:fillRef idx="0"/>
    <cs:effectRef idx="0"/>
    <cs:fontRef idx="minor">
      <a:schemeClr val="dk1"/>
    </cs:fontRef>
  </cs:wall>
</cs:chartStyle>
</file>

<file path=ppt/charts/style3.xml><?xml version="1.0" encoding="utf-8"?>
<cs:chartStyle xmlns:cs="http://schemas.microsoft.com/office/drawing/2012/chartStyle" xmlns:a="http://schemas.openxmlformats.org/drawingml/2006/main" id="239">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064" kern="1200" cap="all" spc="120" normalizeH="0" baseline="0"/>
  </cs:categoryAxis>
  <cs:chartArea mods="allowNoFillOverride allowNoLineOverride">
    <cs:lnRef idx="0"/>
    <cs:fillRef idx="0"/>
    <cs:effectRef idx="0"/>
    <cs:fontRef idx="minor">
      <a:schemeClr val="dk1"/>
    </cs:fontRef>
    <cs:spPr>
      <a:solidFill>
        <a:schemeClr val="lt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50000"/>
        <a:lumOff val="50000"/>
      </a:schemeClr>
    </cs:fontRef>
    <cs:defRPr sz="1197" b="0" i="0" u="none" strike="noStrike" kern="1200" baseline="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phClr"/>
      </a:solidFill>
      <a:ln w="9525">
        <a:solidFill>
          <a:schemeClr val="phClr"/>
        </a:solidFill>
        <a:round/>
      </a:ln>
    </cs:spPr>
  </cs:dataPointMarker>
  <cs:dataPointMarkerLayout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15000"/>
            <a:lumOff val="8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cap="all" spc="120" normalizeH="0" baseline="0"/>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064"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spPr>
      <a:ln w="9525" cap="flat" cmpd="sng" algn="ctr">
        <a:solidFill>
          <a:schemeClr val="dk1">
            <a:lumMod val="15000"/>
            <a:lumOff val="85000"/>
          </a:schemeClr>
        </a:solidFill>
        <a:round/>
      </a:ln>
    </cs:spPr>
    <cs:defRPr sz="1197" kern="1200"/>
  </cs:valueAxis>
  <cs:wall>
    <cs:lnRef idx="0"/>
    <cs:fillRef idx="0"/>
    <cs:effectRef idx="0"/>
    <cs:fontRef idx="minor">
      <a:schemeClr val="dk1"/>
    </cs:fontRef>
  </cs:wall>
</cs:chartStyle>
</file>

<file path=ppt/charts/style4.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6.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9.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0.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3.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6.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9.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0.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521D0DE-6849-304E-A590-24D9D2656D6F}" type="doc">
      <dgm:prSet loTypeId="urn:microsoft.com/office/officeart/2008/layout/VerticalCurvedList" loCatId="list" qsTypeId="urn:microsoft.com/office/officeart/2005/8/quickstyle/3d3" qsCatId="3D" csTypeId="urn:microsoft.com/office/officeart/2005/8/colors/accent1_2" csCatId="accent1" phldr="1"/>
      <dgm:spPr/>
      <dgm:t>
        <a:bodyPr/>
        <a:lstStyle/>
        <a:p>
          <a:endParaRPr lang="en-US"/>
        </a:p>
      </dgm:t>
    </dgm:pt>
    <dgm:pt modelId="{86A67FBA-CDF6-554E-BF19-49705A4A2FCF}">
      <dgm:prSet/>
      <dgm:spPr/>
      <dgm:t>
        <a:bodyPr/>
        <a:lstStyle/>
        <a:p>
          <a:r>
            <a:rPr lang="en-US" b="0" i="0" baseline="0" dirty="0"/>
            <a:t>Updated core promotional materials with the NCCN Guideline update to enhance FYARRO clinical relevance</a:t>
          </a:r>
          <a:endParaRPr lang="en-US" dirty="0"/>
        </a:p>
      </dgm:t>
    </dgm:pt>
    <dgm:pt modelId="{177B80D6-9627-5C41-B963-410D5B46B427}" type="parTrans" cxnId="{3960FD41-6112-9E42-8EC6-22277776115A}">
      <dgm:prSet/>
      <dgm:spPr/>
      <dgm:t>
        <a:bodyPr/>
        <a:lstStyle/>
        <a:p>
          <a:endParaRPr lang="en-US"/>
        </a:p>
      </dgm:t>
    </dgm:pt>
    <dgm:pt modelId="{98169672-1586-8943-90B8-9EFCA052298E}" type="sibTrans" cxnId="{3960FD41-6112-9E42-8EC6-22277776115A}">
      <dgm:prSet/>
      <dgm:spPr/>
      <dgm:t>
        <a:bodyPr/>
        <a:lstStyle/>
        <a:p>
          <a:endParaRPr lang="en-US"/>
        </a:p>
      </dgm:t>
    </dgm:pt>
    <dgm:pt modelId="{69C0021F-E6FF-0242-BDEC-DC5081FCB828}">
      <dgm:prSet/>
      <dgm:spPr/>
      <dgm:t>
        <a:bodyPr/>
        <a:lstStyle/>
        <a:p>
          <a:r>
            <a:rPr lang="en-US" b="0" i="0" baseline="0" dirty="0"/>
            <a:t>Elevated the “novelty of nab” messaging to drive continued FYARRO differentiation</a:t>
          </a:r>
          <a:endParaRPr lang="en-US" dirty="0"/>
        </a:p>
      </dgm:t>
    </dgm:pt>
    <dgm:pt modelId="{0C2D4967-BDEE-CD4F-B59F-8E7C7E123DE1}" type="parTrans" cxnId="{7025F84B-0D96-A64D-B4B6-844FC1E1AE9A}">
      <dgm:prSet/>
      <dgm:spPr/>
      <dgm:t>
        <a:bodyPr/>
        <a:lstStyle/>
        <a:p>
          <a:endParaRPr lang="en-US"/>
        </a:p>
      </dgm:t>
    </dgm:pt>
    <dgm:pt modelId="{6B0DD6EC-1C98-AA4B-8767-E766DC076FA0}" type="sibTrans" cxnId="{7025F84B-0D96-A64D-B4B6-844FC1E1AE9A}">
      <dgm:prSet/>
      <dgm:spPr/>
      <dgm:t>
        <a:bodyPr/>
        <a:lstStyle/>
        <a:p>
          <a:endParaRPr lang="en-US"/>
        </a:p>
      </dgm:t>
    </dgm:pt>
    <dgm:pt modelId="{803F2B6D-FA8C-A14C-A0C0-79C6C79518F3}">
      <dgm:prSet/>
      <dgm:spPr/>
      <dgm:t>
        <a:bodyPr/>
        <a:lstStyle/>
        <a:p>
          <a:r>
            <a:rPr lang="en-US" b="0" i="0" baseline="0" dirty="0"/>
            <a:t>Increased focus on Gyn-</a:t>
          </a:r>
          <a:r>
            <a:rPr lang="en-US" b="0" i="0" baseline="0" dirty="0" err="1"/>
            <a:t>Onc</a:t>
          </a:r>
          <a:r>
            <a:rPr lang="en-US" b="0" i="0" baseline="0" dirty="0"/>
            <a:t> approved messaging to support FYARRO’s core patient population and high-potential opportunity</a:t>
          </a:r>
          <a:endParaRPr lang="en-US" dirty="0"/>
        </a:p>
      </dgm:t>
    </dgm:pt>
    <dgm:pt modelId="{F93612FB-30A3-844B-B4E5-3D14EBEDC648}" type="parTrans" cxnId="{1F11A275-0285-7844-BDB2-DC6794B136DC}">
      <dgm:prSet/>
      <dgm:spPr/>
      <dgm:t>
        <a:bodyPr/>
        <a:lstStyle/>
        <a:p>
          <a:endParaRPr lang="en-US"/>
        </a:p>
      </dgm:t>
    </dgm:pt>
    <dgm:pt modelId="{65F2CD09-834C-3640-ADC1-11AD0BC81F81}" type="sibTrans" cxnId="{1F11A275-0285-7844-BDB2-DC6794B136DC}">
      <dgm:prSet/>
      <dgm:spPr/>
      <dgm:t>
        <a:bodyPr/>
        <a:lstStyle/>
        <a:p>
          <a:endParaRPr lang="en-US"/>
        </a:p>
      </dgm:t>
    </dgm:pt>
    <dgm:pt modelId="{828F2A5C-2B26-844A-8339-F37D44C31BA7}">
      <dgm:prSet/>
      <dgm:spPr/>
      <dgm:t>
        <a:bodyPr/>
        <a:lstStyle/>
        <a:p>
          <a:r>
            <a:rPr lang="en-US" b="0" i="0" baseline="0" dirty="0"/>
            <a:t>Onboarded new media partner and developed 2026 plan to strengthen reach and engagement with high-value HCP and patient audiences</a:t>
          </a:r>
          <a:endParaRPr lang="en-US" dirty="0"/>
        </a:p>
      </dgm:t>
    </dgm:pt>
    <dgm:pt modelId="{F486AD78-F436-AE4B-A2EC-F97A1ACF043C}" type="parTrans" cxnId="{50E6A047-CEB8-F247-B9BB-A2A887A095E3}">
      <dgm:prSet/>
      <dgm:spPr/>
      <dgm:t>
        <a:bodyPr/>
        <a:lstStyle/>
        <a:p>
          <a:endParaRPr lang="en-US"/>
        </a:p>
      </dgm:t>
    </dgm:pt>
    <dgm:pt modelId="{EF8E1B0D-C7DE-6740-BF1E-9726736A2DE8}" type="sibTrans" cxnId="{50E6A047-CEB8-F247-B9BB-A2A887A095E3}">
      <dgm:prSet/>
      <dgm:spPr/>
      <dgm:t>
        <a:bodyPr/>
        <a:lstStyle/>
        <a:p>
          <a:endParaRPr lang="en-US"/>
        </a:p>
      </dgm:t>
    </dgm:pt>
    <dgm:pt modelId="{E8F40571-D1E0-4F6E-ADC6-863DBD114FA5}">
      <dgm:prSet/>
      <dgm:spPr/>
      <dgm:t>
        <a:bodyPr/>
        <a:lstStyle/>
        <a:p>
          <a:r>
            <a:rPr lang="en-US" dirty="0"/>
            <a:t>Presence at SGO 2026 and Planning for 2026 Congresses/Sponsorships</a:t>
          </a:r>
        </a:p>
      </dgm:t>
    </dgm:pt>
    <dgm:pt modelId="{C7B1E8F5-788D-4AE2-801C-740108131F2D}" type="parTrans" cxnId="{8EAAE54C-4DBA-4234-A729-7B95B1DB2E56}">
      <dgm:prSet/>
      <dgm:spPr/>
      <dgm:t>
        <a:bodyPr/>
        <a:lstStyle/>
        <a:p>
          <a:endParaRPr lang="en-US"/>
        </a:p>
      </dgm:t>
    </dgm:pt>
    <dgm:pt modelId="{C2419393-5A3D-4B48-BEBA-F6B88C95829B}" type="sibTrans" cxnId="{8EAAE54C-4DBA-4234-A729-7B95B1DB2E56}">
      <dgm:prSet/>
      <dgm:spPr/>
      <dgm:t>
        <a:bodyPr/>
        <a:lstStyle/>
        <a:p>
          <a:endParaRPr lang="en-US"/>
        </a:p>
      </dgm:t>
    </dgm:pt>
    <dgm:pt modelId="{1A8071D6-A577-43B9-B2C6-A261B7A375D9}">
      <dgm:prSet/>
      <dgm:spPr/>
      <dgm:t>
        <a:bodyPr/>
        <a:lstStyle/>
        <a:p>
          <a:r>
            <a:rPr lang="en-US" dirty="0"/>
            <a:t>Onboarding of Marketing Consultant</a:t>
          </a:r>
        </a:p>
      </dgm:t>
    </dgm:pt>
    <dgm:pt modelId="{E6D8881E-68B7-4BC8-BC04-5BC4C62353D2}" type="parTrans" cxnId="{7565CFFD-AF6C-4DDA-AADD-EBB952E8F00B}">
      <dgm:prSet/>
      <dgm:spPr/>
    </dgm:pt>
    <dgm:pt modelId="{159437B5-1C97-4DB4-8B35-2407EF66CE3D}" type="sibTrans" cxnId="{7565CFFD-AF6C-4DDA-AADD-EBB952E8F00B}">
      <dgm:prSet/>
      <dgm:spPr/>
    </dgm:pt>
    <dgm:pt modelId="{0492AE13-364A-534C-BB1E-A7CB1D2FB134}" type="pres">
      <dgm:prSet presAssocID="{D521D0DE-6849-304E-A590-24D9D2656D6F}" presName="Name0" presStyleCnt="0">
        <dgm:presLayoutVars>
          <dgm:chMax val="7"/>
          <dgm:chPref val="7"/>
          <dgm:dir/>
        </dgm:presLayoutVars>
      </dgm:prSet>
      <dgm:spPr/>
    </dgm:pt>
    <dgm:pt modelId="{61B56964-28DA-8042-9390-44D1686067B0}" type="pres">
      <dgm:prSet presAssocID="{D521D0DE-6849-304E-A590-24D9D2656D6F}" presName="Name1" presStyleCnt="0"/>
      <dgm:spPr/>
    </dgm:pt>
    <dgm:pt modelId="{7185D465-6399-E740-804F-22D91E39793A}" type="pres">
      <dgm:prSet presAssocID="{D521D0DE-6849-304E-A590-24D9D2656D6F}" presName="cycle" presStyleCnt="0"/>
      <dgm:spPr/>
    </dgm:pt>
    <dgm:pt modelId="{5FB1CC04-7384-444E-BBC4-5D90A60D39DE}" type="pres">
      <dgm:prSet presAssocID="{D521D0DE-6849-304E-A590-24D9D2656D6F}" presName="srcNode" presStyleLbl="node1" presStyleIdx="0" presStyleCnt="6"/>
      <dgm:spPr/>
    </dgm:pt>
    <dgm:pt modelId="{54956110-11A6-484B-AA95-C0F37604950C}" type="pres">
      <dgm:prSet presAssocID="{D521D0DE-6849-304E-A590-24D9D2656D6F}" presName="conn" presStyleLbl="parChTrans1D2" presStyleIdx="0" presStyleCnt="1"/>
      <dgm:spPr/>
    </dgm:pt>
    <dgm:pt modelId="{3B067507-52E2-9D49-A0AB-CAEB6872D940}" type="pres">
      <dgm:prSet presAssocID="{D521D0DE-6849-304E-A590-24D9D2656D6F}" presName="extraNode" presStyleLbl="node1" presStyleIdx="0" presStyleCnt="6"/>
      <dgm:spPr/>
    </dgm:pt>
    <dgm:pt modelId="{460167A2-2708-984B-A11D-56DDC9685E64}" type="pres">
      <dgm:prSet presAssocID="{D521D0DE-6849-304E-A590-24D9D2656D6F}" presName="dstNode" presStyleLbl="node1" presStyleIdx="0" presStyleCnt="6"/>
      <dgm:spPr/>
    </dgm:pt>
    <dgm:pt modelId="{497368A7-C8C0-5642-97C6-BF802BA952AF}" type="pres">
      <dgm:prSet presAssocID="{86A67FBA-CDF6-554E-BF19-49705A4A2FCF}" presName="text_1" presStyleLbl="node1" presStyleIdx="0" presStyleCnt="6">
        <dgm:presLayoutVars>
          <dgm:bulletEnabled val="1"/>
        </dgm:presLayoutVars>
      </dgm:prSet>
      <dgm:spPr/>
    </dgm:pt>
    <dgm:pt modelId="{C00A1E2D-2139-504B-BFB1-25969F7BA0DC}" type="pres">
      <dgm:prSet presAssocID="{86A67FBA-CDF6-554E-BF19-49705A4A2FCF}" presName="accent_1" presStyleCnt="0"/>
      <dgm:spPr/>
    </dgm:pt>
    <dgm:pt modelId="{70531803-F015-AB46-8084-1B6B3534158D}" type="pres">
      <dgm:prSet presAssocID="{86A67FBA-CDF6-554E-BF19-49705A4A2FCF}" presName="accentRepeatNode" presStyleLbl="solidFgAcc1" presStyleIdx="0" presStyleCnt="6"/>
      <dgm:spPr/>
    </dgm:pt>
    <dgm:pt modelId="{BF42BFE8-ABEF-FE4E-A450-3D82E26378A9}" type="pres">
      <dgm:prSet presAssocID="{69C0021F-E6FF-0242-BDEC-DC5081FCB828}" presName="text_2" presStyleLbl="node1" presStyleIdx="1" presStyleCnt="6">
        <dgm:presLayoutVars>
          <dgm:bulletEnabled val="1"/>
        </dgm:presLayoutVars>
      </dgm:prSet>
      <dgm:spPr/>
    </dgm:pt>
    <dgm:pt modelId="{B00E4AEC-3FD9-8147-9FC6-F034CA4B504E}" type="pres">
      <dgm:prSet presAssocID="{69C0021F-E6FF-0242-BDEC-DC5081FCB828}" presName="accent_2" presStyleCnt="0"/>
      <dgm:spPr/>
    </dgm:pt>
    <dgm:pt modelId="{5D2ED456-B4B4-2A4E-9CF3-ECC421A44922}" type="pres">
      <dgm:prSet presAssocID="{69C0021F-E6FF-0242-BDEC-DC5081FCB828}" presName="accentRepeatNode" presStyleLbl="solidFgAcc1" presStyleIdx="1" presStyleCnt="6"/>
      <dgm:spPr/>
    </dgm:pt>
    <dgm:pt modelId="{799B8222-4471-3844-8BBF-3126A8C647AC}" type="pres">
      <dgm:prSet presAssocID="{803F2B6D-FA8C-A14C-A0C0-79C6C79518F3}" presName="text_3" presStyleLbl="node1" presStyleIdx="2" presStyleCnt="6">
        <dgm:presLayoutVars>
          <dgm:bulletEnabled val="1"/>
        </dgm:presLayoutVars>
      </dgm:prSet>
      <dgm:spPr/>
    </dgm:pt>
    <dgm:pt modelId="{EA7C7DA2-C917-AA49-A85F-9C47C3FD7AC4}" type="pres">
      <dgm:prSet presAssocID="{803F2B6D-FA8C-A14C-A0C0-79C6C79518F3}" presName="accent_3" presStyleCnt="0"/>
      <dgm:spPr/>
    </dgm:pt>
    <dgm:pt modelId="{1536D111-77EC-3144-BBC4-F2CCF3DB86E9}" type="pres">
      <dgm:prSet presAssocID="{803F2B6D-FA8C-A14C-A0C0-79C6C79518F3}" presName="accentRepeatNode" presStyleLbl="solidFgAcc1" presStyleIdx="2" presStyleCnt="6"/>
      <dgm:spPr/>
    </dgm:pt>
    <dgm:pt modelId="{EBE18D19-8D31-4698-B970-46FB23251A0B}" type="pres">
      <dgm:prSet presAssocID="{828F2A5C-2B26-844A-8339-F37D44C31BA7}" presName="text_4" presStyleLbl="node1" presStyleIdx="3" presStyleCnt="6">
        <dgm:presLayoutVars>
          <dgm:bulletEnabled val="1"/>
        </dgm:presLayoutVars>
      </dgm:prSet>
      <dgm:spPr/>
    </dgm:pt>
    <dgm:pt modelId="{9603D1D6-69B5-4366-A9C0-849EAF99CC26}" type="pres">
      <dgm:prSet presAssocID="{828F2A5C-2B26-844A-8339-F37D44C31BA7}" presName="accent_4" presStyleCnt="0"/>
      <dgm:spPr/>
    </dgm:pt>
    <dgm:pt modelId="{4603DE52-9459-0A47-8AC0-3F8CCA0888CC}" type="pres">
      <dgm:prSet presAssocID="{828F2A5C-2B26-844A-8339-F37D44C31BA7}" presName="accentRepeatNode" presStyleLbl="solidFgAcc1" presStyleIdx="3" presStyleCnt="6"/>
      <dgm:spPr/>
    </dgm:pt>
    <dgm:pt modelId="{74531F8F-450B-4202-B1A8-86AFAE66574D}" type="pres">
      <dgm:prSet presAssocID="{E8F40571-D1E0-4F6E-ADC6-863DBD114FA5}" presName="text_5" presStyleLbl="node1" presStyleIdx="4" presStyleCnt="6">
        <dgm:presLayoutVars>
          <dgm:bulletEnabled val="1"/>
        </dgm:presLayoutVars>
      </dgm:prSet>
      <dgm:spPr/>
    </dgm:pt>
    <dgm:pt modelId="{3DE9AA2F-0D55-4A9B-A556-4802553CE80A}" type="pres">
      <dgm:prSet presAssocID="{E8F40571-D1E0-4F6E-ADC6-863DBD114FA5}" presName="accent_5" presStyleCnt="0"/>
      <dgm:spPr/>
    </dgm:pt>
    <dgm:pt modelId="{C1440E6F-50C4-4380-BB28-6E377142EEE0}" type="pres">
      <dgm:prSet presAssocID="{E8F40571-D1E0-4F6E-ADC6-863DBD114FA5}" presName="accentRepeatNode" presStyleLbl="solidFgAcc1" presStyleIdx="4" presStyleCnt="6"/>
      <dgm:spPr/>
    </dgm:pt>
    <dgm:pt modelId="{2D6860EA-16F0-4A3C-A39A-0EE66D825AF3}" type="pres">
      <dgm:prSet presAssocID="{1A8071D6-A577-43B9-B2C6-A261B7A375D9}" presName="text_6" presStyleLbl="node1" presStyleIdx="5" presStyleCnt="6">
        <dgm:presLayoutVars>
          <dgm:bulletEnabled val="1"/>
        </dgm:presLayoutVars>
      </dgm:prSet>
      <dgm:spPr/>
    </dgm:pt>
    <dgm:pt modelId="{367A0A21-4376-4FDF-917A-FA46890DA6D1}" type="pres">
      <dgm:prSet presAssocID="{1A8071D6-A577-43B9-B2C6-A261B7A375D9}" presName="accent_6" presStyleCnt="0"/>
      <dgm:spPr/>
    </dgm:pt>
    <dgm:pt modelId="{F7EEEEB0-ECE5-4DCB-AE2C-AA5180CDF0B4}" type="pres">
      <dgm:prSet presAssocID="{1A8071D6-A577-43B9-B2C6-A261B7A375D9}" presName="accentRepeatNode" presStyleLbl="solidFgAcc1" presStyleIdx="5" presStyleCnt="6"/>
      <dgm:spPr/>
    </dgm:pt>
  </dgm:ptLst>
  <dgm:cxnLst>
    <dgm:cxn modelId="{FC5A390E-05DD-4265-A50B-283A622DDB9C}" type="presOf" srcId="{1A8071D6-A577-43B9-B2C6-A261B7A375D9}" destId="{2D6860EA-16F0-4A3C-A39A-0EE66D825AF3}" srcOrd="0" destOrd="0" presId="urn:microsoft.com/office/officeart/2008/layout/VerticalCurvedList"/>
    <dgm:cxn modelId="{0049D529-8A01-4A94-A890-0D2563AD58D5}" type="presOf" srcId="{828F2A5C-2B26-844A-8339-F37D44C31BA7}" destId="{EBE18D19-8D31-4698-B970-46FB23251A0B}" srcOrd="0" destOrd="0" presId="urn:microsoft.com/office/officeart/2008/layout/VerticalCurvedList"/>
    <dgm:cxn modelId="{7BCF372B-31EB-3345-900B-1FF8F80D33EC}" type="presOf" srcId="{D521D0DE-6849-304E-A590-24D9D2656D6F}" destId="{0492AE13-364A-534C-BB1E-A7CB1D2FB134}" srcOrd="0" destOrd="0" presId="urn:microsoft.com/office/officeart/2008/layout/VerticalCurvedList"/>
    <dgm:cxn modelId="{3960FD41-6112-9E42-8EC6-22277776115A}" srcId="{D521D0DE-6849-304E-A590-24D9D2656D6F}" destId="{86A67FBA-CDF6-554E-BF19-49705A4A2FCF}" srcOrd="0" destOrd="0" parTransId="{177B80D6-9627-5C41-B963-410D5B46B427}" sibTransId="{98169672-1586-8943-90B8-9EFCA052298E}"/>
    <dgm:cxn modelId="{50E6A047-CEB8-F247-B9BB-A2A887A095E3}" srcId="{D521D0DE-6849-304E-A590-24D9D2656D6F}" destId="{828F2A5C-2B26-844A-8339-F37D44C31BA7}" srcOrd="3" destOrd="0" parTransId="{F486AD78-F436-AE4B-A2EC-F97A1ACF043C}" sibTransId="{EF8E1B0D-C7DE-6740-BF1E-9726736A2DE8}"/>
    <dgm:cxn modelId="{B7F1DF48-01BE-A544-9C13-389B0F114BD1}" type="presOf" srcId="{86A67FBA-CDF6-554E-BF19-49705A4A2FCF}" destId="{497368A7-C8C0-5642-97C6-BF802BA952AF}" srcOrd="0" destOrd="0" presId="urn:microsoft.com/office/officeart/2008/layout/VerticalCurvedList"/>
    <dgm:cxn modelId="{7025F84B-0D96-A64D-B4B6-844FC1E1AE9A}" srcId="{D521D0DE-6849-304E-A590-24D9D2656D6F}" destId="{69C0021F-E6FF-0242-BDEC-DC5081FCB828}" srcOrd="1" destOrd="0" parTransId="{0C2D4967-BDEE-CD4F-B59F-8E7C7E123DE1}" sibTransId="{6B0DD6EC-1C98-AA4B-8767-E766DC076FA0}"/>
    <dgm:cxn modelId="{33936F4C-7E92-4040-9386-CBF23FE43816}" type="presOf" srcId="{803F2B6D-FA8C-A14C-A0C0-79C6C79518F3}" destId="{799B8222-4471-3844-8BBF-3126A8C647AC}" srcOrd="0" destOrd="0" presId="urn:microsoft.com/office/officeart/2008/layout/VerticalCurvedList"/>
    <dgm:cxn modelId="{8EAAE54C-4DBA-4234-A729-7B95B1DB2E56}" srcId="{D521D0DE-6849-304E-A590-24D9D2656D6F}" destId="{E8F40571-D1E0-4F6E-ADC6-863DBD114FA5}" srcOrd="4" destOrd="0" parTransId="{C7B1E8F5-788D-4AE2-801C-740108131F2D}" sibTransId="{C2419393-5A3D-4B48-BEBA-F6B88C95829B}"/>
    <dgm:cxn modelId="{55F92053-8270-0648-B7D1-EDB9DCD32CCB}" type="presOf" srcId="{69C0021F-E6FF-0242-BDEC-DC5081FCB828}" destId="{BF42BFE8-ABEF-FE4E-A450-3D82E26378A9}" srcOrd="0" destOrd="0" presId="urn:microsoft.com/office/officeart/2008/layout/VerticalCurvedList"/>
    <dgm:cxn modelId="{1F11A275-0285-7844-BDB2-DC6794B136DC}" srcId="{D521D0DE-6849-304E-A590-24D9D2656D6F}" destId="{803F2B6D-FA8C-A14C-A0C0-79C6C79518F3}" srcOrd="2" destOrd="0" parTransId="{F93612FB-30A3-844B-B4E5-3D14EBEDC648}" sibTransId="{65F2CD09-834C-3640-ADC1-11AD0BC81F81}"/>
    <dgm:cxn modelId="{CFCE6DDD-CC2C-144E-9145-F4921925D26C}" type="presOf" srcId="{98169672-1586-8943-90B8-9EFCA052298E}" destId="{54956110-11A6-484B-AA95-C0F37604950C}" srcOrd="0" destOrd="0" presId="urn:microsoft.com/office/officeart/2008/layout/VerticalCurvedList"/>
    <dgm:cxn modelId="{7565CFFD-AF6C-4DDA-AADD-EBB952E8F00B}" srcId="{D521D0DE-6849-304E-A590-24D9D2656D6F}" destId="{1A8071D6-A577-43B9-B2C6-A261B7A375D9}" srcOrd="5" destOrd="0" parTransId="{E6D8881E-68B7-4BC8-BC04-5BC4C62353D2}" sibTransId="{159437B5-1C97-4DB4-8B35-2407EF66CE3D}"/>
    <dgm:cxn modelId="{371265FF-9B63-434A-91F9-E785AF50BB70}" type="presOf" srcId="{E8F40571-D1E0-4F6E-ADC6-863DBD114FA5}" destId="{74531F8F-450B-4202-B1A8-86AFAE66574D}" srcOrd="0" destOrd="0" presId="urn:microsoft.com/office/officeart/2008/layout/VerticalCurvedList"/>
    <dgm:cxn modelId="{50EF2B80-8C87-7840-BC6A-BC0795886036}" type="presParOf" srcId="{0492AE13-364A-534C-BB1E-A7CB1D2FB134}" destId="{61B56964-28DA-8042-9390-44D1686067B0}" srcOrd="0" destOrd="0" presId="urn:microsoft.com/office/officeart/2008/layout/VerticalCurvedList"/>
    <dgm:cxn modelId="{7D89C5C6-FFCB-A442-9732-9396FC7D5794}" type="presParOf" srcId="{61B56964-28DA-8042-9390-44D1686067B0}" destId="{7185D465-6399-E740-804F-22D91E39793A}" srcOrd="0" destOrd="0" presId="urn:microsoft.com/office/officeart/2008/layout/VerticalCurvedList"/>
    <dgm:cxn modelId="{7E1C95E7-8D7E-6C48-AC61-FEC72A70FE75}" type="presParOf" srcId="{7185D465-6399-E740-804F-22D91E39793A}" destId="{5FB1CC04-7384-444E-BBC4-5D90A60D39DE}" srcOrd="0" destOrd="0" presId="urn:microsoft.com/office/officeart/2008/layout/VerticalCurvedList"/>
    <dgm:cxn modelId="{B82A1747-77F4-5D49-83C2-6D97F0A7A411}" type="presParOf" srcId="{7185D465-6399-E740-804F-22D91E39793A}" destId="{54956110-11A6-484B-AA95-C0F37604950C}" srcOrd="1" destOrd="0" presId="urn:microsoft.com/office/officeart/2008/layout/VerticalCurvedList"/>
    <dgm:cxn modelId="{46092ED9-C90F-FC4C-A0E9-F4A65A1A970D}" type="presParOf" srcId="{7185D465-6399-E740-804F-22D91E39793A}" destId="{3B067507-52E2-9D49-A0AB-CAEB6872D940}" srcOrd="2" destOrd="0" presId="urn:microsoft.com/office/officeart/2008/layout/VerticalCurvedList"/>
    <dgm:cxn modelId="{54244943-1F09-7140-8BC5-500E43905E6D}" type="presParOf" srcId="{7185D465-6399-E740-804F-22D91E39793A}" destId="{460167A2-2708-984B-A11D-56DDC9685E64}" srcOrd="3" destOrd="0" presId="urn:microsoft.com/office/officeart/2008/layout/VerticalCurvedList"/>
    <dgm:cxn modelId="{FADAC611-08F2-9548-B114-1459A1E6C0C9}" type="presParOf" srcId="{61B56964-28DA-8042-9390-44D1686067B0}" destId="{497368A7-C8C0-5642-97C6-BF802BA952AF}" srcOrd="1" destOrd="0" presId="urn:microsoft.com/office/officeart/2008/layout/VerticalCurvedList"/>
    <dgm:cxn modelId="{45D0C3D8-6E10-1545-B562-DF5FF50BCD11}" type="presParOf" srcId="{61B56964-28DA-8042-9390-44D1686067B0}" destId="{C00A1E2D-2139-504B-BFB1-25969F7BA0DC}" srcOrd="2" destOrd="0" presId="urn:microsoft.com/office/officeart/2008/layout/VerticalCurvedList"/>
    <dgm:cxn modelId="{5458FC84-58F7-6D4B-9376-186C3E0D7B73}" type="presParOf" srcId="{C00A1E2D-2139-504B-BFB1-25969F7BA0DC}" destId="{70531803-F015-AB46-8084-1B6B3534158D}" srcOrd="0" destOrd="0" presId="urn:microsoft.com/office/officeart/2008/layout/VerticalCurvedList"/>
    <dgm:cxn modelId="{4B63105F-49C8-A04C-8271-93DA910BBED8}" type="presParOf" srcId="{61B56964-28DA-8042-9390-44D1686067B0}" destId="{BF42BFE8-ABEF-FE4E-A450-3D82E26378A9}" srcOrd="3" destOrd="0" presId="urn:microsoft.com/office/officeart/2008/layout/VerticalCurvedList"/>
    <dgm:cxn modelId="{808EE4DD-2320-7842-A6F3-FA846F6F2DF5}" type="presParOf" srcId="{61B56964-28DA-8042-9390-44D1686067B0}" destId="{B00E4AEC-3FD9-8147-9FC6-F034CA4B504E}" srcOrd="4" destOrd="0" presId="urn:microsoft.com/office/officeart/2008/layout/VerticalCurvedList"/>
    <dgm:cxn modelId="{2B78190D-64F2-BF4A-90CB-3BFB3BEE5A19}" type="presParOf" srcId="{B00E4AEC-3FD9-8147-9FC6-F034CA4B504E}" destId="{5D2ED456-B4B4-2A4E-9CF3-ECC421A44922}" srcOrd="0" destOrd="0" presId="urn:microsoft.com/office/officeart/2008/layout/VerticalCurvedList"/>
    <dgm:cxn modelId="{CCAA9B66-0EA5-6842-AC77-28C8FF0E9788}" type="presParOf" srcId="{61B56964-28DA-8042-9390-44D1686067B0}" destId="{799B8222-4471-3844-8BBF-3126A8C647AC}" srcOrd="5" destOrd="0" presId="urn:microsoft.com/office/officeart/2008/layout/VerticalCurvedList"/>
    <dgm:cxn modelId="{BDBB3B45-CAE7-E441-8D80-56EFC9DA85DC}" type="presParOf" srcId="{61B56964-28DA-8042-9390-44D1686067B0}" destId="{EA7C7DA2-C917-AA49-A85F-9C47C3FD7AC4}" srcOrd="6" destOrd="0" presId="urn:microsoft.com/office/officeart/2008/layout/VerticalCurvedList"/>
    <dgm:cxn modelId="{EF20A0FB-B6AE-3249-8F62-AD7A10D058F1}" type="presParOf" srcId="{EA7C7DA2-C917-AA49-A85F-9C47C3FD7AC4}" destId="{1536D111-77EC-3144-BBC4-F2CCF3DB86E9}" srcOrd="0" destOrd="0" presId="urn:microsoft.com/office/officeart/2008/layout/VerticalCurvedList"/>
    <dgm:cxn modelId="{CADDA417-030C-4F4E-9D2E-4F37B2101052}" type="presParOf" srcId="{61B56964-28DA-8042-9390-44D1686067B0}" destId="{EBE18D19-8D31-4698-B970-46FB23251A0B}" srcOrd="7" destOrd="0" presId="urn:microsoft.com/office/officeart/2008/layout/VerticalCurvedList"/>
    <dgm:cxn modelId="{77F2F13C-D3E7-4E76-BFFA-43F2D747F648}" type="presParOf" srcId="{61B56964-28DA-8042-9390-44D1686067B0}" destId="{9603D1D6-69B5-4366-A9C0-849EAF99CC26}" srcOrd="8" destOrd="0" presId="urn:microsoft.com/office/officeart/2008/layout/VerticalCurvedList"/>
    <dgm:cxn modelId="{DB269360-A7A4-491D-A2CA-57E662D361E6}" type="presParOf" srcId="{9603D1D6-69B5-4366-A9C0-849EAF99CC26}" destId="{4603DE52-9459-0A47-8AC0-3F8CCA0888CC}" srcOrd="0" destOrd="0" presId="urn:microsoft.com/office/officeart/2008/layout/VerticalCurvedList"/>
    <dgm:cxn modelId="{86031531-78AC-4F6A-A368-37C49562B7D3}" type="presParOf" srcId="{61B56964-28DA-8042-9390-44D1686067B0}" destId="{74531F8F-450B-4202-B1A8-86AFAE66574D}" srcOrd="9" destOrd="0" presId="urn:microsoft.com/office/officeart/2008/layout/VerticalCurvedList"/>
    <dgm:cxn modelId="{CEDAF585-29E8-487F-9E89-36B6D3E62F91}" type="presParOf" srcId="{61B56964-28DA-8042-9390-44D1686067B0}" destId="{3DE9AA2F-0D55-4A9B-A556-4802553CE80A}" srcOrd="10" destOrd="0" presId="urn:microsoft.com/office/officeart/2008/layout/VerticalCurvedList"/>
    <dgm:cxn modelId="{4955A8EC-4981-49B1-B385-9A1C70DF40C1}" type="presParOf" srcId="{3DE9AA2F-0D55-4A9B-A556-4802553CE80A}" destId="{C1440E6F-50C4-4380-BB28-6E377142EEE0}" srcOrd="0" destOrd="0" presId="urn:microsoft.com/office/officeart/2008/layout/VerticalCurvedList"/>
    <dgm:cxn modelId="{239CEB17-0D7E-4183-BB6F-C60BEC348047}" type="presParOf" srcId="{61B56964-28DA-8042-9390-44D1686067B0}" destId="{2D6860EA-16F0-4A3C-A39A-0EE66D825AF3}" srcOrd="11" destOrd="0" presId="urn:microsoft.com/office/officeart/2008/layout/VerticalCurvedList"/>
    <dgm:cxn modelId="{04F6C6EB-FFCD-45AB-8D8D-2B307F2FE7F6}" type="presParOf" srcId="{61B56964-28DA-8042-9390-44D1686067B0}" destId="{367A0A21-4376-4FDF-917A-FA46890DA6D1}" srcOrd="12" destOrd="0" presId="urn:microsoft.com/office/officeart/2008/layout/VerticalCurvedList"/>
    <dgm:cxn modelId="{636B3F37-A229-4AC7-9BDB-A3820D923F14}" type="presParOf" srcId="{367A0A21-4376-4FDF-917A-FA46890DA6D1}" destId="{F7EEEEB0-ECE5-4DCB-AE2C-AA5180CDF0B4}" srcOrd="0" destOrd="0" presId="urn:microsoft.com/office/officeart/2008/layout/VerticalCurv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79DCCEA-2FB6-434E-A42E-F480EB1F617C}" type="doc">
      <dgm:prSet loTypeId="urn:microsoft.com/office/officeart/2005/8/layout/hList1" loCatId="list" qsTypeId="urn:microsoft.com/office/officeart/2005/8/quickstyle/simple1" qsCatId="simple" csTypeId="urn:microsoft.com/office/officeart/2005/8/colors/colorful4" csCatId="colorful" phldr="1"/>
      <dgm:spPr/>
      <dgm:t>
        <a:bodyPr/>
        <a:lstStyle/>
        <a:p>
          <a:endParaRPr lang="en-US"/>
        </a:p>
      </dgm:t>
    </dgm:pt>
    <dgm:pt modelId="{74F41607-8D45-4AE5-9A94-0E3F93FE823E}">
      <dgm:prSet phldrT="[Text]" custT="1"/>
      <dgm:spPr/>
      <dgm:t>
        <a:bodyPr/>
        <a:lstStyle/>
        <a:p>
          <a:pPr algn="ctr"/>
          <a:endParaRPr lang="en-US" sz="1200" dirty="0"/>
        </a:p>
        <a:p>
          <a:pPr algn="ctr"/>
          <a:r>
            <a:rPr lang="en-US" sz="1200" dirty="0"/>
            <a:t>Sustain Momentum</a:t>
          </a:r>
        </a:p>
        <a:p>
          <a:pPr algn="ctr"/>
          <a:endParaRPr lang="en-US" sz="1200" dirty="0"/>
        </a:p>
      </dgm:t>
    </dgm:pt>
    <dgm:pt modelId="{2C17C5A6-1319-494A-A7C3-ABBF6D9C474E}" type="parTrans" cxnId="{D1B2B54C-E5BB-4969-A6FB-D591AB3AEF29}">
      <dgm:prSet/>
      <dgm:spPr/>
      <dgm:t>
        <a:bodyPr/>
        <a:lstStyle/>
        <a:p>
          <a:endParaRPr lang="en-US" sz="1800"/>
        </a:p>
      </dgm:t>
    </dgm:pt>
    <dgm:pt modelId="{54B2D8CA-B478-4844-90EE-33B10873C091}" type="sibTrans" cxnId="{D1B2B54C-E5BB-4969-A6FB-D591AB3AEF29}">
      <dgm:prSet/>
      <dgm:spPr/>
      <dgm:t>
        <a:bodyPr/>
        <a:lstStyle/>
        <a:p>
          <a:endParaRPr lang="en-US" sz="1800"/>
        </a:p>
      </dgm:t>
    </dgm:pt>
    <dgm:pt modelId="{F776A722-5ACA-413B-870A-6156EE367598}">
      <dgm:prSet phldrT="[Text]" custT="1"/>
      <dgm:spPr/>
      <dgm:t>
        <a:bodyPr/>
        <a:lstStyle/>
        <a:p>
          <a:pPr>
            <a:buFont typeface="Arial" panose="020B0604020202020204" pitchFamily="34" charset="0"/>
            <a:buChar char="•"/>
          </a:pPr>
          <a:r>
            <a:rPr lang="en-US" sz="1000" b="0" i="0" u="none" dirty="0"/>
            <a:t>Texas Oncology Pa</a:t>
          </a:r>
          <a:r>
            <a:rPr lang="en-US" sz="1000" dirty="0"/>
            <a:t> </a:t>
          </a:r>
        </a:p>
      </dgm:t>
    </dgm:pt>
    <dgm:pt modelId="{795789FE-914B-458B-A653-131DD4B1A4A1}" type="parTrans" cxnId="{884E83DE-AD15-4452-831F-6995BB486177}">
      <dgm:prSet/>
      <dgm:spPr/>
      <dgm:t>
        <a:bodyPr/>
        <a:lstStyle/>
        <a:p>
          <a:endParaRPr lang="en-US" sz="1800"/>
        </a:p>
      </dgm:t>
    </dgm:pt>
    <dgm:pt modelId="{9A429318-85F9-45A3-B287-9BB337F9BD46}" type="sibTrans" cxnId="{884E83DE-AD15-4452-831F-6995BB486177}">
      <dgm:prSet/>
      <dgm:spPr/>
      <dgm:t>
        <a:bodyPr/>
        <a:lstStyle/>
        <a:p>
          <a:endParaRPr lang="en-US" sz="1800"/>
        </a:p>
      </dgm:t>
    </dgm:pt>
    <dgm:pt modelId="{59E408FF-43D3-4FEE-A79A-8371B5B14518}">
      <dgm:prSet phldrT="[Text]" custT="1"/>
      <dgm:spPr/>
      <dgm:t>
        <a:bodyPr/>
        <a:lstStyle/>
        <a:p>
          <a:r>
            <a:rPr lang="en-US" sz="1200" dirty="0"/>
            <a:t>Unlock Growth </a:t>
          </a:r>
        </a:p>
      </dgm:t>
    </dgm:pt>
    <dgm:pt modelId="{6B24B9D1-BC00-45BF-A1DD-EB849A336D61}" type="parTrans" cxnId="{0135625D-F920-47AC-A90E-5BF4A9BDB36C}">
      <dgm:prSet/>
      <dgm:spPr/>
      <dgm:t>
        <a:bodyPr/>
        <a:lstStyle/>
        <a:p>
          <a:endParaRPr lang="en-US" sz="1800"/>
        </a:p>
      </dgm:t>
    </dgm:pt>
    <dgm:pt modelId="{7804D912-3673-49A5-A884-BC69B64DE1BD}" type="sibTrans" cxnId="{0135625D-F920-47AC-A90E-5BF4A9BDB36C}">
      <dgm:prSet/>
      <dgm:spPr/>
      <dgm:t>
        <a:bodyPr/>
        <a:lstStyle/>
        <a:p>
          <a:endParaRPr lang="en-US" sz="1800"/>
        </a:p>
      </dgm:t>
    </dgm:pt>
    <dgm:pt modelId="{F45C83CF-7096-4BCD-9917-486831E058F2}">
      <dgm:prSet phldrT="[Text]" custT="1"/>
      <dgm:spPr/>
      <dgm:t>
        <a:bodyPr/>
        <a:lstStyle/>
        <a:p>
          <a:r>
            <a:rPr lang="en-US" sz="900" dirty="0"/>
            <a:t>Cleveland Clinic</a:t>
          </a:r>
        </a:p>
      </dgm:t>
    </dgm:pt>
    <dgm:pt modelId="{F0AFBCA8-D533-451D-97C6-3129E7D6B987}" type="parTrans" cxnId="{C37275B1-C87F-4AC6-B30E-BF77DE4D110F}">
      <dgm:prSet/>
      <dgm:spPr/>
      <dgm:t>
        <a:bodyPr/>
        <a:lstStyle/>
        <a:p>
          <a:endParaRPr lang="en-US" sz="1800"/>
        </a:p>
      </dgm:t>
    </dgm:pt>
    <dgm:pt modelId="{49A9A656-AE8F-4DEA-9865-609A2401E0EF}" type="sibTrans" cxnId="{C37275B1-C87F-4AC6-B30E-BF77DE4D110F}">
      <dgm:prSet/>
      <dgm:spPr/>
      <dgm:t>
        <a:bodyPr/>
        <a:lstStyle/>
        <a:p>
          <a:endParaRPr lang="en-US" sz="1800"/>
        </a:p>
      </dgm:t>
    </dgm:pt>
    <dgm:pt modelId="{3923ADAE-5C10-4033-8C92-207C9945D76F}">
      <dgm:prSet phldrT="[Text]" custT="1"/>
      <dgm:spPr/>
      <dgm:t>
        <a:bodyPr/>
        <a:lstStyle/>
        <a:p>
          <a:r>
            <a:rPr lang="en-US" sz="1200" dirty="0"/>
            <a:t>Deepen the Base </a:t>
          </a:r>
        </a:p>
      </dgm:t>
    </dgm:pt>
    <dgm:pt modelId="{826F7008-F0A5-44D7-92A2-3429718B28A7}" type="parTrans" cxnId="{744044CC-8BBF-48FF-894B-0653A108FB9F}">
      <dgm:prSet/>
      <dgm:spPr/>
      <dgm:t>
        <a:bodyPr/>
        <a:lstStyle/>
        <a:p>
          <a:endParaRPr lang="en-US"/>
        </a:p>
      </dgm:t>
    </dgm:pt>
    <dgm:pt modelId="{F4D5ED22-9B2D-4786-A94E-0E434655070B}" type="sibTrans" cxnId="{744044CC-8BBF-48FF-894B-0653A108FB9F}">
      <dgm:prSet/>
      <dgm:spPr/>
      <dgm:t>
        <a:bodyPr/>
        <a:lstStyle/>
        <a:p>
          <a:endParaRPr lang="en-US"/>
        </a:p>
      </dgm:t>
    </dgm:pt>
    <dgm:pt modelId="{0DBC780D-1A7A-465F-BF62-96D20555800A}">
      <dgm:prSet phldrT="[Text]" custT="1"/>
      <dgm:spPr/>
      <dgm:t>
        <a:bodyPr/>
        <a:lstStyle/>
        <a:p>
          <a:r>
            <a:rPr lang="en-US" sz="1000" dirty="0"/>
            <a:t>University of Michigan</a:t>
          </a:r>
        </a:p>
      </dgm:t>
    </dgm:pt>
    <dgm:pt modelId="{FAA18A31-F20F-46DF-825A-5BFDFA79BA6E}" type="parTrans" cxnId="{1FCF773D-F431-45AF-80D5-4D0E6DB563D8}">
      <dgm:prSet/>
      <dgm:spPr/>
      <dgm:t>
        <a:bodyPr/>
        <a:lstStyle/>
        <a:p>
          <a:endParaRPr lang="en-US"/>
        </a:p>
      </dgm:t>
    </dgm:pt>
    <dgm:pt modelId="{79A5DB0A-B76B-4890-85BD-A8403B2283F9}" type="sibTrans" cxnId="{1FCF773D-F431-45AF-80D5-4D0E6DB563D8}">
      <dgm:prSet/>
      <dgm:spPr/>
      <dgm:t>
        <a:bodyPr/>
        <a:lstStyle/>
        <a:p>
          <a:endParaRPr lang="en-US"/>
        </a:p>
      </dgm:t>
    </dgm:pt>
    <dgm:pt modelId="{645E0A09-FD77-401B-8E8C-D82B452504FF}">
      <dgm:prSet phldrT="[Text]" custT="1"/>
      <dgm:spPr/>
      <dgm:t>
        <a:bodyPr/>
        <a:lstStyle/>
        <a:p>
          <a:endParaRPr lang="en-US" sz="1200" dirty="0"/>
        </a:p>
      </dgm:t>
    </dgm:pt>
    <dgm:pt modelId="{6C1CF8EC-1F7F-49B3-B4D1-87287B4901DD}" type="parTrans" cxnId="{6A3DEA8E-8F79-4025-84AD-95F047CFE41E}">
      <dgm:prSet/>
      <dgm:spPr/>
      <dgm:t>
        <a:bodyPr/>
        <a:lstStyle/>
        <a:p>
          <a:endParaRPr lang="en-US"/>
        </a:p>
      </dgm:t>
    </dgm:pt>
    <dgm:pt modelId="{A937276A-7E96-4C7E-9E6A-430EB3C0CCFD}" type="sibTrans" cxnId="{6A3DEA8E-8F79-4025-84AD-95F047CFE41E}">
      <dgm:prSet/>
      <dgm:spPr/>
      <dgm:t>
        <a:bodyPr/>
        <a:lstStyle/>
        <a:p>
          <a:endParaRPr lang="en-US"/>
        </a:p>
      </dgm:t>
    </dgm:pt>
    <dgm:pt modelId="{8A726A9E-F38E-40D4-A65A-A276E0642F97}">
      <dgm:prSet custT="1"/>
      <dgm:spPr/>
      <dgm:t>
        <a:bodyPr/>
        <a:lstStyle/>
        <a:p>
          <a:pPr>
            <a:buFont typeface="Arial" panose="020B0604020202020204" pitchFamily="34" charset="0"/>
            <a:buChar char="•"/>
          </a:pPr>
          <a:r>
            <a:rPr lang="en-US" sz="1000" b="0" i="0" u="none" dirty="0"/>
            <a:t>Washington University</a:t>
          </a:r>
          <a:r>
            <a:rPr lang="en-US" sz="1000" dirty="0"/>
            <a:t> </a:t>
          </a:r>
        </a:p>
      </dgm:t>
    </dgm:pt>
    <dgm:pt modelId="{E0820BD6-D43D-44F4-ABA3-728CDD577E70}" type="parTrans" cxnId="{790514D2-02CD-4450-BB21-ADF435B56D6D}">
      <dgm:prSet/>
      <dgm:spPr/>
      <dgm:t>
        <a:bodyPr/>
        <a:lstStyle/>
        <a:p>
          <a:endParaRPr lang="en-US"/>
        </a:p>
      </dgm:t>
    </dgm:pt>
    <dgm:pt modelId="{B360CCEF-98F5-4456-91F4-0175EB1B324D}" type="sibTrans" cxnId="{790514D2-02CD-4450-BB21-ADF435B56D6D}">
      <dgm:prSet/>
      <dgm:spPr/>
      <dgm:t>
        <a:bodyPr/>
        <a:lstStyle/>
        <a:p>
          <a:endParaRPr lang="en-US"/>
        </a:p>
      </dgm:t>
    </dgm:pt>
    <dgm:pt modelId="{F10F337D-4D08-4DDF-8A15-5029CD864D52}">
      <dgm:prSet custT="1"/>
      <dgm:spPr/>
      <dgm:t>
        <a:bodyPr/>
        <a:lstStyle/>
        <a:p>
          <a:pPr>
            <a:buFont typeface="Arial" panose="020B0604020202020204" pitchFamily="34" charset="0"/>
            <a:buChar char="•"/>
          </a:pPr>
          <a:r>
            <a:rPr lang="en-US" sz="1000" b="0" i="0" u="none" dirty="0"/>
            <a:t>Duke Health</a:t>
          </a:r>
          <a:r>
            <a:rPr lang="en-US" sz="1000" dirty="0"/>
            <a:t> </a:t>
          </a:r>
        </a:p>
      </dgm:t>
    </dgm:pt>
    <dgm:pt modelId="{A1000DA9-63DC-42BF-AE44-591E8B8CA8F5}" type="parTrans" cxnId="{60BA5BA1-39CA-4841-8ADA-BF788BE435AA}">
      <dgm:prSet/>
      <dgm:spPr/>
      <dgm:t>
        <a:bodyPr/>
        <a:lstStyle/>
        <a:p>
          <a:endParaRPr lang="en-US"/>
        </a:p>
      </dgm:t>
    </dgm:pt>
    <dgm:pt modelId="{0D522F8C-0913-4BE9-8C5D-2C652E444016}" type="sibTrans" cxnId="{60BA5BA1-39CA-4841-8ADA-BF788BE435AA}">
      <dgm:prSet/>
      <dgm:spPr/>
      <dgm:t>
        <a:bodyPr/>
        <a:lstStyle/>
        <a:p>
          <a:endParaRPr lang="en-US"/>
        </a:p>
      </dgm:t>
    </dgm:pt>
    <dgm:pt modelId="{CEF49821-43B8-435B-9B7F-FD24BC5EC438}">
      <dgm:prSet custT="1"/>
      <dgm:spPr/>
      <dgm:t>
        <a:bodyPr/>
        <a:lstStyle/>
        <a:p>
          <a:pPr>
            <a:buFont typeface="Arial" panose="020B0604020202020204" pitchFamily="34" charset="0"/>
            <a:buChar char="•"/>
          </a:pPr>
          <a:r>
            <a:rPr lang="en-US" sz="1000" b="0" i="0" u="none" dirty="0"/>
            <a:t>Northwestern Medicine</a:t>
          </a:r>
          <a:r>
            <a:rPr lang="en-US" sz="1000" dirty="0"/>
            <a:t> </a:t>
          </a:r>
        </a:p>
      </dgm:t>
    </dgm:pt>
    <dgm:pt modelId="{59781B98-3795-4D66-B6C1-F205720BB300}" type="parTrans" cxnId="{8A239553-E85F-4B7C-BD3A-6CC701D79C51}">
      <dgm:prSet/>
      <dgm:spPr/>
      <dgm:t>
        <a:bodyPr/>
        <a:lstStyle/>
        <a:p>
          <a:endParaRPr lang="en-US"/>
        </a:p>
      </dgm:t>
    </dgm:pt>
    <dgm:pt modelId="{8092FE6A-B7A4-4818-BC50-ABEF41487B5D}" type="sibTrans" cxnId="{8A239553-E85F-4B7C-BD3A-6CC701D79C51}">
      <dgm:prSet/>
      <dgm:spPr/>
      <dgm:t>
        <a:bodyPr/>
        <a:lstStyle/>
        <a:p>
          <a:endParaRPr lang="en-US"/>
        </a:p>
      </dgm:t>
    </dgm:pt>
    <dgm:pt modelId="{0762814B-FC9C-46C2-8FB8-503B4FC2A712}">
      <dgm:prSet custT="1"/>
      <dgm:spPr/>
      <dgm:t>
        <a:bodyPr/>
        <a:lstStyle/>
        <a:p>
          <a:pPr>
            <a:buFont typeface="Arial" panose="020B0604020202020204" pitchFamily="34" charset="0"/>
            <a:buChar char="•"/>
          </a:pPr>
          <a:r>
            <a:rPr lang="en-US" sz="1000" b="0" i="0" u="none" dirty="0" err="1"/>
            <a:t>Unc</a:t>
          </a:r>
          <a:r>
            <a:rPr lang="en-US" sz="1000" b="0" i="0" u="none" dirty="0"/>
            <a:t> Health</a:t>
          </a:r>
          <a:r>
            <a:rPr lang="en-US" sz="1000" dirty="0"/>
            <a:t> </a:t>
          </a:r>
        </a:p>
      </dgm:t>
    </dgm:pt>
    <dgm:pt modelId="{3F981D3A-637D-4268-BF14-E0E835B4ECDE}" type="parTrans" cxnId="{FB59106A-3206-4A51-88EB-E2246EDB9D06}">
      <dgm:prSet/>
      <dgm:spPr/>
      <dgm:t>
        <a:bodyPr/>
        <a:lstStyle/>
        <a:p>
          <a:endParaRPr lang="en-US"/>
        </a:p>
      </dgm:t>
    </dgm:pt>
    <dgm:pt modelId="{D0819D6A-0066-44B1-AA88-4FAB117D88CA}" type="sibTrans" cxnId="{FB59106A-3206-4A51-88EB-E2246EDB9D06}">
      <dgm:prSet/>
      <dgm:spPr/>
      <dgm:t>
        <a:bodyPr/>
        <a:lstStyle/>
        <a:p>
          <a:endParaRPr lang="en-US"/>
        </a:p>
      </dgm:t>
    </dgm:pt>
    <dgm:pt modelId="{822C9633-2C99-433E-866D-B72976604278}">
      <dgm:prSet custT="1"/>
      <dgm:spPr/>
      <dgm:t>
        <a:bodyPr/>
        <a:lstStyle/>
        <a:p>
          <a:pPr>
            <a:buFont typeface="Arial" panose="020B0604020202020204" pitchFamily="34" charset="0"/>
            <a:buChar char="•"/>
          </a:pPr>
          <a:r>
            <a:rPr lang="en-US" sz="1000" b="0" i="0" u="none" dirty="0"/>
            <a:t>University Of Kentucky</a:t>
          </a:r>
          <a:r>
            <a:rPr lang="en-US" sz="1000" dirty="0"/>
            <a:t> </a:t>
          </a:r>
        </a:p>
      </dgm:t>
    </dgm:pt>
    <dgm:pt modelId="{EFDFA61D-D26E-4800-92D6-245FB52F9A5E}" type="parTrans" cxnId="{435B2A33-EC0B-4D2D-896E-77337945F97A}">
      <dgm:prSet/>
      <dgm:spPr/>
      <dgm:t>
        <a:bodyPr/>
        <a:lstStyle/>
        <a:p>
          <a:endParaRPr lang="en-US"/>
        </a:p>
      </dgm:t>
    </dgm:pt>
    <dgm:pt modelId="{7F53B9DF-2812-44C9-8D5C-58623C10A4C7}" type="sibTrans" cxnId="{435B2A33-EC0B-4D2D-896E-77337945F97A}">
      <dgm:prSet/>
      <dgm:spPr/>
      <dgm:t>
        <a:bodyPr/>
        <a:lstStyle/>
        <a:p>
          <a:endParaRPr lang="en-US"/>
        </a:p>
      </dgm:t>
    </dgm:pt>
    <dgm:pt modelId="{EF246C40-FC8C-44E3-95DD-F8CDEAD1746C}">
      <dgm:prSet custT="1"/>
      <dgm:spPr/>
      <dgm:t>
        <a:bodyPr/>
        <a:lstStyle/>
        <a:p>
          <a:pPr>
            <a:buFont typeface="Arial" panose="020B0604020202020204" pitchFamily="34" charset="0"/>
            <a:buChar char="•"/>
          </a:pPr>
          <a:r>
            <a:rPr lang="en-US" sz="1000" b="0" i="0" u="none" dirty="0"/>
            <a:t>University Of Texas MD Anderson</a:t>
          </a:r>
          <a:r>
            <a:rPr lang="en-US" sz="1000" dirty="0"/>
            <a:t> </a:t>
          </a:r>
        </a:p>
      </dgm:t>
    </dgm:pt>
    <dgm:pt modelId="{D3F53852-FC00-47B3-B189-DCB70A698B0C}" type="parTrans" cxnId="{67D0239D-4341-4B72-BD39-ADC524634E07}">
      <dgm:prSet/>
      <dgm:spPr/>
      <dgm:t>
        <a:bodyPr/>
        <a:lstStyle/>
        <a:p>
          <a:endParaRPr lang="en-US"/>
        </a:p>
      </dgm:t>
    </dgm:pt>
    <dgm:pt modelId="{EBC5F124-7581-45ED-8309-DC68BBCCEA53}" type="sibTrans" cxnId="{67D0239D-4341-4B72-BD39-ADC524634E07}">
      <dgm:prSet/>
      <dgm:spPr/>
      <dgm:t>
        <a:bodyPr/>
        <a:lstStyle/>
        <a:p>
          <a:endParaRPr lang="en-US"/>
        </a:p>
      </dgm:t>
    </dgm:pt>
    <dgm:pt modelId="{2CF2ACE0-6EEB-4B07-A043-96B64C1868A7}">
      <dgm:prSet custT="1"/>
      <dgm:spPr/>
      <dgm:t>
        <a:bodyPr/>
        <a:lstStyle/>
        <a:p>
          <a:pPr>
            <a:buFont typeface="Arial" panose="020B0604020202020204" pitchFamily="34" charset="0"/>
            <a:buChar char="•"/>
          </a:pPr>
          <a:r>
            <a:rPr lang="en-US" sz="1000" b="0" i="0" u="none" dirty="0"/>
            <a:t>Memorial Sloan Kettering Cancer Center Group</a:t>
          </a:r>
          <a:r>
            <a:rPr lang="en-US" sz="1000" dirty="0"/>
            <a:t> </a:t>
          </a:r>
        </a:p>
      </dgm:t>
    </dgm:pt>
    <dgm:pt modelId="{E84FF671-709B-4FDF-B28A-91EE07A58661}" type="parTrans" cxnId="{DCADD0BC-C065-4124-8C34-21210A4A2BA9}">
      <dgm:prSet/>
      <dgm:spPr/>
      <dgm:t>
        <a:bodyPr/>
        <a:lstStyle/>
        <a:p>
          <a:endParaRPr lang="en-US"/>
        </a:p>
      </dgm:t>
    </dgm:pt>
    <dgm:pt modelId="{4A0603FD-B9EB-4FA4-90FD-F45C40F25555}" type="sibTrans" cxnId="{DCADD0BC-C065-4124-8C34-21210A4A2BA9}">
      <dgm:prSet/>
      <dgm:spPr/>
      <dgm:t>
        <a:bodyPr/>
        <a:lstStyle/>
        <a:p>
          <a:endParaRPr lang="en-US"/>
        </a:p>
      </dgm:t>
    </dgm:pt>
    <dgm:pt modelId="{0705F6C0-018D-4924-9C09-D5EF398E50CD}">
      <dgm:prSet custT="1"/>
      <dgm:spPr/>
      <dgm:t>
        <a:bodyPr/>
        <a:lstStyle/>
        <a:p>
          <a:pPr>
            <a:buFont typeface="Arial" panose="020B0604020202020204" pitchFamily="34" charset="0"/>
            <a:buChar char="•"/>
          </a:pPr>
          <a:r>
            <a:rPr lang="en-US" sz="1000" b="0" i="0" u="none" dirty="0"/>
            <a:t>Dana Farber Cancer Institute Inc</a:t>
          </a:r>
          <a:r>
            <a:rPr lang="en-US" sz="1000" dirty="0"/>
            <a:t> </a:t>
          </a:r>
        </a:p>
      </dgm:t>
    </dgm:pt>
    <dgm:pt modelId="{FE8A998A-DD95-4A4E-A9D3-868E4B13DE42}" type="parTrans" cxnId="{B7A428E5-E496-44B6-AC7E-920E0848E973}">
      <dgm:prSet/>
      <dgm:spPr/>
      <dgm:t>
        <a:bodyPr/>
        <a:lstStyle/>
        <a:p>
          <a:endParaRPr lang="en-US"/>
        </a:p>
      </dgm:t>
    </dgm:pt>
    <dgm:pt modelId="{AF711A99-6555-4143-8E4B-C601FF07B4B3}" type="sibTrans" cxnId="{B7A428E5-E496-44B6-AC7E-920E0848E973}">
      <dgm:prSet/>
      <dgm:spPr/>
      <dgm:t>
        <a:bodyPr/>
        <a:lstStyle/>
        <a:p>
          <a:endParaRPr lang="en-US"/>
        </a:p>
      </dgm:t>
    </dgm:pt>
    <dgm:pt modelId="{891C49BD-9C67-442D-A6B5-04D3A40DD9E9}">
      <dgm:prSet custT="1"/>
      <dgm:spPr/>
      <dgm:t>
        <a:bodyPr/>
        <a:lstStyle/>
        <a:p>
          <a:pPr>
            <a:buFont typeface="Arial" panose="020B0604020202020204" pitchFamily="34" charset="0"/>
            <a:buChar char="•"/>
          </a:pPr>
          <a:r>
            <a:rPr lang="en-US" sz="1000" b="0" i="0" u="none" dirty="0"/>
            <a:t>Emory Healthcare</a:t>
          </a:r>
          <a:r>
            <a:rPr lang="en-US" sz="1000" dirty="0"/>
            <a:t> </a:t>
          </a:r>
        </a:p>
      </dgm:t>
    </dgm:pt>
    <dgm:pt modelId="{68470A91-87C0-4A9B-A177-6D29552EFC51}" type="parTrans" cxnId="{E34CA328-7341-4BBE-94D4-0597713EB03D}">
      <dgm:prSet/>
      <dgm:spPr/>
      <dgm:t>
        <a:bodyPr/>
        <a:lstStyle/>
        <a:p>
          <a:endParaRPr lang="en-US"/>
        </a:p>
      </dgm:t>
    </dgm:pt>
    <dgm:pt modelId="{3D5276C0-1E42-4794-B727-0BAB173D115D}" type="sibTrans" cxnId="{E34CA328-7341-4BBE-94D4-0597713EB03D}">
      <dgm:prSet/>
      <dgm:spPr/>
      <dgm:t>
        <a:bodyPr/>
        <a:lstStyle/>
        <a:p>
          <a:endParaRPr lang="en-US"/>
        </a:p>
      </dgm:t>
    </dgm:pt>
    <dgm:pt modelId="{89EBB7BE-B846-49B1-B257-C5A8D722A096}">
      <dgm:prSet custT="1"/>
      <dgm:spPr/>
      <dgm:t>
        <a:bodyPr/>
        <a:lstStyle/>
        <a:p>
          <a:pPr>
            <a:buFont typeface="Arial" panose="020B0604020202020204" pitchFamily="34" charset="0"/>
            <a:buChar char="•"/>
          </a:pPr>
          <a:r>
            <a:rPr lang="en-US" sz="1000" b="0" i="0" u="none" dirty="0"/>
            <a:t>Florida Cancer Specialists &amp; Research Institute </a:t>
          </a:r>
          <a:r>
            <a:rPr lang="en-US" sz="1000" b="0" i="0" u="none" dirty="0" err="1"/>
            <a:t>Llc</a:t>
          </a:r>
          <a:r>
            <a:rPr lang="en-US" sz="1000" dirty="0"/>
            <a:t> </a:t>
          </a:r>
        </a:p>
      </dgm:t>
    </dgm:pt>
    <dgm:pt modelId="{DC5B4BBE-F320-4995-AC36-79D5713215FE}" type="parTrans" cxnId="{B6AEFAE5-BE61-4B22-9E17-56E842C1296B}">
      <dgm:prSet/>
      <dgm:spPr/>
      <dgm:t>
        <a:bodyPr/>
        <a:lstStyle/>
        <a:p>
          <a:endParaRPr lang="en-US"/>
        </a:p>
      </dgm:t>
    </dgm:pt>
    <dgm:pt modelId="{5CE7E0B2-216C-4C17-B02F-30C4A37D6C58}" type="sibTrans" cxnId="{B6AEFAE5-BE61-4B22-9E17-56E842C1296B}">
      <dgm:prSet/>
      <dgm:spPr/>
      <dgm:t>
        <a:bodyPr/>
        <a:lstStyle/>
        <a:p>
          <a:endParaRPr lang="en-US"/>
        </a:p>
      </dgm:t>
    </dgm:pt>
    <dgm:pt modelId="{57142BFA-3955-44B5-8370-75967ACDB41B}">
      <dgm:prSet custT="1"/>
      <dgm:spPr/>
      <dgm:t>
        <a:bodyPr/>
        <a:lstStyle/>
        <a:p>
          <a:pPr>
            <a:buFont typeface="Arial" panose="020B0604020202020204" pitchFamily="34" charset="0"/>
            <a:buChar char="•"/>
          </a:pPr>
          <a:r>
            <a:rPr lang="en-US" sz="1000" b="0" i="0" u="none" dirty="0"/>
            <a:t>Virginia Cancer Specialists P.C.</a:t>
          </a:r>
          <a:r>
            <a:rPr lang="en-US" sz="1000" dirty="0"/>
            <a:t> </a:t>
          </a:r>
        </a:p>
      </dgm:t>
    </dgm:pt>
    <dgm:pt modelId="{6507892B-6C86-47A5-A9F3-46ABD0B6D8EF}" type="parTrans" cxnId="{4BD3BD80-6E72-4E85-87A9-36BE248C55B5}">
      <dgm:prSet/>
      <dgm:spPr/>
      <dgm:t>
        <a:bodyPr/>
        <a:lstStyle/>
        <a:p>
          <a:endParaRPr lang="en-US"/>
        </a:p>
      </dgm:t>
    </dgm:pt>
    <dgm:pt modelId="{20D7ECE7-F00D-4802-9FDA-763791AE9827}" type="sibTrans" cxnId="{4BD3BD80-6E72-4E85-87A9-36BE248C55B5}">
      <dgm:prSet/>
      <dgm:spPr/>
      <dgm:t>
        <a:bodyPr/>
        <a:lstStyle/>
        <a:p>
          <a:endParaRPr lang="en-US"/>
        </a:p>
      </dgm:t>
    </dgm:pt>
    <dgm:pt modelId="{D5C63333-954B-4161-8836-A1635DE68C55}">
      <dgm:prSet custT="1"/>
      <dgm:spPr/>
      <dgm:t>
        <a:bodyPr/>
        <a:lstStyle/>
        <a:p>
          <a:pPr>
            <a:buFont typeface="Arial" panose="020B0604020202020204" pitchFamily="34" charset="0"/>
            <a:buChar char="•"/>
          </a:pPr>
          <a:r>
            <a:rPr lang="en-US" sz="1000" b="0" i="0" u="none" dirty="0"/>
            <a:t>Johns Hopkins Medicine</a:t>
          </a:r>
          <a:r>
            <a:rPr lang="en-US" sz="1000" dirty="0"/>
            <a:t> </a:t>
          </a:r>
        </a:p>
      </dgm:t>
    </dgm:pt>
    <dgm:pt modelId="{B51CFADA-1646-409A-850E-BA44F6157D7F}" type="parTrans" cxnId="{333609DD-4D75-470F-A03A-600C6F1436F7}">
      <dgm:prSet/>
      <dgm:spPr/>
      <dgm:t>
        <a:bodyPr/>
        <a:lstStyle/>
        <a:p>
          <a:endParaRPr lang="en-US"/>
        </a:p>
      </dgm:t>
    </dgm:pt>
    <dgm:pt modelId="{9C3DA5F7-5B4D-48F9-BFBA-54ABD3321905}" type="sibTrans" cxnId="{333609DD-4D75-470F-A03A-600C6F1436F7}">
      <dgm:prSet/>
      <dgm:spPr/>
      <dgm:t>
        <a:bodyPr/>
        <a:lstStyle/>
        <a:p>
          <a:endParaRPr lang="en-US"/>
        </a:p>
      </dgm:t>
    </dgm:pt>
    <dgm:pt modelId="{B47B55AA-EA5F-43D4-9BF8-3382F1FA61ED}">
      <dgm:prSet custT="1"/>
      <dgm:spPr/>
      <dgm:t>
        <a:bodyPr/>
        <a:lstStyle/>
        <a:p>
          <a:pPr>
            <a:buFont typeface="Arial" panose="020B0604020202020204" pitchFamily="34" charset="0"/>
            <a:buChar char="•"/>
          </a:pPr>
          <a:r>
            <a:rPr lang="en-US" sz="1000" b="0" i="0" u="none" dirty="0" err="1"/>
            <a:t>Umass</a:t>
          </a:r>
          <a:r>
            <a:rPr lang="en-US" sz="1000" b="0" i="0" u="none" dirty="0"/>
            <a:t> Memorial Health Care</a:t>
          </a:r>
          <a:r>
            <a:rPr lang="en-US" sz="1000" dirty="0"/>
            <a:t> </a:t>
          </a:r>
        </a:p>
      </dgm:t>
    </dgm:pt>
    <dgm:pt modelId="{7EAB3C6A-2E30-4F6C-B0B6-511793723917}" type="parTrans" cxnId="{5F129AC1-E6BC-47BF-80E2-512FF4AE6453}">
      <dgm:prSet/>
      <dgm:spPr/>
      <dgm:t>
        <a:bodyPr/>
        <a:lstStyle/>
        <a:p>
          <a:endParaRPr lang="en-US"/>
        </a:p>
      </dgm:t>
    </dgm:pt>
    <dgm:pt modelId="{91A157F8-9D01-4403-8E20-4ECCA6118753}" type="sibTrans" cxnId="{5F129AC1-E6BC-47BF-80E2-512FF4AE6453}">
      <dgm:prSet/>
      <dgm:spPr/>
      <dgm:t>
        <a:bodyPr/>
        <a:lstStyle/>
        <a:p>
          <a:endParaRPr lang="en-US"/>
        </a:p>
      </dgm:t>
    </dgm:pt>
    <dgm:pt modelId="{05CDDBB6-F41D-4C17-9927-DA41A53122D7}">
      <dgm:prSet custT="1"/>
      <dgm:spPr/>
      <dgm:t>
        <a:bodyPr/>
        <a:lstStyle/>
        <a:p>
          <a:pPr>
            <a:buFont typeface="Arial" panose="020B0604020202020204" pitchFamily="34" charset="0"/>
            <a:buChar char="•"/>
          </a:pPr>
          <a:r>
            <a:rPr lang="en-US" sz="1000" b="0" i="0" u="none" dirty="0"/>
            <a:t>Mount Sinai Health System</a:t>
          </a:r>
          <a:r>
            <a:rPr lang="en-US" sz="1000" dirty="0"/>
            <a:t> </a:t>
          </a:r>
        </a:p>
      </dgm:t>
    </dgm:pt>
    <dgm:pt modelId="{ED2A9FDB-7801-458F-B3E9-8D72C60CC934}" type="parTrans" cxnId="{A8862649-0893-43E2-BF06-7D677C206512}">
      <dgm:prSet/>
      <dgm:spPr/>
      <dgm:t>
        <a:bodyPr/>
        <a:lstStyle/>
        <a:p>
          <a:endParaRPr lang="en-US"/>
        </a:p>
      </dgm:t>
    </dgm:pt>
    <dgm:pt modelId="{0DDDFEF4-7EF1-4873-A6CA-3454A6853D3A}" type="sibTrans" cxnId="{A8862649-0893-43E2-BF06-7D677C206512}">
      <dgm:prSet/>
      <dgm:spPr/>
      <dgm:t>
        <a:bodyPr/>
        <a:lstStyle/>
        <a:p>
          <a:endParaRPr lang="en-US"/>
        </a:p>
      </dgm:t>
    </dgm:pt>
    <dgm:pt modelId="{3734A845-1E09-425A-93B0-76B8F94ADC9B}">
      <dgm:prSet custT="1"/>
      <dgm:spPr/>
      <dgm:t>
        <a:bodyPr/>
        <a:lstStyle/>
        <a:p>
          <a:pPr>
            <a:buFont typeface="Arial" panose="020B0604020202020204" pitchFamily="34" charset="0"/>
            <a:buChar char="•"/>
          </a:pPr>
          <a:r>
            <a:rPr lang="en-US" sz="1000" b="0" i="0" u="none" dirty="0" err="1"/>
            <a:t>Nuvance</a:t>
          </a:r>
          <a:r>
            <a:rPr lang="en-US" sz="1000" b="0" i="0" u="none" dirty="0"/>
            <a:t> Health(Danbury Hosp)</a:t>
          </a:r>
          <a:r>
            <a:rPr lang="en-US" sz="1000" dirty="0"/>
            <a:t> </a:t>
          </a:r>
        </a:p>
      </dgm:t>
    </dgm:pt>
    <dgm:pt modelId="{12387E58-FB04-442C-8BAA-A804667B16BA}" type="parTrans" cxnId="{DEC2AB8E-D3BF-4448-9659-96FC8852B20A}">
      <dgm:prSet/>
      <dgm:spPr/>
      <dgm:t>
        <a:bodyPr/>
        <a:lstStyle/>
        <a:p>
          <a:endParaRPr lang="en-US"/>
        </a:p>
      </dgm:t>
    </dgm:pt>
    <dgm:pt modelId="{1B244C92-4BC2-4F53-A67D-5DB353B968C0}" type="sibTrans" cxnId="{DEC2AB8E-D3BF-4448-9659-96FC8852B20A}">
      <dgm:prSet/>
      <dgm:spPr/>
      <dgm:t>
        <a:bodyPr/>
        <a:lstStyle/>
        <a:p>
          <a:endParaRPr lang="en-US"/>
        </a:p>
      </dgm:t>
    </dgm:pt>
    <dgm:pt modelId="{7902AF15-9081-4986-9EDE-FFB05388644C}">
      <dgm:prSet custT="1"/>
      <dgm:spPr/>
      <dgm:t>
        <a:bodyPr/>
        <a:lstStyle/>
        <a:p>
          <a:pPr>
            <a:buFont typeface="Arial" panose="020B0604020202020204" pitchFamily="34" charset="0"/>
            <a:buChar char="•"/>
          </a:pPr>
          <a:r>
            <a:rPr lang="en-US" sz="1000" b="0" i="0" u="none"/>
            <a:t>Dartmouth Health</a:t>
          </a:r>
          <a:r>
            <a:rPr lang="en-US" sz="1000"/>
            <a:t> </a:t>
          </a:r>
        </a:p>
      </dgm:t>
    </dgm:pt>
    <dgm:pt modelId="{38D8A1D5-6CBE-462F-8071-4046932B56D5}" type="parTrans" cxnId="{953B8A41-B02C-4519-8976-DAB5DEA17746}">
      <dgm:prSet/>
      <dgm:spPr/>
      <dgm:t>
        <a:bodyPr/>
        <a:lstStyle/>
        <a:p>
          <a:endParaRPr lang="en-US"/>
        </a:p>
      </dgm:t>
    </dgm:pt>
    <dgm:pt modelId="{1AEA7F22-717D-4376-B195-8F73933DCFBD}" type="sibTrans" cxnId="{953B8A41-B02C-4519-8976-DAB5DEA17746}">
      <dgm:prSet/>
      <dgm:spPr/>
      <dgm:t>
        <a:bodyPr/>
        <a:lstStyle/>
        <a:p>
          <a:endParaRPr lang="en-US"/>
        </a:p>
      </dgm:t>
    </dgm:pt>
    <dgm:pt modelId="{CA372437-BC81-4C48-BE76-912DFBA267A6}">
      <dgm:prSet custT="1"/>
      <dgm:spPr/>
      <dgm:t>
        <a:bodyPr/>
        <a:lstStyle/>
        <a:p>
          <a:pPr>
            <a:buFont typeface="Arial" panose="020B0604020202020204" pitchFamily="34" charset="0"/>
            <a:buChar char="•"/>
          </a:pPr>
          <a:r>
            <a:rPr lang="en-US" sz="1000" b="0" i="0" u="none" dirty="0"/>
            <a:t>Virginia Oncology Associates</a:t>
          </a:r>
          <a:r>
            <a:rPr lang="en-US" sz="1000" dirty="0"/>
            <a:t> </a:t>
          </a:r>
        </a:p>
      </dgm:t>
    </dgm:pt>
    <dgm:pt modelId="{8A8E6A5D-87B2-4269-88C6-FFFB2B042D4D}" type="parTrans" cxnId="{AA2E82DD-603D-453D-9CF8-FB83DCCD35E3}">
      <dgm:prSet/>
      <dgm:spPr/>
      <dgm:t>
        <a:bodyPr/>
        <a:lstStyle/>
        <a:p>
          <a:endParaRPr lang="en-US"/>
        </a:p>
      </dgm:t>
    </dgm:pt>
    <dgm:pt modelId="{277F7ED6-82E5-468D-93D5-DC4456F2EFA3}" type="sibTrans" cxnId="{AA2E82DD-603D-453D-9CF8-FB83DCCD35E3}">
      <dgm:prSet/>
      <dgm:spPr/>
      <dgm:t>
        <a:bodyPr/>
        <a:lstStyle/>
        <a:p>
          <a:endParaRPr lang="en-US"/>
        </a:p>
      </dgm:t>
    </dgm:pt>
    <dgm:pt modelId="{21D7A683-81D9-468D-B169-2D718435BC41}">
      <dgm:prSet custT="1"/>
      <dgm:spPr/>
      <dgm:t>
        <a:bodyPr/>
        <a:lstStyle/>
        <a:p>
          <a:pPr>
            <a:buFont typeface="Arial" panose="020B0604020202020204" pitchFamily="34" charset="0"/>
            <a:buChar char="•"/>
          </a:pPr>
          <a:r>
            <a:rPr lang="en-US" sz="1000" b="0" i="0" u="none" dirty="0" err="1"/>
            <a:t>Upmc</a:t>
          </a:r>
          <a:r>
            <a:rPr lang="en-US" sz="1000" b="0" i="0" u="none" dirty="0"/>
            <a:t> Health</a:t>
          </a:r>
          <a:r>
            <a:rPr lang="en-US" sz="1000" dirty="0"/>
            <a:t> </a:t>
          </a:r>
        </a:p>
      </dgm:t>
    </dgm:pt>
    <dgm:pt modelId="{6B48C8C0-9109-40FB-B889-D63599E46C80}" type="parTrans" cxnId="{C83B03FC-B17D-431F-880B-E138112386D2}">
      <dgm:prSet/>
      <dgm:spPr/>
      <dgm:t>
        <a:bodyPr/>
        <a:lstStyle/>
        <a:p>
          <a:endParaRPr lang="en-US"/>
        </a:p>
      </dgm:t>
    </dgm:pt>
    <dgm:pt modelId="{B00E790A-775C-4218-9FCE-9C48CEE0DA00}" type="sibTrans" cxnId="{C83B03FC-B17D-431F-880B-E138112386D2}">
      <dgm:prSet/>
      <dgm:spPr/>
      <dgm:t>
        <a:bodyPr/>
        <a:lstStyle/>
        <a:p>
          <a:endParaRPr lang="en-US"/>
        </a:p>
      </dgm:t>
    </dgm:pt>
    <dgm:pt modelId="{C3515EF7-61B0-48C2-B571-D6ACAEB39545}">
      <dgm:prSet custT="1"/>
      <dgm:spPr/>
      <dgm:t>
        <a:bodyPr/>
        <a:lstStyle/>
        <a:p>
          <a:pPr>
            <a:buFont typeface="Arial" panose="020B0604020202020204" pitchFamily="34" charset="0"/>
            <a:buChar char="•"/>
          </a:pPr>
          <a:r>
            <a:rPr lang="en-US" sz="1000" b="0" i="0" u="none"/>
            <a:t>Stanford Health Care</a:t>
          </a:r>
          <a:r>
            <a:rPr lang="en-US" sz="1000"/>
            <a:t> </a:t>
          </a:r>
        </a:p>
      </dgm:t>
    </dgm:pt>
    <dgm:pt modelId="{96519DF1-C528-4634-9BF0-C2741ECFC846}" type="parTrans" cxnId="{147941A1-CA94-41A9-B99E-D89E4CE25E82}">
      <dgm:prSet/>
      <dgm:spPr/>
      <dgm:t>
        <a:bodyPr/>
        <a:lstStyle/>
        <a:p>
          <a:endParaRPr lang="en-US"/>
        </a:p>
      </dgm:t>
    </dgm:pt>
    <dgm:pt modelId="{69BD258C-57C9-4E4C-B51F-FCFEF21440C1}" type="sibTrans" cxnId="{147941A1-CA94-41A9-B99E-D89E4CE25E82}">
      <dgm:prSet/>
      <dgm:spPr/>
      <dgm:t>
        <a:bodyPr/>
        <a:lstStyle/>
        <a:p>
          <a:endParaRPr lang="en-US"/>
        </a:p>
      </dgm:t>
    </dgm:pt>
    <dgm:pt modelId="{51AC6004-9FAB-4225-9658-12C47A938129}">
      <dgm:prSet custT="1"/>
      <dgm:spPr/>
      <dgm:t>
        <a:bodyPr/>
        <a:lstStyle/>
        <a:p>
          <a:pPr>
            <a:buFont typeface="Arial" panose="020B0604020202020204" pitchFamily="34" charset="0"/>
            <a:buChar char="•"/>
          </a:pPr>
          <a:r>
            <a:rPr lang="en-US" sz="1000" b="0" i="0" u="none" dirty="0"/>
            <a:t>University Of Southern California</a:t>
          </a:r>
          <a:r>
            <a:rPr lang="en-US" sz="1000" dirty="0"/>
            <a:t> </a:t>
          </a:r>
        </a:p>
      </dgm:t>
    </dgm:pt>
    <dgm:pt modelId="{EFF3FCDE-4C6D-4AA8-B682-BE234E5A1BF1}" type="parTrans" cxnId="{23A9C78D-FAC7-4E45-AE86-0A90DB464366}">
      <dgm:prSet/>
      <dgm:spPr/>
      <dgm:t>
        <a:bodyPr/>
        <a:lstStyle/>
        <a:p>
          <a:endParaRPr lang="en-US"/>
        </a:p>
      </dgm:t>
    </dgm:pt>
    <dgm:pt modelId="{35BEE1D7-70B9-4C8E-87C2-BACEC3968B00}" type="sibTrans" cxnId="{23A9C78D-FAC7-4E45-AE86-0A90DB464366}">
      <dgm:prSet/>
      <dgm:spPr/>
      <dgm:t>
        <a:bodyPr/>
        <a:lstStyle/>
        <a:p>
          <a:endParaRPr lang="en-US"/>
        </a:p>
      </dgm:t>
    </dgm:pt>
    <dgm:pt modelId="{C69C1C4F-B6DD-4727-8EFA-A1EF91EDBDE4}">
      <dgm:prSet custT="1"/>
      <dgm:spPr/>
      <dgm:t>
        <a:bodyPr/>
        <a:lstStyle/>
        <a:p>
          <a:pPr>
            <a:buFont typeface="Arial" panose="020B0604020202020204" pitchFamily="34" charset="0"/>
            <a:buChar char="•"/>
          </a:pPr>
          <a:r>
            <a:rPr lang="en-US" sz="1000" b="0" i="0" u="none" dirty="0"/>
            <a:t>Kaiser Permanente</a:t>
          </a:r>
          <a:r>
            <a:rPr lang="en-US" sz="1000" dirty="0"/>
            <a:t> </a:t>
          </a:r>
        </a:p>
      </dgm:t>
    </dgm:pt>
    <dgm:pt modelId="{BEA3784D-30F1-4E75-A59D-80D5E535626B}" type="parTrans" cxnId="{05AEA3FD-4F74-4DDC-94A4-0F49CF272A76}">
      <dgm:prSet/>
      <dgm:spPr/>
      <dgm:t>
        <a:bodyPr/>
        <a:lstStyle/>
        <a:p>
          <a:endParaRPr lang="en-US"/>
        </a:p>
      </dgm:t>
    </dgm:pt>
    <dgm:pt modelId="{CFE10EBA-325A-4202-8F52-383379C96A46}" type="sibTrans" cxnId="{05AEA3FD-4F74-4DDC-94A4-0F49CF272A76}">
      <dgm:prSet/>
      <dgm:spPr/>
      <dgm:t>
        <a:bodyPr/>
        <a:lstStyle/>
        <a:p>
          <a:endParaRPr lang="en-US"/>
        </a:p>
      </dgm:t>
    </dgm:pt>
    <dgm:pt modelId="{3229AB7F-C2BE-40E4-B782-C654AFCAD0CA}">
      <dgm:prSet custT="1"/>
      <dgm:spPr/>
      <dgm:t>
        <a:bodyPr/>
        <a:lstStyle/>
        <a:p>
          <a:pPr>
            <a:buFont typeface="Arial" panose="020B0604020202020204" pitchFamily="34" charset="0"/>
            <a:buChar char="•"/>
          </a:pPr>
          <a:r>
            <a:rPr lang="en-US" sz="1000" b="0" i="0" u="none" dirty="0"/>
            <a:t>Sutter Health</a:t>
          </a:r>
          <a:r>
            <a:rPr lang="en-US" sz="1000" dirty="0"/>
            <a:t> </a:t>
          </a:r>
        </a:p>
      </dgm:t>
    </dgm:pt>
    <dgm:pt modelId="{D7185BCF-19AD-4282-A1EE-B85B81FC4486}" type="parTrans" cxnId="{E5F5B736-3574-49BE-BA25-DBCD063F5968}">
      <dgm:prSet/>
      <dgm:spPr/>
      <dgm:t>
        <a:bodyPr/>
        <a:lstStyle/>
        <a:p>
          <a:endParaRPr lang="en-US"/>
        </a:p>
      </dgm:t>
    </dgm:pt>
    <dgm:pt modelId="{8284CC8E-8DE4-4B69-B983-5D26D989736D}" type="sibTrans" cxnId="{E5F5B736-3574-49BE-BA25-DBCD063F5968}">
      <dgm:prSet/>
      <dgm:spPr/>
      <dgm:t>
        <a:bodyPr/>
        <a:lstStyle/>
        <a:p>
          <a:endParaRPr lang="en-US"/>
        </a:p>
      </dgm:t>
    </dgm:pt>
    <dgm:pt modelId="{BC94BB6B-19F1-4C04-80AF-0B84B9B9552C}">
      <dgm:prSet custT="1"/>
      <dgm:spPr/>
      <dgm:t>
        <a:bodyPr/>
        <a:lstStyle/>
        <a:p>
          <a:r>
            <a:rPr lang="en-US" sz="1000" dirty="0"/>
            <a:t>Atrium Health</a:t>
          </a:r>
        </a:p>
      </dgm:t>
    </dgm:pt>
    <dgm:pt modelId="{BC74E5CF-8509-4245-9548-D5BCC2533D2A}" type="parTrans" cxnId="{3B1CC3FF-6983-4087-A050-C9C8976DCC8C}">
      <dgm:prSet/>
      <dgm:spPr/>
      <dgm:t>
        <a:bodyPr/>
        <a:lstStyle/>
        <a:p>
          <a:endParaRPr lang="en-US"/>
        </a:p>
      </dgm:t>
    </dgm:pt>
    <dgm:pt modelId="{8661E491-888B-4992-81BD-FC65B915B7AF}" type="sibTrans" cxnId="{3B1CC3FF-6983-4087-A050-C9C8976DCC8C}">
      <dgm:prSet/>
      <dgm:spPr/>
      <dgm:t>
        <a:bodyPr/>
        <a:lstStyle/>
        <a:p>
          <a:endParaRPr lang="en-US"/>
        </a:p>
      </dgm:t>
    </dgm:pt>
    <dgm:pt modelId="{E7ECDAE0-1465-41FF-9E34-6DF10A535AD5}">
      <dgm:prSet custT="1"/>
      <dgm:spPr/>
      <dgm:t>
        <a:bodyPr/>
        <a:lstStyle/>
        <a:p>
          <a:r>
            <a:rPr lang="en-US" sz="1000" dirty="0"/>
            <a:t>Franciscan Missionaries Of Our Lady Health System</a:t>
          </a:r>
        </a:p>
      </dgm:t>
    </dgm:pt>
    <dgm:pt modelId="{7B28C387-0E02-4C59-9A21-73FE4936DA31}" type="parTrans" cxnId="{1765E77C-8D16-44BB-926C-4D39E9703843}">
      <dgm:prSet/>
      <dgm:spPr/>
      <dgm:t>
        <a:bodyPr/>
        <a:lstStyle/>
        <a:p>
          <a:endParaRPr lang="en-US"/>
        </a:p>
      </dgm:t>
    </dgm:pt>
    <dgm:pt modelId="{5A1D2AF2-DC18-41C0-976D-7ED25DB0CFAF}" type="sibTrans" cxnId="{1765E77C-8D16-44BB-926C-4D39E9703843}">
      <dgm:prSet/>
      <dgm:spPr/>
      <dgm:t>
        <a:bodyPr/>
        <a:lstStyle/>
        <a:p>
          <a:endParaRPr lang="en-US"/>
        </a:p>
      </dgm:t>
    </dgm:pt>
    <dgm:pt modelId="{E2ED4203-042C-4F60-A4B5-B108C8B22A2B}">
      <dgm:prSet custT="1"/>
      <dgm:spPr/>
      <dgm:t>
        <a:bodyPr/>
        <a:lstStyle/>
        <a:p>
          <a:r>
            <a:rPr lang="en-US" sz="1000" dirty="0"/>
            <a:t>Froedtert Health</a:t>
          </a:r>
        </a:p>
      </dgm:t>
    </dgm:pt>
    <dgm:pt modelId="{02895C6A-4638-40A0-9D96-D0768ED8E907}" type="parTrans" cxnId="{81AB0C6D-EF4A-4B0D-BFE0-50E950AE3167}">
      <dgm:prSet/>
      <dgm:spPr/>
      <dgm:t>
        <a:bodyPr/>
        <a:lstStyle/>
        <a:p>
          <a:endParaRPr lang="en-US"/>
        </a:p>
      </dgm:t>
    </dgm:pt>
    <dgm:pt modelId="{F5E6B05A-56C2-4E30-989A-A2A1C7D1D297}" type="sibTrans" cxnId="{81AB0C6D-EF4A-4B0D-BFE0-50E950AE3167}">
      <dgm:prSet/>
      <dgm:spPr/>
      <dgm:t>
        <a:bodyPr/>
        <a:lstStyle/>
        <a:p>
          <a:endParaRPr lang="en-US"/>
        </a:p>
      </dgm:t>
    </dgm:pt>
    <dgm:pt modelId="{C8FD9148-8604-4B1F-919B-1E42863953C3}">
      <dgm:prSet custT="1"/>
      <dgm:spPr/>
      <dgm:t>
        <a:bodyPr/>
        <a:lstStyle/>
        <a:p>
          <a:r>
            <a:rPr lang="en-US" sz="1000" dirty="0"/>
            <a:t>Vanderbilt University</a:t>
          </a:r>
        </a:p>
      </dgm:t>
    </dgm:pt>
    <dgm:pt modelId="{6B0B7B5B-EABD-400F-AF09-E3D41742C76E}" type="parTrans" cxnId="{C58DC126-67E2-44C2-B1DD-9146792B46FD}">
      <dgm:prSet/>
      <dgm:spPr/>
      <dgm:t>
        <a:bodyPr/>
        <a:lstStyle/>
        <a:p>
          <a:endParaRPr lang="en-US"/>
        </a:p>
      </dgm:t>
    </dgm:pt>
    <dgm:pt modelId="{D7AFF4AD-E183-439E-9DA3-1FA50826EDA2}" type="sibTrans" cxnId="{C58DC126-67E2-44C2-B1DD-9146792B46FD}">
      <dgm:prSet/>
      <dgm:spPr/>
      <dgm:t>
        <a:bodyPr/>
        <a:lstStyle/>
        <a:p>
          <a:endParaRPr lang="en-US"/>
        </a:p>
      </dgm:t>
    </dgm:pt>
    <dgm:pt modelId="{3C175C15-4969-47A7-A6E2-106C9C779BD1}">
      <dgm:prSet custT="1"/>
      <dgm:spPr/>
      <dgm:t>
        <a:bodyPr/>
        <a:lstStyle/>
        <a:p>
          <a:r>
            <a:rPr lang="en-US" sz="1000" dirty="0"/>
            <a:t>Ssm Health</a:t>
          </a:r>
        </a:p>
      </dgm:t>
    </dgm:pt>
    <dgm:pt modelId="{CF2ED9A0-7F36-4427-A555-4FAC125BA2D5}" type="parTrans" cxnId="{3A2873CB-AD59-43AC-86AD-BC7D3711D3D8}">
      <dgm:prSet/>
      <dgm:spPr/>
      <dgm:t>
        <a:bodyPr/>
        <a:lstStyle/>
        <a:p>
          <a:endParaRPr lang="en-US"/>
        </a:p>
      </dgm:t>
    </dgm:pt>
    <dgm:pt modelId="{EE7C1600-A193-4D92-9092-C54B856960EB}" type="sibTrans" cxnId="{3A2873CB-AD59-43AC-86AD-BC7D3711D3D8}">
      <dgm:prSet/>
      <dgm:spPr/>
      <dgm:t>
        <a:bodyPr/>
        <a:lstStyle/>
        <a:p>
          <a:endParaRPr lang="en-US"/>
        </a:p>
      </dgm:t>
    </dgm:pt>
    <dgm:pt modelId="{DE16D77E-615E-4101-9DDB-C168EDF74AA7}">
      <dgm:prSet custT="1"/>
      <dgm:spPr/>
      <dgm:t>
        <a:bodyPr/>
        <a:lstStyle/>
        <a:p>
          <a:r>
            <a:rPr lang="en-US" sz="1000" dirty="0"/>
            <a:t>Rush</a:t>
          </a:r>
        </a:p>
      </dgm:t>
    </dgm:pt>
    <dgm:pt modelId="{901CE521-0C47-439D-9DC4-C8C2DD8E5156}" type="parTrans" cxnId="{5F32A402-4F25-44A2-A1B5-AFB8FAB77585}">
      <dgm:prSet/>
      <dgm:spPr/>
      <dgm:t>
        <a:bodyPr/>
        <a:lstStyle/>
        <a:p>
          <a:endParaRPr lang="en-US"/>
        </a:p>
      </dgm:t>
    </dgm:pt>
    <dgm:pt modelId="{A3E88DC3-5EAB-497C-8132-DE9C8874130A}" type="sibTrans" cxnId="{5F32A402-4F25-44A2-A1B5-AFB8FAB77585}">
      <dgm:prSet/>
      <dgm:spPr/>
      <dgm:t>
        <a:bodyPr/>
        <a:lstStyle/>
        <a:p>
          <a:endParaRPr lang="en-US"/>
        </a:p>
      </dgm:t>
    </dgm:pt>
    <dgm:pt modelId="{EE42F10B-B2D5-460A-BAC3-F3BA0C738A7B}">
      <dgm:prSet custT="1"/>
      <dgm:spPr/>
      <dgm:t>
        <a:bodyPr/>
        <a:lstStyle/>
        <a:p>
          <a:r>
            <a:rPr lang="en-US" sz="1000" dirty="0"/>
            <a:t>Wake Forest</a:t>
          </a:r>
        </a:p>
      </dgm:t>
    </dgm:pt>
    <dgm:pt modelId="{B34940CB-2493-45CD-82C9-3A4388A2A1E4}" type="parTrans" cxnId="{F3451BEC-16EF-4141-A118-4815164AB119}">
      <dgm:prSet/>
      <dgm:spPr/>
      <dgm:t>
        <a:bodyPr/>
        <a:lstStyle/>
        <a:p>
          <a:endParaRPr lang="en-US"/>
        </a:p>
      </dgm:t>
    </dgm:pt>
    <dgm:pt modelId="{037DCEC5-7A65-4DF5-A1B9-5A6A877ED1C8}" type="sibTrans" cxnId="{F3451BEC-16EF-4141-A118-4815164AB119}">
      <dgm:prSet/>
      <dgm:spPr/>
      <dgm:t>
        <a:bodyPr/>
        <a:lstStyle/>
        <a:p>
          <a:endParaRPr lang="en-US"/>
        </a:p>
      </dgm:t>
    </dgm:pt>
    <dgm:pt modelId="{E350AA6F-CBA2-47B5-B70C-9D16FFA8C773}">
      <dgm:prSet custT="1"/>
      <dgm:spPr/>
      <dgm:t>
        <a:bodyPr/>
        <a:lstStyle/>
        <a:p>
          <a:r>
            <a:rPr lang="en-US" sz="1000" dirty="0"/>
            <a:t>North Shore Hematology Oncology Associates Pc</a:t>
          </a:r>
        </a:p>
      </dgm:t>
    </dgm:pt>
    <dgm:pt modelId="{086752EE-B71E-4A6A-850B-66711E7E4E74}" type="parTrans" cxnId="{C15DFF61-EBAF-4157-83CF-27E144FF7601}">
      <dgm:prSet/>
      <dgm:spPr/>
      <dgm:t>
        <a:bodyPr/>
        <a:lstStyle/>
        <a:p>
          <a:endParaRPr lang="en-US"/>
        </a:p>
      </dgm:t>
    </dgm:pt>
    <dgm:pt modelId="{63A8D806-6348-4DC8-AAEC-D656F8D19420}" type="sibTrans" cxnId="{C15DFF61-EBAF-4157-83CF-27E144FF7601}">
      <dgm:prSet/>
      <dgm:spPr/>
      <dgm:t>
        <a:bodyPr/>
        <a:lstStyle/>
        <a:p>
          <a:endParaRPr lang="en-US"/>
        </a:p>
      </dgm:t>
    </dgm:pt>
    <dgm:pt modelId="{78BEAE15-A614-4F14-854E-430E380D2DFE}">
      <dgm:prSet custT="1"/>
      <dgm:spPr/>
      <dgm:t>
        <a:bodyPr/>
        <a:lstStyle/>
        <a:p>
          <a:r>
            <a:rPr lang="en-US" sz="1000" dirty="0"/>
            <a:t>Maine Center For Cancer Medicine &amp; Blood Disorders Pa</a:t>
          </a:r>
        </a:p>
      </dgm:t>
    </dgm:pt>
    <dgm:pt modelId="{FF079014-0F0B-41BE-B7B3-35BC01181C22}" type="parTrans" cxnId="{21286988-0F3F-49F3-8DDC-5FD38A043A2F}">
      <dgm:prSet/>
      <dgm:spPr/>
      <dgm:t>
        <a:bodyPr/>
        <a:lstStyle/>
        <a:p>
          <a:endParaRPr lang="en-US"/>
        </a:p>
      </dgm:t>
    </dgm:pt>
    <dgm:pt modelId="{D662D377-FABE-4ACB-96B5-565B788C1CC8}" type="sibTrans" cxnId="{21286988-0F3F-49F3-8DDC-5FD38A043A2F}">
      <dgm:prSet/>
      <dgm:spPr/>
      <dgm:t>
        <a:bodyPr/>
        <a:lstStyle/>
        <a:p>
          <a:endParaRPr lang="en-US"/>
        </a:p>
      </dgm:t>
    </dgm:pt>
    <dgm:pt modelId="{0BE398E1-0A62-4FC3-8E8F-54ACD085E7EB}">
      <dgm:prSet custT="1"/>
      <dgm:spPr/>
      <dgm:t>
        <a:bodyPr/>
        <a:lstStyle/>
        <a:p>
          <a:r>
            <a:rPr lang="en-US" sz="1000" dirty="0"/>
            <a:t>Maryland Oncology Hematology Pa</a:t>
          </a:r>
        </a:p>
      </dgm:t>
    </dgm:pt>
    <dgm:pt modelId="{3AD9231E-64B3-4567-A574-7377BA8295B8}" type="parTrans" cxnId="{460F9AE6-FF05-4241-A188-B6DE3514592E}">
      <dgm:prSet/>
      <dgm:spPr/>
      <dgm:t>
        <a:bodyPr/>
        <a:lstStyle/>
        <a:p>
          <a:endParaRPr lang="en-US"/>
        </a:p>
      </dgm:t>
    </dgm:pt>
    <dgm:pt modelId="{D1120178-B117-47E9-B8E0-62081CF15F63}" type="sibTrans" cxnId="{460F9AE6-FF05-4241-A188-B6DE3514592E}">
      <dgm:prSet/>
      <dgm:spPr/>
      <dgm:t>
        <a:bodyPr/>
        <a:lstStyle/>
        <a:p>
          <a:endParaRPr lang="en-US"/>
        </a:p>
      </dgm:t>
    </dgm:pt>
    <dgm:pt modelId="{B94281D6-A2AB-40BA-A27A-4F41733EF3F9}">
      <dgm:prSet custT="1"/>
      <dgm:spPr/>
      <dgm:t>
        <a:bodyPr/>
        <a:lstStyle/>
        <a:p>
          <a:r>
            <a:rPr lang="en-US" sz="1000" dirty="0"/>
            <a:t>Christiana Care Health System</a:t>
          </a:r>
        </a:p>
      </dgm:t>
    </dgm:pt>
    <dgm:pt modelId="{71F19D0E-CEB2-4A35-AB1D-C2E36FA08EDE}" type="parTrans" cxnId="{DE5816EA-B1A8-44F6-90AA-14D2E50C649D}">
      <dgm:prSet/>
      <dgm:spPr/>
      <dgm:t>
        <a:bodyPr/>
        <a:lstStyle/>
        <a:p>
          <a:endParaRPr lang="en-US"/>
        </a:p>
      </dgm:t>
    </dgm:pt>
    <dgm:pt modelId="{D39CE031-CF51-4A75-89EF-51A3C2341706}" type="sibTrans" cxnId="{DE5816EA-B1A8-44F6-90AA-14D2E50C649D}">
      <dgm:prSet/>
      <dgm:spPr/>
      <dgm:t>
        <a:bodyPr/>
        <a:lstStyle/>
        <a:p>
          <a:endParaRPr lang="en-US"/>
        </a:p>
      </dgm:t>
    </dgm:pt>
    <dgm:pt modelId="{B5232DC5-2B18-4719-A45F-7192E95056BA}">
      <dgm:prSet custT="1"/>
      <dgm:spPr/>
      <dgm:t>
        <a:bodyPr/>
        <a:lstStyle/>
        <a:p>
          <a:r>
            <a:rPr lang="en-US" sz="1000" dirty="0"/>
            <a:t>University Of Miami</a:t>
          </a:r>
        </a:p>
      </dgm:t>
    </dgm:pt>
    <dgm:pt modelId="{DDF56ACC-5F31-45FD-9722-42C3555E1F25}" type="parTrans" cxnId="{BA48FBB7-18DB-4AA9-8445-8652B49F4149}">
      <dgm:prSet/>
      <dgm:spPr/>
      <dgm:t>
        <a:bodyPr/>
        <a:lstStyle/>
        <a:p>
          <a:endParaRPr lang="en-US"/>
        </a:p>
      </dgm:t>
    </dgm:pt>
    <dgm:pt modelId="{1F29D603-8DE8-4389-BD30-760C89E690FB}" type="sibTrans" cxnId="{BA48FBB7-18DB-4AA9-8445-8652B49F4149}">
      <dgm:prSet/>
      <dgm:spPr/>
      <dgm:t>
        <a:bodyPr/>
        <a:lstStyle/>
        <a:p>
          <a:endParaRPr lang="en-US"/>
        </a:p>
      </dgm:t>
    </dgm:pt>
    <dgm:pt modelId="{D05FB447-10EE-4472-B238-E37B65505061}">
      <dgm:prSet custT="1"/>
      <dgm:spPr/>
      <dgm:t>
        <a:bodyPr/>
        <a:lstStyle/>
        <a:p>
          <a:r>
            <a:rPr lang="en-US" sz="1000" dirty="0"/>
            <a:t>Newyork - Presbyterian Health</a:t>
          </a:r>
        </a:p>
      </dgm:t>
    </dgm:pt>
    <dgm:pt modelId="{3A25C15C-63A4-4EB9-9723-6DB9DD20356B}" type="parTrans" cxnId="{82BE5C93-B294-4DCA-9F54-B5E6145E9F0B}">
      <dgm:prSet/>
      <dgm:spPr/>
      <dgm:t>
        <a:bodyPr/>
        <a:lstStyle/>
        <a:p>
          <a:endParaRPr lang="en-US"/>
        </a:p>
      </dgm:t>
    </dgm:pt>
    <dgm:pt modelId="{FD4AD56B-A1C3-4D3B-934D-3221A89A1510}" type="sibTrans" cxnId="{82BE5C93-B294-4DCA-9F54-B5E6145E9F0B}">
      <dgm:prSet/>
      <dgm:spPr/>
      <dgm:t>
        <a:bodyPr/>
        <a:lstStyle/>
        <a:p>
          <a:endParaRPr lang="en-US"/>
        </a:p>
      </dgm:t>
    </dgm:pt>
    <dgm:pt modelId="{E1A0A1C7-CE0F-44F5-80AE-6586E58650AF}">
      <dgm:prSet custT="1"/>
      <dgm:spPr/>
      <dgm:t>
        <a:bodyPr/>
        <a:lstStyle/>
        <a:p>
          <a:r>
            <a:rPr lang="en-US" sz="1000" dirty="0"/>
            <a:t>Uchealth</a:t>
          </a:r>
        </a:p>
      </dgm:t>
    </dgm:pt>
    <dgm:pt modelId="{AB47592B-021C-4B97-BA00-D6CDCBC13515}" type="parTrans" cxnId="{6CD727AD-1C4E-4C4C-B7B2-C75B2927012A}">
      <dgm:prSet/>
      <dgm:spPr/>
      <dgm:t>
        <a:bodyPr/>
        <a:lstStyle/>
        <a:p>
          <a:endParaRPr lang="en-US"/>
        </a:p>
      </dgm:t>
    </dgm:pt>
    <dgm:pt modelId="{84ECA3C8-ECE1-438F-84A6-6E2453A69204}" type="sibTrans" cxnId="{6CD727AD-1C4E-4C4C-B7B2-C75B2927012A}">
      <dgm:prSet/>
      <dgm:spPr/>
      <dgm:t>
        <a:bodyPr/>
        <a:lstStyle/>
        <a:p>
          <a:endParaRPr lang="en-US"/>
        </a:p>
      </dgm:t>
    </dgm:pt>
    <dgm:pt modelId="{7FA1F6E8-A159-4E70-AE46-2457C6F6BE69}">
      <dgm:prSet custT="1"/>
      <dgm:spPr/>
      <dgm:t>
        <a:bodyPr/>
        <a:lstStyle/>
        <a:p>
          <a:r>
            <a:rPr lang="en-US" sz="1000" dirty="0"/>
            <a:t>Sarcoma Oncology Center</a:t>
          </a:r>
        </a:p>
      </dgm:t>
    </dgm:pt>
    <dgm:pt modelId="{B970E760-B202-4105-A863-FF7AEAE05924}" type="parTrans" cxnId="{0C4C33EA-4C88-4291-B318-562FBB9EFD0C}">
      <dgm:prSet/>
      <dgm:spPr/>
      <dgm:t>
        <a:bodyPr/>
        <a:lstStyle/>
        <a:p>
          <a:endParaRPr lang="en-US"/>
        </a:p>
      </dgm:t>
    </dgm:pt>
    <dgm:pt modelId="{F2CBA161-9024-46DE-A3B3-9CCB2340F439}" type="sibTrans" cxnId="{0C4C33EA-4C88-4291-B318-562FBB9EFD0C}">
      <dgm:prSet/>
      <dgm:spPr/>
      <dgm:t>
        <a:bodyPr/>
        <a:lstStyle/>
        <a:p>
          <a:endParaRPr lang="en-US"/>
        </a:p>
      </dgm:t>
    </dgm:pt>
    <dgm:pt modelId="{3D4E19E0-D8F1-4107-A379-3C48FE6927E5}">
      <dgm:prSet custT="1"/>
      <dgm:spPr/>
      <dgm:t>
        <a:bodyPr/>
        <a:lstStyle/>
        <a:p>
          <a:r>
            <a:rPr lang="en-US" sz="1000" dirty="0"/>
            <a:t>Cedars-Sinai Health System</a:t>
          </a:r>
        </a:p>
      </dgm:t>
    </dgm:pt>
    <dgm:pt modelId="{48EE99CE-07D8-4AE3-BB91-A57E7BC90EEB}" type="parTrans" cxnId="{0400A2D8-E84C-490F-8EF8-2B2341961DE1}">
      <dgm:prSet/>
      <dgm:spPr/>
      <dgm:t>
        <a:bodyPr/>
        <a:lstStyle/>
        <a:p>
          <a:endParaRPr lang="en-US"/>
        </a:p>
      </dgm:t>
    </dgm:pt>
    <dgm:pt modelId="{253BC4D7-5CCF-47B2-BE42-BFE7249A1133}" type="sibTrans" cxnId="{0400A2D8-E84C-490F-8EF8-2B2341961DE1}">
      <dgm:prSet/>
      <dgm:spPr/>
      <dgm:t>
        <a:bodyPr/>
        <a:lstStyle/>
        <a:p>
          <a:endParaRPr lang="en-US"/>
        </a:p>
      </dgm:t>
    </dgm:pt>
    <dgm:pt modelId="{F051E339-4CCA-40ED-954A-32D55A11583E}">
      <dgm:prSet custT="1"/>
      <dgm:spPr/>
      <dgm:t>
        <a:bodyPr/>
        <a:lstStyle/>
        <a:p>
          <a:r>
            <a:rPr lang="en-US" sz="1000" dirty="0"/>
            <a:t>City Of Hope</a:t>
          </a:r>
        </a:p>
      </dgm:t>
    </dgm:pt>
    <dgm:pt modelId="{CC511A57-AAEF-4AF0-ABCE-0314FEEE955C}" type="parTrans" cxnId="{E1026CFB-1CB2-4471-81BD-322D0B51C07F}">
      <dgm:prSet/>
      <dgm:spPr/>
      <dgm:t>
        <a:bodyPr/>
        <a:lstStyle/>
        <a:p>
          <a:endParaRPr lang="en-US"/>
        </a:p>
      </dgm:t>
    </dgm:pt>
    <dgm:pt modelId="{8F2EE5C0-F03C-4529-9074-8C30BBDB06F5}" type="sibTrans" cxnId="{E1026CFB-1CB2-4471-81BD-322D0B51C07F}">
      <dgm:prSet/>
      <dgm:spPr/>
      <dgm:t>
        <a:bodyPr/>
        <a:lstStyle/>
        <a:p>
          <a:endParaRPr lang="en-US"/>
        </a:p>
      </dgm:t>
    </dgm:pt>
    <dgm:pt modelId="{24968988-8168-4B7B-A621-C930DC3E58FC}">
      <dgm:prSet custT="1"/>
      <dgm:spPr/>
      <dgm:t>
        <a:bodyPr/>
        <a:lstStyle/>
        <a:p>
          <a:endParaRPr lang="en-US" sz="1200" dirty="0"/>
        </a:p>
      </dgm:t>
    </dgm:pt>
    <dgm:pt modelId="{15CD126F-3643-459D-A912-958E488AF111}" type="parTrans" cxnId="{75AB09F8-5547-407A-AEE4-EA496A47EB59}">
      <dgm:prSet/>
      <dgm:spPr/>
      <dgm:t>
        <a:bodyPr/>
        <a:lstStyle/>
        <a:p>
          <a:endParaRPr lang="en-US"/>
        </a:p>
      </dgm:t>
    </dgm:pt>
    <dgm:pt modelId="{F2178086-67FD-47BF-97BA-3ADB3C1ED9DB}" type="sibTrans" cxnId="{75AB09F8-5547-407A-AEE4-EA496A47EB59}">
      <dgm:prSet/>
      <dgm:spPr/>
      <dgm:t>
        <a:bodyPr/>
        <a:lstStyle/>
        <a:p>
          <a:endParaRPr lang="en-US"/>
        </a:p>
      </dgm:t>
    </dgm:pt>
    <dgm:pt modelId="{813AA232-C485-44EE-AF45-C1B66F0EFBFA}">
      <dgm:prSet custT="1"/>
      <dgm:spPr/>
      <dgm:t>
        <a:bodyPr/>
        <a:lstStyle/>
        <a:p>
          <a:r>
            <a:rPr lang="en-US" sz="900" dirty="0"/>
            <a:t>Mayo Clinic Hospital Rochester</a:t>
          </a:r>
        </a:p>
      </dgm:t>
    </dgm:pt>
    <dgm:pt modelId="{C275ABD6-EC45-4A9C-AEC2-B80F565D88CC}" type="parTrans" cxnId="{BD82CF0B-5104-4CF5-9BD3-A34AACC60DC0}">
      <dgm:prSet/>
      <dgm:spPr/>
      <dgm:t>
        <a:bodyPr/>
        <a:lstStyle/>
        <a:p>
          <a:endParaRPr lang="en-US"/>
        </a:p>
      </dgm:t>
    </dgm:pt>
    <dgm:pt modelId="{031B5628-2775-46CE-A9D0-FC9EF463F605}" type="sibTrans" cxnId="{BD82CF0B-5104-4CF5-9BD3-A34AACC60DC0}">
      <dgm:prSet/>
      <dgm:spPr/>
      <dgm:t>
        <a:bodyPr/>
        <a:lstStyle/>
        <a:p>
          <a:endParaRPr lang="en-US"/>
        </a:p>
      </dgm:t>
    </dgm:pt>
    <dgm:pt modelId="{59B7ABE6-2B28-4932-83C7-DFB7CE566577}">
      <dgm:prSet custT="1"/>
      <dgm:spPr/>
      <dgm:t>
        <a:bodyPr/>
        <a:lstStyle/>
        <a:p>
          <a:r>
            <a:rPr lang="en-US" sz="900" dirty="0"/>
            <a:t>Cancer And Hematology Centers Of Western Michigan Pc</a:t>
          </a:r>
        </a:p>
      </dgm:t>
    </dgm:pt>
    <dgm:pt modelId="{3D308C13-7351-4EDB-8755-FD99CE41485A}" type="parTrans" cxnId="{A577211A-9D09-437B-BF87-4B0ACDD9B893}">
      <dgm:prSet/>
      <dgm:spPr/>
      <dgm:t>
        <a:bodyPr/>
        <a:lstStyle/>
        <a:p>
          <a:endParaRPr lang="en-US"/>
        </a:p>
      </dgm:t>
    </dgm:pt>
    <dgm:pt modelId="{F346A992-F630-4E49-8D28-EBA42690030E}" type="sibTrans" cxnId="{A577211A-9D09-437B-BF87-4B0ACDD9B893}">
      <dgm:prSet/>
      <dgm:spPr/>
      <dgm:t>
        <a:bodyPr/>
        <a:lstStyle/>
        <a:p>
          <a:endParaRPr lang="en-US"/>
        </a:p>
      </dgm:t>
    </dgm:pt>
    <dgm:pt modelId="{C1D97283-2129-4DA1-A641-3CE235E61734}">
      <dgm:prSet custT="1"/>
      <dgm:spPr/>
      <dgm:t>
        <a:bodyPr/>
        <a:lstStyle/>
        <a:p>
          <a:r>
            <a:rPr lang="en-US" sz="900" dirty="0"/>
            <a:t>University Of Tennessee</a:t>
          </a:r>
        </a:p>
      </dgm:t>
    </dgm:pt>
    <dgm:pt modelId="{A8EC35A2-3EC4-4EC5-B0AE-2CD1F39441FF}" type="parTrans" cxnId="{5F6F2D4A-9B72-44B2-939F-0F43946CDDC3}">
      <dgm:prSet/>
      <dgm:spPr/>
      <dgm:t>
        <a:bodyPr/>
        <a:lstStyle/>
        <a:p>
          <a:endParaRPr lang="en-US"/>
        </a:p>
      </dgm:t>
    </dgm:pt>
    <dgm:pt modelId="{7931495B-B164-4E01-978A-9E04B8F88B85}" type="sibTrans" cxnId="{5F6F2D4A-9B72-44B2-939F-0F43946CDDC3}">
      <dgm:prSet/>
      <dgm:spPr/>
      <dgm:t>
        <a:bodyPr/>
        <a:lstStyle/>
        <a:p>
          <a:endParaRPr lang="en-US"/>
        </a:p>
      </dgm:t>
    </dgm:pt>
    <dgm:pt modelId="{E35BEFF8-DFD4-474B-9995-25F423FCFC0E}">
      <dgm:prSet custT="1"/>
      <dgm:spPr/>
      <dgm:t>
        <a:bodyPr/>
        <a:lstStyle/>
        <a:p>
          <a:r>
            <a:rPr lang="en-US" sz="900" dirty="0"/>
            <a:t>Fairview Health Services</a:t>
          </a:r>
        </a:p>
      </dgm:t>
    </dgm:pt>
    <dgm:pt modelId="{333EB152-C1ED-4C33-8D40-A1DEBA4D429F}" type="parTrans" cxnId="{B8A1A703-6580-4B55-A997-C308F46526AE}">
      <dgm:prSet/>
      <dgm:spPr/>
      <dgm:t>
        <a:bodyPr/>
        <a:lstStyle/>
        <a:p>
          <a:endParaRPr lang="en-US"/>
        </a:p>
      </dgm:t>
    </dgm:pt>
    <dgm:pt modelId="{4FA5A9CA-B396-460C-9582-124B790B0510}" type="sibTrans" cxnId="{B8A1A703-6580-4B55-A997-C308F46526AE}">
      <dgm:prSet/>
      <dgm:spPr/>
      <dgm:t>
        <a:bodyPr/>
        <a:lstStyle/>
        <a:p>
          <a:endParaRPr lang="en-US"/>
        </a:p>
      </dgm:t>
    </dgm:pt>
    <dgm:pt modelId="{50E9D0EA-D892-42E9-B74F-F5D45B2E83F4}">
      <dgm:prSet custT="1"/>
      <dgm:spPr/>
      <dgm:t>
        <a:bodyPr/>
        <a:lstStyle/>
        <a:p>
          <a:r>
            <a:rPr lang="en-US" sz="900" dirty="0"/>
            <a:t>The West Clinic Pllc</a:t>
          </a:r>
        </a:p>
      </dgm:t>
    </dgm:pt>
    <dgm:pt modelId="{A0B15F6E-CF7B-4850-A584-C48E6EBF2103}" type="parTrans" cxnId="{275CDE91-0F81-4180-B92D-254C24436BA3}">
      <dgm:prSet/>
      <dgm:spPr/>
      <dgm:t>
        <a:bodyPr/>
        <a:lstStyle/>
        <a:p>
          <a:endParaRPr lang="en-US"/>
        </a:p>
      </dgm:t>
    </dgm:pt>
    <dgm:pt modelId="{FDE75141-F48D-4290-9181-57B2210C21BE}" type="sibTrans" cxnId="{275CDE91-0F81-4180-B92D-254C24436BA3}">
      <dgm:prSet/>
      <dgm:spPr/>
      <dgm:t>
        <a:bodyPr/>
        <a:lstStyle/>
        <a:p>
          <a:endParaRPr lang="en-US"/>
        </a:p>
      </dgm:t>
    </dgm:pt>
    <dgm:pt modelId="{B89504C3-023D-43D7-B1F0-BB2FB36A2E2A}">
      <dgm:prSet custT="1"/>
      <dgm:spPr/>
      <dgm:t>
        <a:bodyPr/>
        <a:lstStyle/>
        <a:p>
          <a:r>
            <a:rPr lang="en-US" sz="900" dirty="0"/>
            <a:t>OSU</a:t>
          </a:r>
        </a:p>
      </dgm:t>
    </dgm:pt>
    <dgm:pt modelId="{451CC684-AC01-436C-AD58-84F18F547C7F}" type="parTrans" cxnId="{1CF86FE2-B781-4367-AA13-A23B7A721AD6}">
      <dgm:prSet/>
      <dgm:spPr/>
      <dgm:t>
        <a:bodyPr/>
        <a:lstStyle/>
        <a:p>
          <a:endParaRPr lang="en-US"/>
        </a:p>
      </dgm:t>
    </dgm:pt>
    <dgm:pt modelId="{8DF6222F-D252-4B01-85D0-A435B3D218EC}" type="sibTrans" cxnId="{1CF86FE2-B781-4367-AA13-A23B7A721AD6}">
      <dgm:prSet/>
      <dgm:spPr/>
      <dgm:t>
        <a:bodyPr/>
        <a:lstStyle/>
        <a:p>
          <a:endParaRPr lang="en-US"/>
        </a:p>
      </dgm:t>
    </dgm:pt>
    <dgm:pt modelId="{38A3E070-B678-4C55-B553-A79458AB0963}">
      <dgm:prSet custT="1"/>
      <dgm:spPr/>
      <dgm:t>
        <a:bodyPr/>
        <a:lstStyle/>
        <a:p>
          <a:r>
            <a:rPr lang="en-US" sz="900" dirty="0"/>
            <a:t>University of Iowa</a:t>
          </a:r>
        </a:p>
      </dgm:t>
    </dgm:pt>
    <dgm:pt modelId="{3D4DED94-09EF-4DC3-997E-D122595223FC}" type="parTrans" cxnId="{499EBE59-4384-478D-8BDA-74A507E2783F}">
      <dgm:prSet/>
      <dgm:spPr/>
      <dgm:t>
        <a:bodyPr/>
        <a:lstStyle/>
        <a:p>
          <a:endParaRPr lang="en-US"/>
        </a:p>
      </dgm:t>
    </dgm:pt>
    <dgm:pt modelId="{CB50C28E-98EE-42F3-A1B1-15269EF94CAC}" type="sibTrans" cxnId="{499EBE59-4384-478D-8BDA-74A507E2783F}">
      <dgm:prSet/>
      <dgm:spPr/>
      <dgm:t>
        <a:bodyPr/>
        <a:lstStyle/>
        <a:p>
          <a:endParaRPr lang="en-US"/>
        </a:p>
      </dgm:t>
    </dgm:pt>
    <dgm:pt modelId="{9EFFB373-C352-43D0-A197-25DC12705DB1}">
      <dgm:prSet custT="1"/>
      <dgm:spPr/>
      <dgm:t>
        <a:bodyPr/>
        <a:lstStyle/>
        <a:p>
          <a:r>
            <a:rPr lang="en-US" sz="900" dirty="0"/>
            <a:t>University of Indiana</a:t>
          </a:r>
        </a:p>
      </dgm:t>
    </dgm:pt>
    <dgm:pt modelId="{520088C3-0509-4949-923A-F89DA582923B}" type="parTrans" cxnId="{1ABA6DAD-D8B9-4AFE-95D1-C82A08341ED9}">
      <dgm:prSet/>
      <dgm:spPr/>
      <dgm:t>
        <a:bodyPr/>
        <a:lstStyle/>
        <a:p>
          <a:endParaRPr lang="en-US"/>
        </a:p>
      </dgm:t>
    </dgm:pt>
    <dgm:pt modelId="{90F3CB39-8085-4806-8081-D8A148AEDCE5}" type="sibTrans" cxnId="{1ABA6DAD-D8B9-4AFE-95D1-C82A08341ED9}">
      <dgm:prSet/>
      <dgm:spPr/>
      <dgm:t>
        <a:bodyPr/>
        <a:lstStyle/>
        <a:p>
          <a:endParaRPr lang="en-US"/>
        </a:p>
      </dgm:t>
    </dgm:pt>
    <dgm:pt modelId="{9B3E072B-895E-42E2-894E-750C39071671}">
      <dgm:prSet custT="1"/>
      <dgm:spPr/>
      <dgm:t>
        <a:bodyPr/>
        <a:lstStyle/>
        <a:p>
          <a:r>
            <a:rPr lang="en-US" sz="900" dirty="0"/>
            <a:t>Moffitt Cancer Center</a:t>
          </a:r>
        </a:p>
      </dgm:t>
    </dgm:pt>
    <dgm:pt modelId="{2693EA09-ED97-41D4-8EB6-11B8E265F49C}" type="parTrans" cxnId="{DDD3210B-2607-4F2F-AF5E-85B6FE891537}">
      <dgm:prSet/>
      <dgm:spPr/>
      <dgm:t>
        <a:bodyPr/>
        <a:lstStyle/>
        <a:p>
          <a:endParaRPr lang="en-US"/>
        </a:p>
      </dgm:t>
    </dgm:pt>
    <dgm:pt modelId="{1AAD30AE-5B25-48E7-BC0B-AF07026AD716}" type="sibTrans" cxnId="{DDD3210B-2607-4F2F-AF5E-85B6FE891537}">
      <dgm:prSet/>
      <dgm:spPr/>
      <dgm:t>
        <a:bodyPr/>
        <a:lstStyle/>
        <a:p>
          <a:endParaRPr lang="en-US"/>
        </a:p>
      </dgm:t>
    </dgm:pt>
    <dgm:pt modelId="{2B55E283-F677-4079-89D8-CE89C96465D6}">
      <dgm:prSet custT="1"/>
      <dgm:spPr/>
      <dgm:t>
        <a:bodyPr/>
        <a:lstStyle/>
        <a:p>
          <a:r>
            <a:rPr lang="en-US" sz="900" dirty="0"/>
            <a:t>NYOH</a:t>
          </a:r>
        </a:p>
      </dgm:t>
    </dgm:pt>
    <dgm:pt modelId="{E75BDCD2-42AA-48BE-9A85-5AF96CC8E9A3}" type="parTrans" cxnId="{D6603CD9-7837-496D-9EE4-54BCFC7CEAAD}">
      <dgm:prSet/>
      <dgm:spPr/>
      <dgm:t>
        <a:bodyPr/>
        <a:lstStyle/>
        <a:p>
          <a:endParaRPr lang="en-US"/>
        </a:p>
      </dgm:t>
    </dgm:pt>
    <dgm:pt modelId="{EB129F0E-777F-40E8-B241-4070E511EC0A}" type="sibTrans" cxnId="{D6603CD9-7837-496D-9EE4-54BCFC7CEAAD}">
      <dgm:prSet/>
      <dgm:spPr/>
      <dgm:t>
        <a:bodyPr/>
        <a:lstStyle/>
        <a:p>
          <a:endParaRPr lang="en-US"/>
        </a:p>
      </dgm:t>
    </dgm:pt>
    <dgm:pt modelId="{A86CD6B7-0401-4CA2-BFC1-81C6819CDA08}">
      <dgm:prSet custT="1"/>
      <dgm:spPr/>
      <dgm:t>
        <a:bodyPr/>
        <a:lstStyle/>
        <a:p>
          <a:r>
            <a:rPr lang="en-US" sz="900" dirty="0"/>
            <a:t>Mayo Clinic Jacksonville</a:t>
          </a:r>
        </a:p>
      </dgm:t>
    </dgm:pt>
    <dgm:pt modelId="{F153C323-A723-466C-AFC3-E8FC9881B54C}" type="parTrans" cxnId="{9F84AD50-1F72-4F32-B653-F9FCD78AA686}">
      <dgm:prSet/>
      <dgm:spPr/>
      <dgm:t>
        <a:bodyPr/>
        <a:lstStyle/>
        <a:p>
          <a:endParaRPr lang="en-US"/>
        </a:p>
      </dgm:t>
    </dgm:pt>
    <dgm:pt modelId="{7FD67328-8C0B-4AC5-9B69-5359E61A792B}" type="sibTrans" cxnId="{9F84AD50-1F72-4F32-B653-F9FCD78AA686}">
      <dgm:prSet/>
      <dgm:spPr/>
      <dgm:t>
        <a:bodyPr/>
        <a:lstStyle/>
        <a:p>
          <a:endParaRPr lang="en-US"/>
        </a:p>
      </dgm:t>
    </dgm:pt>
    <dgm:pt modelId="{596924F9-CEDA-4FF0-BB11-2E35D2079AC3}">
      <dgm:prSet custT="1"/>
      <dgm:spPr/>
      <dgm:t>
        <a:bodyPr/>
        <a:lstStyle/>
        <a:p>
          <a:r>
            <a:rPr lang="en-US" sz="900" dirty="0"/>
            <a:t>Nyu Langone Health</a:t>
          </a:r>
        </a:p>
      </dgm:t>
    </dgm:pt>
    <dgm:pt modelId="{92DB2A32-08E8-46F8-A494-1BE609C31C9A}" type="parTrans" cxnId="{B6393D35-3B7F-4441-834F-BCF104677966}">
      <dgm:prSet/>
      <dgm:spPr/>
      <dgm:t>
        <a:bodyPr/>
        <a:lstStyle/>
        <a:p>
          <a:endParaRPr lang="en-US"/>
        </a:p>
      </dgm:t>
    </dgm:pt>
    <dgm:pt modelId="{E811A52F-E93E-42B3-8760-8F9CEB6F0A26}" type="sibTrans" cxnId="{B6393D35-3B7F-4441-834F-BCF104677966}">
      <dgm:prSet/>
      <dgm:spPr/>
      <dgm:t>
        <a:bodyPr/>
        <a:lstStyle/>
        <a:p>
          <a:endParaRPr lang="en-US"/>
        </a:p>
      </dgm:t>
    </dgm:pt>
    <dgm:pt modelId="{AFCFABE3-0522-4124-BBFF-7828A801C80E}">
      <dgm:prSet custT="1"/>
      <dgm:spPr/>
      <dgm:t>
        <a:bodyPr/>
        <a:lstStyle/>
        <a:p>
          <a:r>
            <a:rPr lang="en-US" sz="900" dirty="0"/>
            <a:t>Beth Israel Lahey Health</a:t>
          </a:r>
        </a:p>
      </dgm:t>
    </dgm:pt>
    <dgm:pt modelId="{563FDA99-1BC1-4403-B70F-CCC730D759C5}" type="parTrans" cxnId="{E5960957-1D43-4044-BD6C-D2CCF3223A1D}">
      <dgm:prSet/>
      <dgm:spPr/>
      <dgm:t>
        <a:bodyPr/>
        <a:lstStyle/>
        <a:p>
          <a:endParaRPr lang="en-US"/>
        </a:p>
      </dgm:t>
    </dgm:pt>
    <dgm:pt modelId="{532EE5C6-C66D-4910-BBDD-A2D8A69D296F}" type="sibTrans" cxnId="{E5960957-1D43-4044-BD6C-D2CCF3223A1D}">
      <dgm:prSet/>
      <dgm:spPr/>
      <dgm:t>
        <a:bodyPr/>
        <a:lstStyle/>
        <a:p>
          <a:endParaRPr lang="en-US"/>
        </a:p>
      </dgm:t>
    </dgm:pt>
    <dgm:pt modelId="{06E7CA73-D629-4A86-BC01-F3A21401373D}">
      <dgm:prSet custT="1"/>
      <dgm:spPr/>
      <dgm:t>
        <a:bodyPr/>
        <a:lstStyle/>
        <a:p>
          <a:r>
            <a:rPr lang="en-US" sz="900" dirty="0"/>
            <a:t>University of Pennsylvania </a:t>
          </a:r>
        </a:p>
      </dgm:t>
    </dgm:pt>
    <dgm:pt modelId="{CEC472DF-9B68-40AE-80A0-D56BE4FA2D58}" type="parTrans" cxnId="{EBFF40E5-75C1-4BB2-9FB9-B3C2C091FBA1}">
      <dgm:prSet/>
      <dgm:spPr/>
      <dgm:t>
        <a:bodyPr/>
        <a:lstStyle/>
        <a:p>
          <a:endParaRPr lang="en-US"/>
        </a:p>
      </dgm:t>
    </dgm:pt>
    <dgm:pt modelId="{5C5F070C-7DE5-422A-9935-B5D9161E0F22}" type="sibTrans" cxnId="{EBFF40E5-75C1-4BB2-9FB9-B3C2C091FBA1}">
      <dgm:prSet/>
      <dgm:spPr/>
      <dgm:t>
        <a:bodyPr/>
        <a:lstStyle/>
        <a:p>
          <a:endParaRPr lang="en-US"/>
        </a:p>
      </dgm:t>
    </dgm:pt>
    <dgm:pt modelId="{D2ADD106-24CF-4DFE-9090-F6949E649AAF}">
      <dgm:prSet custT="1"/>
      <dgm:spPr/>
      <dgm:t>
        <a:bodyPr/>
        <a:lstStyle/>
        <a:p>
          <a:r>
            <a:rPr lang="en-US" sz="900" dirty="0"/>
            <a:t>Fox Chase</a:t>
          </a:r>
        </a:p>
      </dgm:t>
    </dgm:pt>
    <dgm:pt modelId="{BCCD3DAA-A746-4C28-82FC-EEE21E30E197}" type="parTrans" cxnId="{CDEA9C87-6553-48F7-A85F-CCCE3B40E7C6}">
      <dgm:prSet/>
      <dgm:spPr/>
      <dgm:t>
        <a:bodyPr/>
        <a:lstStyle/>
        <a:p>
          <a:endParaRPr lang="en-US"/>
        </a:p>
      </dgm:t>
    </dgm:pt>
    <dgm:pt modelId="{4B33E94B-5C82-4BE5-A508-5B589CE72431}" type="sibTrans" cxnId="{CDEA9C87-6553-48F7-A85F-CCCE3B40E7C6}">
      <dgm:prSet/>
      <dgm:spPr/>
      <dgm:t>
        <a:bodyPr/>
        <a:lstStyle/>
        <a:p>
          <a:endParaRPr lang="en-US"/>
        </a:p>
      </dgm:t>
    </dgm:pt>
    <dgm:pt modelId="{90875313-FF60-43D1-9D4D-B2741509B4FB}">
      <dgm:prSet custT="1"/>
      <dgm:spPr/>
      <dgm:t>
        <a:bodyPr/>
        <a:lstStyle/>
        <a:p>
          <a:r>
            <a:rPr lang="en-US" sz="900" dirty="0"/>
            <a:t>Virginia Commonwealth Univ</a:t>
          </a:r>
        </a:p>
      </dgm:t>
    </dgm:pt>
    <dgm:pt modelId="{9C4C9D94-A734-4307-BF70-1C85BBA9C3E3}" type="parTrans" cxnId="{129E5442-1BC4-4AB3-9572-9FD533A1A1BE}">
      <dgm:prSet/>
      <dgm:spPr/>
      <dgm:t>
        <a:bodyPr/>
        <a:lstStyle/>
        <a:p>
          <a:endParaRPr lang="en-US"/>
        </a:p>
      </dgm:t>
    </dgm:pt>
    <dgm:pt modelId="{38FF6628-C40B-48C7-9F82-63FEE5F0E165}" type="sibTrans" cxnId="{129E5442-1BC4-4AB3-9572-9FD533A1A1BE}">
      <dgm:prSet/>
      <dgm:spPr/>
      <dgm:t>
        <a:bodyPr/>
        <a:lstStyle/>
        <a:p>
          <a:endParaRPr lang="en-US"/>
        </a:p>
      </dgm:t>
    </dgm:pt>
    <dgm:pt modelId="{1860FE19-FC91-4A9E-BD97-2051308A44AE}">
      <dgm:prSet custT="1"/>
      <dgm:spPr/>
      <dgm:t>
        <a:bodyPr/>
        <a:lstStyle/>
        <a:p>
          <a:r>
            <a:rPr lang="en-US" sz="900" dirty="0"/>
            <a:t>Mass General Brigham</a:t>
          </a:r>
        </a:p>
      </dgm:t>
    </dgm:pt>
    <dgm:pt modelId="{82A2E3C7-D68A-4EAA-91AE-CE09F5C2715B}" type="parTrans" cxnId="{4C6F1F92-B89E-4CF8-BDDC-74AF6D708D5F}">
      <dgm:prSet/>
      <dgm:spPr/>
      <dgm:t>
        <a:bodyPr/>
        <a:lstStyle/>
        <a:p>
          <a:endParaRPr lang="en-US"/>
        </a:p>
      </dgm:t>
    </dgm:pt>
    <dgm:pt modelId="{2D83DF4B-A573-4EFE-9F94-B948F53D4522}" type="sibTrans" cxnId="{4C6F1F92-B89E-4CF8-BDDC-74AF6D708D5F}">
      <dgm:prSet/>
      <dgm:spPr/>
      <dgm:t>
        <a:bodyPr/>
        <a:lstStyle/>
        <a:p>
          <a:endParaRPr lang="en-US"/>
        </a:p>
      </dgm:t>
    </dgm:pt>
    <dgm:pt modelId="{BD798F93-1E7A-41E7-B132-A294A7761D38}">
      <dgm:prSet custT="1"/>
      <dgm:spPr/>
      <dgm:t>
        <a:bodyPr/>
        <a:lstStyle/>
        <a:p>
          <a:r>
            <a:rPr lang="en-US" sz="900" dirty="0"/>
            <a:t>UAB</a:t>
          </a:r>
        </a:p>
      </dgm:t>
    </dgm:pt>
    <dgm:pt modelId="{F6CAE260-A9CF-478C-BDF7-22934833A2AC}" type="parTrans" cxnId="{9AB424AA-C7B9-45AE-8BF8-7CE6E6562ECE}">
      <dgm:prSet/>
      <dgm:spPr/>
      <dgm:t>
        <a:bodyPr/>
        <a:lstStyle/>
        <a:p>
          <a:endParaRPr lang="en-US"/>
        </a:p>
      </dgm:t>
    </dgm:pt>
    <dgm:pt modelId="{34D5621C-DB0D-4F0F-9CB7-1EA55B33C9EB}" type="sibTrans" cxnId="{9AB424AA-C7B9-45AE-8BF8-7CE6E6562ECE}">
      <dgm:prSet/>
      <dgm:spPr/>
      <dgm:t>
        <a:bodyPr/>
        <a:lstStyle/>
        <a:p>
          <a:endParaRPr lang="en-US"/>
        </a:p>
      </dgm:t>
    </dgm:pt>
    <dgm:pt modelId="{A928269C-5B9B-470E-AF8C-186E9B625B29}">
      <dgm:prSet custT="1"/>
      <dgm:spPr/>
      <dgm:t>
        <a:bodyPr/>
        <a:lstStyle/>
        <a:p>
          <a:r>
            <a:rPr lang="en-US" sz="900" dirty="0"/>
            <a:t>Commonspirit Health</a:t>
          </a:r>
        </a:p>
      </dgm:t>
    </dgm:pt>
    <dgm:pt modelId="{C15061C9-054D-4AB7-8D0E-9DE50D1DB94F}" type="parTrans" cxnId="{051DC273-7E8E-4B6F-9B47-CEF58EBC2C74}">
      <dgm:prSet/>
      <dgm:spPr/>
      <dgm:t>
        <a:bodyPr/>
        <a:lstStyle/>
        <a:p>
          <a:endParaRPr lang="en-US"/>
        </a:p>
      </dgm:t>
    </dgm:pt>
    <dgm:pt modelId="{7708EC56-C592-45A5-A8A3-E55D8E87429C}" type="sibTrans" cxnId="{051DC273-7E8E-4B6F-9B47-CEF58EBC2C74}">
      <dgm:prSet/>
      <dgm:spPr/>
      <dgm:t>
        <a:bodyPr/>
        <a:lstStyle/>
        <a:p>
          <a:endParaRPr lang="en-US"/>
        </a:p>
      </dgm:t>
    </dgm:pt>
    <dgm:pt modelId="{F66D3349-927A-4BE6-A7E6-E377404445FB}">
      <dgm:prSet custT="1"/>
      <dgm:spPr/>
      <dgm:t>
        <a:bodyPr/>
        <a:lstStyle/>
        <a:p>
          <a:r>
            <a:rPr lang="en-US" sz="900" dirty="0"/>
            <a:t>Mayo Clinic Arizona</a:t>
          </a:r>
        </a:p>
      </dgm:t>
    </dgm:pt>
    <dgm:pt modelId="{E2B7A3E1-CA8F-434D-ACD0-B1B469611715}" type="parTrans" cxnId="{9549804B-063E-4FBC-9D43-1F86F64CE4F4}">
      <dgm:prSet/>
      <dgm:spPr/>
      <dgm:t>
        <a:bodyPr/>
        <a:lstStyle/>
        <a:p>
          <a:endParaRPr lang="en-US"/>
        </a:p>
      </dgm:t>
    </dgm:pt>
    <dgm:pt modelId="{F512F6EB-8CD6-451D-9F12-097FFA78B843}" type="sibTrans" cxnId="{9549804B-063E-4FBC-9D43-1F86F64CE4F4}">
      <dgm:prSet/>
      <dgm:spPr/>
      <dgm:t>
        <a:bodyPr/>
        <a:lstStyle/>
        <a:p>
          <a:endParaRPr lang="en-US"/>
        </a:p>
      </dgm:t>
    </dgm:pt>
    <dgm:pt modelId="{3E48B903-0EE4-4915-B0E9-87066A0002D8}">
      <dgm:prSet custT="1"/>
      <dgm:spPr/>
      <dgm:t>
        <a:bodyPr/>
        <a:lstStyle/>
        <a:p>
          <a:r>
            <a:rPr lang="en-US" sz="900" dirty="0"/>
            <a:t>The Oncology Institute Ca A Professional Corporation</a:t>
          </a:r>
        </a:p>
      </dgm:t>
    </dgm:pt>
    <dgm:pt modelId="{88933944-97D1-4463-A625-EB9CC25C5867}" type="parTrans" cxnId="{CF6DE77F-BFEC-4F7E-B83F-3067CCD5956B}">
      <dgm:prSet/>
      <dgm:spPr/>
      <dgm:t>
        <a:bodyPr/>
        <a:lstStyle/>
        <a:p>
          <a:endParaRPr lang="en-US"/>
        </a:p>
      </dgm:t>
    </dgm:pt>
    <dgm:pt modelId="{4C3A8C0E-BF69-4932-8BEB-77D8164E1B49}" type="sibTrans" cxnId="{CF6DE77F-BFEC-4F7E-B83F-3067CCD5956B}">
      <dgm:prSet/>
      <dgm:spPr/>
      <dgm:t>
        <a:bodyPr/>
        <a:lstStyle/>
        <a:p>
          <a:endParaRPr lang="en-US"/>
        </a:p>
      </dgm:t>
    </dgm:pt>
    <dgm:pt modelId="{E415FA56-4C94-48A7-BDA3-CF21FB151004}">
      <dgm:prSet custT="1"/>
      <dgm:spPr/>
      <dgm:t>
        <a:bodyPr/>
        <a:lstStyle/>
        <a:p>
          <a:r>
            <a:rPr lang="en-US" sz="900" dirty="0"/>
            <a:t>UCSD</a:t>
          </a:r>
        </a:p>
      </dgm:t>
    </dgm:pt>
    <dgm:pt modelId="{AC46FECF-DAC3-41C2-BD46-07B3F5A65197}" type="parTrans" cxnId="{FA1E88C3-C966-43C5-9405-A3ABA1E4B0E3}">
      <dgm:prSet/>
      <dgm:spPr/>
      <dgm:t>
        <a:bodyPr/>
        <a:lstStyle/>
        <a:p>
          <a:endParaRPr lang="en-US"/>
        </a:p>
      </dgm:t>
    </dgm:pt>
    <dgm:pt modelId="{DDA35600-5F58-4BF9-BEB0-36DA23205177}" type="sibTrans" cxnId="{FA1E88C3-C966-43C5-9405-A3ABA1E4B0E3}">
      <dgm:prSet/>
      <dgm:spPr/>
      <dgm:t>
        <a:bodyPr/>
        <a:lstStyle/>
        <a:p>
          <a:endParaRPr lang="en-US"/>
        </a:p>
      </dgm:t>
    </dgm:pt>
    <dgm:pt modelId="{FA720725-122B-497F-A6B8-09C82927068E}">
      <dgm:prSet custT="1"/>
      <dgm:spPr/>
      <dgm:t>
        <a:bodyPr/>
        <a:lstStyle/>
        <a:p>
          <a:r>
            <a:rPr lang="en-US" sz="900" dirty="0"/>
            <a:t>UCLA</a:t>
          </a:r>
        </a:p>
      </dgm:t>
    </dgm:pt>
    <dgm:pt modelId="{372C3D1F-B6B4-4740-B8B2-63863AB44826}" type="parTrans" cxnId="{91A623B7-D415-4847-AB86-ED826DA7FBCE}">
      <dgm:prSet/>
      <dgm:spPr/>
      <dgm:t>
        <a:bodyPr/>
        <a:lstStyle/>
        <a:p>
          <a:endParaRPr lang="en-US"/>
        </a:p>
      </dgm:t>
    </dgm:pt>
    <dgm:pt modelId="{F1AB782E-9DC8-4FC8-8CF9-6049DB120BEE}" type="sibTrans" cxnId="{91A623B7-D415-4847-AB86-ED826DA7FBCE}">
      <dgm:prSet/>
      <dgm:spPr/>
      <dgm:t>
        <a:bodyPr/>
        <a:lstStyle/>
        <a:p>
          <a:endParaRPr lang="en-US"/>
        </a:p>
      </dgm:t>
    </dgm:pt>
    <dgm:pt modelId="{C1ED5391-BA8C-40BA-BA62-CBE5A10DA7E4}">
      <dgm:prSet custT="1"/>
      <dgm:spPr/>
      <dgm:t>
        <a:bodyPr/>
        <a:lstStyle/>
        <a:p>
          <a:r>
            <a:rPr lang="en-US" sz="900" dirty="0"/>
            <a:t>Huntsman Cancer Center </a:t>
          </a:r>
        </a:p>
      </dgm:t>
    </dgm:pt>
    <dgm:pt modelId="{26B05FBD-AE14-4A9F-A2A8-B799A4C0E95F}" type="parTrans" cxnId="{DAF9D511-0B48-4878-947C-586740761344}">
      <dgm:prSet/>
      <dgm:spPr/>
      <dgm:t>
        <a:bodyPr/>
        <a:lstStyle/>
        <a:p>
          <a:endParaRPr lang="en-US"/>
        </a:p>
      </dgm:t>
    </dgm:pt>
    <dgm:pt modelId="{60B218F5-B982-4AD5-AC78-89C4850A92F3}" type="sibTrans" cxnId="{DAF9D511-0B48-4878-947C-586740761344}">
      <dgm:prSet/>
      <dgm:spPr/>
      <dgm:t>
        <a:bodyPr/>
        <a:lstStyle/>
        <a:p>
          <a:endParaRPr lang="en-US"/>
        </a:p>
      </dgm:t>
    </dgm:pt>
    <dgm:pt modelId="{D02AEB8E-865A-411E-AD64-9681191CD8E3}">
      <dgm:prSet custT="1"/>
      <dgm:spPr/>
      <dgm:t>
        <a:bodyPr/>
        <a:lstStyle/>
        <a:p>
          <a:r>
            <a:rPr lang="en-US" sz="900" dirty="0"/>
            <a:t>Compass Oncology </a:t>
          </a:r>
        </a:p>
      </dgm:t>
    </dgm:pt>
    <dgm:pt modelId="{89089F8D-9EE4-4680-8D56-3A767C015D5F}" type="parTrans" cxnId="{186C01F0-316E-4468-83CD-3D2762C5B3E8}">
      <dgm:prSet/>
      <dgm:spPr/>
      <dgm:t>
        <a:bodyPr/>
        <a:lstStyle/>
        <a:p>
          <a:endParaRPr lang="en-US"/>
        </a:p>
      </dgm:t>
    </dgm:pt>
    <dgm:pt modelId="{5C14C699-8D7E-438C-B3E6-071894C81275}" type="sibTrans" cxnId="{186C01F0-316E-4468-83CD-3D2762C5B3E8}">
      <dgm:prSet/>
      <dgm:spPr/>
      <dgm:t>
        <a:bodyPr/>
        <a:lstStyle/>
        <a:p>
          <a:endParaRPr lang="en-US"/>
        </a:p>
      </dgm:t>
    </dgm:pt>
    <dgm:pt modelId="{0A42077C-BC50-4FEE-8C8A-984785F64A1A}">
      <dgm:prSet custT="1"/>
      <dgm:spPr/>
      <dgm:t>
        <a:bodyPr/>
        <a:lstStyle/>
        <a:p>
          <a:r>
            <a:rPr lang="en-US" sz="900" dirty="0"/>
            <a:t>Next Gen- Sankhala </a:t>
          </a:r>
        </a:p>
      </dgm:t>
    </dgm:pt>
    <dgm:pt modelId="{665DDC27-3271-47D6-9AC8-290181F2A5AB}" type="parTrans" cxnId="{5460F64D-1D48-4EF0-8F71-CD0CD51AB1DD}">
      <dgm:prSet/>
      <dgm:spPr/>
      <dgm:t>
        <a:bodyPr/>
        <a:lstStyle/>
        <a:p>
          <a:endParaRPr lang="en-US"/>
        </a:p>
      </dgm:t>
    </dgm:pt>
    <dgm:pt modelId="{335C63B3-47B3-470B-BF18-29D424F3DFB3}" type="sibTrans" cxnId="{5460F64D-1D48-4EF0-8F71-CD0CD51AB1DD}">
      <dgm:prSet/>
      <dgm:spPr/>
      <dgm:t>
        <a:bodyPr/>
        <a:lstStyle/>
        <a:p>
          <a:endParaRPr lang="en-US"/>
        </a:p>
      </dgm:t>
    </dgm:pt>
    <dgm:pt modelId="{BEE7CBF4-9B23-435F-A5FE-233808673CC9}">
      <dgm:prSet custT="1"/>
      <dgm:spPr/>
      <dgm:t>
        <a:bodyPr/>
        <a:lstStyle/>
        <a:p>
          <a:r>
            <a:rPr lang="en-US" sz="900" dirty="0"/>
            <a:t>UCSF</a:t>
          </a:r>
        </a:p>
      </dgm:t>
    </dgm:pt>
    <dgm:pt modelId="{F3D6409D-7D35-457D-83C5-B1A2E866FAA1}" type="parTrans" cxnId="{6374F535-7E38-4FC5-9A28-DE97838EE82F}">
      <dgm:prSet/>
      <dgm:spPr/>
      <dgm:t>
        <a:bodyPr/>
        <a:lstStyle/>
        <a:p>
          <a:endParaRPr lang="en-US"/>
        </a:p>
      </dgm:t>
    </dgm:pt>
    <dgm:pt modelId="{124D83BA-9D9D-4A5B-9B1A-FE97DC687F00}" type="sibTrans" cxnId="{6374F535-7E38-4FC5-9A28-DE97838EE82F}">
      <dgm:prSet/>
      <dgm:spPr/>
      <dgm:t>
        <a:bodyPr/>
        <a:lstStyle/>
        <a:p>
          <a:endParaRPr lang="en-US"/>
        </a:p>
      </dgm:t>
    </dgm:pt>
    <dgm:pt modelId="{319BFD5E-2246-46CF-BB44-7848D325B29C}">
      <dgm:prSet custT="1"/>
      <dgm:spPr/>
      <dgm:t>
        <a:bodyPr/>
        <a:lstStyle/>
        <a:p>
          <a:r>
            <a:rPr lang="en-US" sz="900" dirty="0"/>
            <a:t>Oregon State Health</a:t>
          </a:r>
        </a:p>
      </dgm:t>
    </dgm:pt>
    <dgm:pt modelId="{71D69D30-5218-413E-B713-EF20556F1468}" type="parTrans" cxnId="{4B35EA6E-BAC9-47D5-939F-BF8374C27220}">
      <dgm:prSet/>
      <dgm:spPr/>
      <dgm:t>
        <a:bodyPr/>
        <a:lstStyle/>
        <a:p>
          <a:endParaRPr lang="en-US"/>
        </a:p>
      </dgm:t>
    </dgm:pt>
    <dgm:pt modelId="{DE8AF7A3-CA5C-4F45-9758-686648CFF382}" type="sibTrans" cxnId="{4B35EA6E-BAC9-47D5-939F-BF8374C27220}">
      <dgm:prSet/>
      <dgm:spPr/>
      <dgm:t>
        <a:bodyPr/>
        <a:lstStyle/>
        <a:p>
          <a:endParaRPr lang="en-US"/>
        </a:p>
      </dgm:t>
    </dgm:pt>
    <dgm:pt modelId="{84638756-2669-40F3-BEBF-8D0BBB4A8625}">
      <dgm:prSet custT="1"/>
      <dgm:spPr/>
      <dgm:t>
        <a:bodyPr/>
        <a:lstStyle/>
        <a:p>
          <a:r>
            <a:rPr lang="en-US" sz="900" dirty="0"/>
            <a:t>UC Davis </a:t>
          </a:r>
        </a:p>
      </dgm:t>
    </dgm:pt>
    <dgm:pt modelId="{1A090849-83CE-452D-B63D-C20F77A71DC5}" type="parTrans" cxnId="{E500C844-6F8E-4803-B747-380D191D7189}">
      <dgm:prSet/>
      <dgm:spPr/>
      <dgm:t>
        <a:bodyPr/>
        <a:lstStyle/>
        <a:p>
          <a:endParaRPr lang="en-US"/>
        </a:p>
      </dgm:t>
    </dgm:pt>
    <dgm:pt modelId="{15123588-8630-401E-93D8-117B4679F30F}" type="sibTrans" cxnId="{E500C844-6F8E-4803-B747-380D191D7189}">
      <dgm:prSet/>
      <dgm:spPr/>
      <dgm:t>
        <a:bodyPr/>
        <a:lstStyle/>
        <a:p>
          <a:endParaRPr lang="en-US"/>
        </a:p>
      </dgm:t>
    </dgm:pt>
    <dgm:pt modelId="{F507CC44-5B93-493F-B8B1-B840A49A14D1}">
      <dgm:prSet custT="1"/>
      <dgm:spPr/>
      <dgm:t>
        <a:bodyPr/>
        <a:lstStyle/>
        <a:p>
          <a:r>
            <a:rPr lang="en-US" sz="900" dirty="0"/>
            <a:t>Univ of Kansas </a:t>
          </a:r>
        </a:p>
      </dgm:t>
    </dgm:pt>
    <dgm:pt modelId="{36AE9191-F1D8-44C5-B56E-C9BC386724DE}" type="parTrans" cxnId="{91786BA1-F084-4357-A729-4BAEEA1A44B6}">
      <dgm:prSet/>
      <dgm:spPr/>
      <dgm:t>
        <a:bodyPr/>
        <a:lstStyle/>
        <a:p>
          <a:endParaRPr lang="en-US"/>
        </a:p>
      </dgm:t>
    </dgm:pt>
    <dgm:pt modelId="{2144CFCE-DF9F-4D91-BC52-52C654E96638}" type="sibTrans" cxnId="{91786BA1-F084-4357-A729-4BAEEA1A44B6}">
      <dgm:prSet/>
      <dgm:spPr/>
      <dgm:t>
        <a:bodyPr/>
        <a:lstStyle/>
        <a:p>
          <a:endParaRPr lang="en-US"/>
        </a:p>
      </dgm:t>
    </dgm:pt>
    <dgm:pt modelId="{9A5A2B3A-6466-4AA0-863C-CFF49ACC5A1D}">
      <dgm:prSet custT="1"/>
      <dgm:spPr/>
      <dgm:t>
        <a:bodyPr/>
        <a:lstStyle/>
        <a:p>
          <a:r>
            <a:rPr lang="en-US" sz="900" dirty="0"/>
            <a:t>Tennessee Oncology </a:t>
          </a:r>
          <a:r>
            <a:rPr lang="en-US" sz="900" dirty="0" err="1"/>
            <a:t>Pllc</a:t>
          </a:r>
          <a:endParaRPr lang="en-US" sz="900" dirty="0"/>
        </a:p>
      </dgm:t>
    </dgm:pt>
    <dgm:pt modelId="{618F7818-220A-4428-B4D3-0E2BA5C124DE}" type="parTrans" cxnId="{0296B197-042C-4CA0-8B2F-0CA375885CBB}">
      <dgm:prSet/>
      <dgm:spPr/>
      <dgm:t>
        <a:bodyPr/>
        <a:lstStyle/>
        <a:p>
          <a:endParaRPr lang="en-US"/>
        </a:p>
      </dgm:t>
    </dgm:pt>
    <dgm:pt modelId="{046CB980-3195-41DA-9295-06764F5DB2CB}" type="sibTrans" cxnId="{0296B197-042C-4CA0-8B2F-0CA375885CBB}">
      <dgm:prSet/>
      <dgm:spPr/>
      <dgm:t>
        <a:bodyPr/>
        <a:lstStyle/>
        <a:p>
          <a:endParaRPr lang="en-US"/>
        </a:p>
      </dgm:t>
    </dgm:pt>
    <dgm:pt modelId="{3BC28110-0687-4AC7-A879-BE19C8B8DD31}">
      <dgm:prSet custT="1"/>
      <dgm:spPr/>
      <dgm:t>
        <a:bodyPr/>
        <a:lstStyle/>
        <a:p>
          <a:r>
            <a:rPr lang="en-US" sz="900" dirty="0"/>
            <a:t>Oncology Specialties P.C.</a:t>
          </a:r>
        </a:p>
      </dgm:t>
    </dgm:pt>
    <dgm:pt modelId="{BDFDA38C-BD05-4837-AC3B-2C86A5EDFCF9}" type="parTrans" cxnId="{655125C5-319D-444A-AB95-CB58BF86C557}">
      <dgm:prSet/>
      <dgm:spPr/>
      <dgm:t>
        <a:bodyPr/>
        <a:lstStyle/>
        <a:p>
          <a:endParaRPr lang="en-US"/>
        </a:p>
      </dgm:t>
    </dgm:pt>
    <dgm:pt modelId="{7AA46002-A3A7-42D0-897E-BB6E9C8B0376}" type="sibTrans" cxnId="{655125C5-319D-444A-AB95-CB58BF86C557}">
      <dgm:prSet/>
      <dgm:spPr/>
      <dgm:t>
        <a:bodyPr/>
        <a:lstStyle/>
        <a:p>
          <a:endParaRPr lang="en-US"/>
        </a:p>
      </dgm:t>
    </dgm:pt>
    <dgm:pt modelId="{2FCE4E7C-988E-4CBA-886D-DD59B8F7A91A}">
      <dgm:prSet custT="1"/>
      <dgm:spPr/>
      <dgm:t>
        <a:bodyPr/>
        <a:lstStyle/>
        <a:p>
          <a:r>
            <a:rPr lang="en-US" sz="900" dirty="0"/>
            <a:t>Rocky Mountain Cancer Centers Llp</a:t>
          </a:r>
        </a:p>
      </dgm:t>
    </dgm:pt>
    <dgm:pt modelId="{D25424A7-75C1-43DF-8E22-B6E1BF2B6B63}" type="parTrans" cxnId="{6A5B0563-F782-4C70-88EB-165378C4CB62}">
      <dgm:prSet/>
      <dgm:spPr/>
      <dgm:t>
        <a:bodyPr/>
        <a:lstStyle/>
        <a:p>
          <a:endParaRPr lang="en-US"/>
        </a:p>
      </dgm:t>
    </dgm:pt>
    <dgm:pt modelId="{21237C60-8AD9-48F2-8328-1D9E1FB26EA3}" type="sibTrans" cxnId="{6A5B0563-F782-4C70-88EB-165378C4CB62}">
      <dgm:prSet/>
      <dgm:spPr/>
      <dgm:t>
        <a:bodyPr/>
        <a:lstStyle/>
        <a:p>
          <a:endParaRPr lang="en-US"/>
        </a:p>
      </dgm:t>
    </dgm:pt>
    <dgm:pt modelId="{A6D2952F-D88E-4B7B-9AD5-85D537D7C14D}" type="pres">
      <dgm:prSet presAssocID="{379DCCEA-2FB6-434E-A42E-F480EB1F617C}" presName="Name0" presStyleCnt="0">
        <dgm:presLayoutVars>
          <dgm:dir/>
          <dgm:animLvl val="lvl"/>
          <dgm:resizeHandles val="exact"/>
        </dgm:presLayoutVars>
      </dgm:prSet>
      <dgm:spPr/>
    </dgm:pt>
    <dgm:pt modelId="{3714B1EB-A0A3-4781-9BAB-7A63C0D7574C}" type="pres">
      <dgm:prSet presAssocID="{74F41607-8D45-4AE5-9A94-0E3F93FE823E}" presName="composite" presStyleCnt="0"/>
      <dgm:spPr/>
    </dgm:pt>
    <dgm:pt modelId="{C78F1DDC-ADFB-41FC-9D51-03BFB1D2956C}" type="pres">
      <dgm:prSet presAssocID="{74F41607-8D45-4AE5-9A94-0E3F93FE823E}" presName="parTx" presStyleLbl="alignNode1" presStyleIdx="0" presStyleCnt="3" custLinFactNeighborX="2746" custLinFactNeighborY="3072">
        <dgm:presLayoutVars>
          <dgm:chMax val="0"/>
          <dgm:chPref val="0"/>
          <dgm:bulletEnabled val="1"/>
        </dgm:presLayoutVars>
      </dgm:prSet>
      <dgm:spPr/>
    </dgm:pt>
    <dgm:pt modelId="{3768AE30-3FE7-4C2D-A5A9-C078060B4140}" type="pres">
      <dgm:prSet presAssocID="{74F41607-8D45-4AE5-9A94-0E3F93FE823E}" presName="desTx" presStyleLbl="alignAccFollowNode1" presStyleIdx="0" presStyleCnt="3" custLinFactY="673122" custLinFactNeighborX="2136" custLinFactNeighborY="700000">
        <dgm:presLayoutVars>
          <dgm:bulletEnabled val="1"/>
        </dgm:presLayoutVars>
      </dgm:prSet>
      <dgm:spPr/>
    </dgm:pt>
    <dgm:pt modelId="{6A2F0B06-A7C9-4AD3-A875-08822A935143}" type="pres">
      <dgm:prSet presAssocID="{54B2D8CA-B478-4844-90EE-33B10873C091}" presName="space" presStyleCnt="0"/>
      <dgm:spPr/>
    </dgm:pt>
    <dgm:pt modelId="{7341CC9B-214C-465A-A7F1-6932D455748D}" type="pres">
      <dgm:prSet presAssocID="{3923ADAE-5C10-4033-8C92-207C9945D76F}" presName="composite" presStyleCnt="0"/>
      <dgm:spPr/>
    </dgm:pt>
    <dgm:pt modelId="{F0C461F3-08ED-4E65-B2B1-9FEBF9AFFDF8}" type="pres">
      <dgm:prSet presAssocID="{3923ADAE-5C10-4033-8C92-207C9945D76F}" presName="parTx" presStyleLbl="alignNode1" presStyleIdx="1" presStyleCnt="3">
        <dgm:presLayoutVars>
          <dgm:chMax val="0"/>
          <dgm:chPref val="0"/>
          <dgm:bulletEnabled val="1"/>
        </dgm:presLayoutVars>
      </dgm:prSet>
      <dgm:spPr/>
    </dgm:pt>
    <dgm:pt modelId="{5B21849E-99BA-44F3-A422-700F26A41505}" type="pres">
      <dgm:prSet presAssocID="{3923ADAE-5C10-4033-8C92-207C9945D76F}" presName="desTx" presStyleLbl="alignAccFollowNode1" presStyleIdx="1" presStyleCnt="3">
        <dgm:presLayoutVars>
          <dgm:bulletEnabled val="1"/>
        </dgm:presLayoutVars>
      </dgm:prSet>
      <dgm:spPr/>
    </dgm:pt>
    <dgm:pt modelId="{F89D01A6-FB02-491A-A073-DAC125848840}" type="pres">
      <dgm:prSet presAssocID="{F4D5ED22-9B2D-4786-A94E-0E434655070B}" presName="space" presStyleCnt="0"/>
      <dgm:spPr/>
    </dgm:pt>
    <dgm:pt modelId="{84C7FCCD-A5A8-4C71-B9EF-00070180474A}" type="pres">
      <dgm:prSet presAssocID="{59E408FF-43D3-4FEE-A79A-8371B5B14518}" presName="composite" presStyleCnt="0"/>
      <dgm:spPr/>
    </dgm:pt>
    <dgm:pt modelId="{5B5AB861-2154-4342-A005-DAF402CA9511}" type="pres">
      <dgm:prSet presAssocID="{59E408FF-43D3-4FEE-A79A-8371B5B14518}" presName="parTx" presStyleLbl="alignNode1" presStyleIdx="2" presStyleCnt="3" custLinFactNeighborY="4875">
        <dgm:presLayoutVars>
          <dgm:chMax val="0"/>
          <dgm:chPref val="0"/>
          <dgm:bulletEnabled val="1"/>
        </dgm:presLayoutVars>
      </dgm:prSet>
      <dgm:spPr/>
    </dgm:pt>
    <dgm:pt modelId="{1135E43D-C18A-4127-8155-441B12E16712}" type="pres">
      <dgm:prSet presAssocID="{59E408FF-43D3-4FEE-A79A-8371B5B14518}" presName="desTx" presStyleLbl="alignAccFollowNode1" presStyleIdx="2" presStyleCnt="3">
        <dgm:presLayoutVars>
          <dgm:bulletEnabled val="1"/>
        </dgm:presLayoutVars>
      </dgm:prSet>
      <dgm:spPr/>
    </dgm:pt>
  </dgm:ptLst>
  <dgm:cxnLst>
    <dgm:cxn modelId="{5F32A402-4F25-44A2-A1B5-AFB8FAB77585}" srcId="{3923ADAE-5C10-4033-8C92-207C9945D76F}" destId="{DE16D77E-615E-4101-9DDB-C168EDF74AA7}" srcOrd="6" destOrd="0" parTransId="{901CE521-0C47-439D-9DC4-C8C2DD8E5156}" sibTransId="{A3E88DC3-5EAB-497C-8132-DE9C8874130A}"/>
    <dgm:cxn modelId="{B8A1A703-6580-4B55-A997-C308F46526AE}" srcId="{59E408FF-43D3-4FEE-A79A-8371B5B14518}" destId="{E35BEFF8-DFD4-474B-9995-25F423FCFC0E}" srcOrd="5" destOrd="0" parTransId="{333EB152-C1ED-4C33-8D40-A1DEBA4D429F}" sibTransId="{4FA5A9CA-B396-460C-9582-124B790B0510}"/>
    <dgm:cxn modelId="{16EAD006-6E7E-4189-8F28-C1D161DD5228}" type="presOf" srcId="{0A42077C-BC50-4FEE-8C8A-984785F64A1A}" destId="{1135E43D-C18A-4127-8155-441B12E16712}" srcOrd="0" destOrd="29" presId="urn:microsoft.com/office/officeart/2005/8/layout/hList1"/>
    <dgm:cxn modelId="{DDD3210B-2607-4F2F-AF5E-85B6FE891537}" srcId="{59E408FF-43D3-4FEE-A79A-8371B5B14518}" destId="{9B3E072B-895E-42E2-894E-750C39071671}" srcOrd="10" destOrd="0" parTransId="{2693EA09-ED97-41D4-8EB6-11B8E265F49C}" sibTransId="{1AAD30AE-5B25-48E7-BC0B-AF07026AD716}"/>
    <dgm:cxn modelId="{BD82CF0B-5104-4CF5-9BD3-A34AACC60DC0}" srcId="{59E408FF-43D3-4FEE-A79A-8371B5B14518}" destId="{813AA232-C485-44EE-AF45-C1B66F0EFBFA}" srcOrd="1" destOrd="0" parTransId="{C275ABD6-EC45-4A9C-AEC2-B80F565D88CC}" sibTransId="{031B5628-2775-46CE-A9D0-FC9EF463F605}"/>
    <dgm:cxn modelId="{B003500F-13A4-4433-80CB-2BFD08CB3530}" type="presOf" srcId="{F507CC44-5B93-493F-B8B1-B840A49A14D1}" destId="{1135E43D-C18A-4127-8155-441B12E16712}" srcOrd="0" destOrd="33" presId="urn:microsoft.com/office/officeart/2005/8/layout/hList1"/>
    <dgm:cxn modelId="{DAF9D511-0B48-4878-947C-586740761344}" srcId="{59E408FF-43D3-4FEE-A79A-8371B5B14518}" destId="{C1ED5391-BA8C-40BA-BA62-CBE5A10DA7E4}" srcOrd="27" destOrd="0" parTransId="{26B05FBD-AE14-4A9F-A2A8-B799A4C0E95F}" sibTransId="{60B218F5-B982-4AD5-AC78-89C4850A92F3}"/>
    <dgm:cxn modelId="{841EE515-584F-4588-8EC1-09C186E7BB3C}" type="presOf" srcId="{59B7ABE6-2B28-4932-83C7-DFB7CE566577}" destId="{1135E43D-C18A-4127-8155-441B12E16712}" srcOrd="0" destOrd="2" presId="urn:microsoft.com/office/officeart/2005/8/layout/hList1"/>
    <dgm:cxn modelId="{14E88B18-BBE8-4C38-8C9C-678C445D2143}" type="presOf" srcId="{813AA232-C485-44EE-AF45-C1B66F0EFBFA}" destId="{1135E43D-C18A-4127-8155-441B12E16712}" srcOrd="0" destOrd="1" presId="urn:microsoft.com/office/officeart/2005/8/layout/hList1"/>
    <dgm:cxn modelId="{81B54E19-458F-4841-99A8-F9C1355C36CE}" type="presOf" srcId="{379DCCEA-2FB6-434E-A42E-F480EB1F617C}" destId="{A6D2952F-D88E-4B7B-9AD5-85D537D7C14D}" srcOrd="0" destOrd="0" presId="urn:microsoft.com/office/officeart/2005/8/layout/hList1"/>
    <dgm:cxn modelId="{39AE9519-F5C8-4983-9E80-1049ADC777FA}" type="presOf" srcId="{C3515EF7-61B0-48C2-B571-D6ACAEB39545}" destId="{3768AE30-3FE7-4C2D-A5A9-C078060B4140}" srcOrd="0" destOrd="19" presId="urn:microsoft.com/office/officeart/2005/8/layout/hList1"/>
    <dgm:cxn modelId="{A577211A-9D09-437B-BF87-4B0ACDD9B893}" srcId="{59E408FF-43D3-4FEE-A79A-8371B5B14518}" destId="{59B7ABE6-2B28-4932-83C7-DFB7CE566577}" srcOrd="2" destOrd="0" parTransId="{3D308C13-7351-4EDB-8755-FD99CE41485A}" sibTransId="{F346A992-F630-4E49-8D28-EBA42690030E}"/>
    <dgm:cxn modelId="{50AF611D-E33E-4287-9AF8-2E8D420E2A73}" type="presOf" srcId="{3229AB7F-C2BE-40E4-B782-C654AFCAD0CA}" destId="{3768AE30-3FE7-4C2D-A5A9-C078060B4140}" srcOrd="0" destOrd="22" presId="urn:microsoft.com/office/officeart/2005/8/layout/hList1"/>
    <dgm:cxn modelId="{2E450320-83FE-4EE9-967B-D48FC0D0A136}" type="presOf" srcId="{78BEAE15-A614-4F14-854E-430E380D2DFE}" destId="{5B21849E-99BA-44F3-A422-700F26A41505}" srcOrd="0" destOrd="9" presId="urn:microsoft.com/office/officeart/2005/8/layout/hList1"/>
    <dgm:cxn modelId="{60039F23-0626-4752-AAB9-84C14C17F552}" type="presOf" srcId="{BEE7CBF4-9B23-435F-A5FE-233808673CC9}" destId="{1135E43D-C18A-4127-8155-441B12E16712}" srcOrd="0" destOrd="30" presId="urn:microsoft.com/office/officeart/2005/8/layout/hList1"/>
    <dgm:cxn modelId="{1A8C2324-C3C0-4A00-B86C-278CF73BB34F}" type="presOf" srcId="{05CDDBB6-F41D-4C17-9927-DA41A53122D7}" destId="{3768AE30-3FE7-4C2D-A5A9-C078060B4140}" srcOrd="0" destOrd="14" presId="urn:microsoft.com/office/officeart/2005/8/layout/hList1"/>
    <dgm:cxn modelId="{2BD73124-21C8-4BFA-BBF6-3710951B338C}" type="presOf" srcId="{DE16D77E-615E-4101-9DDB-C168EDF74AA7}" destId="{5B21849E-99BA-44F3-A422-700F26A41505}" srcOrd="0" destOrd="6" presId="urn:microsoft.com/office/officeart/2005/8/layout/hList1"/>
    <dgm:cxn modelId="{C58DC126-67E2-44C2-B1DD-9146792B46FD}" srcId="{3923ADAE-5C10-4033-8C92-207C9945D76F}" destId="{C8FD9148-8604-4B1F-919B-1E42863953C3}" srcOrd="4" destOrd="0" parTransId="{6B0B7B5B-EABD-400F-AF09-E3D41742C76E}" sibTransId="{D7AFF4AD-E183-439E-9DA3-1FA50826EDA2}"/>
    <dgm:cxn modelId="{E34CA328-7341-4BBE-94D4-0597713EB03D}" srcId="{74F41607-8D45-4AE5-9A94-0E3F93FE823E}" destId="{891C49BD-9C67-442D-A6B5-04D3A40DD9E9}" srcOrd="9" destOrd="0" parTransId="{68470A91-87C0-4A9B-A177-6D29552EFC51}" sibTransId="{3D5276C0-1E42-4794-B727-0BAB173D115D}"/>
    <dgm:cxn modelId="{99AC1529-2AD6-42BF-938A-3E1377142799}" type="presOf" srcId="{9B3E072B-895E-42E2-894E-750C39071671}" destId="{1135E43D-C18A-4127-8155-441B12E16712}" srcOrd="0" destOrd="10" presId="urn:microsoft.com/office/officeart/2005/8/layout/hList1"/>
    <dgm:cxn modelId="{DFFEA029-480E-4E3E-9334-8F65734B9B37}" type="presOf" srcId="{0BE398E1-0A62-4FC3-8E8F-54ACD085E7EB}" destId="{5B21849E-99BA-44F3-A422-700F26A41505}" srcOrd="0" destOrd="10" presId="urn:microsoft.com/office/officeart/2005/8/layout/hList1"/>
    <dgm:cxn modelId="{4A269D32-E857-4CE7-9AC8-B62AE7D01C72}" type="presOf" srcId="{CA372437-BC81-4C48-BE76-912DFBA267A6}" destId="{3768AE30-3FE7-4C2D-A5A9-C078060B4140}" srcOrd="0" destOrd="17" presId="urn:microsoft.com/office/officeart/2005/8/layout/hList1"/>
    <dgm:cxn modelId="{435B2A33-EC0B-4D2D-896E-77337945F97A}" srcId="{74F41607-8D45-4AE5-9A94-0E3F93FE823E}" destId="{822C9633-2C99-433E-866D-B72976604278}" srcOrd="5" destOrd="0" parTransId="{EFDFA61D-D26E-4800-92D6-245FB52F9A5E}" sibTransId="{7F53B9DF-2812-44C9-8D5C-58623C10A4C7}"/>
    <dgm:cxn modelId="{B6393D35-3B7F-4441-834F-BCF104677966}" srcId="{59E408FF-43D3-4FEE-A79A-8371B5B14518}" destId="{596924F9-CEDA-4FF0-BB11-2E35D2079AC3}" srcOrd="14" destOrd="0" parTransId="{92DB2A32-08E8-46F8-A494-1BE609C31C9A}" sibTransId="{E811A52F-E93E-42B3-8760-8F9CEB6F0A26}"/>
    <dgm:cxn modelId="{6374F535-7E38-4FC5-9A28-DE97838EE82F}" srcId="{59E408FF-43D3-4FEE-A79A-8371B5B14518}" destId="{BEE7CBF4-9B23-435F-A5FE-233808673CC9}" srcOrd="30" destOrd="0" parTransId="{F3D6409D-7D35-457D-83C5-B1A2E866FAA1}" sibTransId="{124D83BA-9D9D-4A5B-9B1A-FE97DC687F00}"/>
    <dgm:cxn modelId="{7A1D7A36-957F-4FAA-9935-B28F9BFF01BB}" type="presOf" srcId="{E7ECDAE0-1465-41FF-9E34-6DF10A535AD5}" destId="{5B21849E-99BA-44F3-A422-700F26A41505}" srcOrd="0" destOrd="2" presId="urn:microsoft.com/office/officeart/2005/8/layout/hList1"/>
    <dgm:cxn modelId="{E5F5B736-3574-49BE-BA25-DBCD063F5968}" srcId="{74F41607-8D45-4AE5-9A94-0E3F93FE823E}" destId="{3229AB7F-C2BE-40E4-B782-C654AFCAD0CA}" srcOrd="22" destOrd="0" parTransId="{D7185BCF-19AD-4282-A1EE-B85B81FC4486}" sibTransId="{8284CC8E-8DE4-4B69-B983-5D26D989736D}"/>
    <dgm:cxn modelId="{59C29F37-B613-4A46-BAE6-9F9FCB486DE0}" type="presOf" srcId="{50E9D0EA-D892-42E9-B74F-F5D45B2E83F4}" destId="{1135E43D-C18A-4127-8155-441B12E16712}" srcOrd="0" destOrd="6" presId="urn:microsoft.com/office/officeart/2005/8/layout/hList1"/>
    <dgm:cxn modelId="{47D4AF3A-DF39-49DD-ABC3-804066DA86D6}" type="presOf" srcId="{0762814B-FC9C-46C2-8FB8-503B4FC2A712}" destId="{3768AE30-3FE7-4C2D-A5A9-C078060B4140}" srcOrd="0" destOrd="4" presId="urn:microsoft.com/office/officeart/2005/8/layout/hList1"/>
    <dgm:cxn modelId="{86CC353D-300D-4BAF-92BE-0C80F796A2B8}" type="presOf" srcId="{0DBC780D-1A7A-465F-BF62-96D20555800A}" destId="{5B21849E-99BA-44F3-A422-700F26A41505}" srcOrd="0" destOrd="0" presId="urn:microsoft.com/office/officeart/2005/8/layout/hList1"/>
    <dgm:cxn modelId="{1FCF773D-F431-45AF-80D5-4D0E6DB563D8}" srcId="{3923ADAE-5C10-4033-8C92-207C9945D76F}" destId="{0DBC780D-1A7A-465F-BF62-96D20555800A}" srcOrd="0" destOrd="0" parTransId="{FAA18A31-F20F-46DF-825A-5BFDFA79BA6E}" sibTransId="{79A5DB0A-B76B-4890-85BD-A8403B2283F9}"/>
    <dgm:cxn modelId="{460FC440-4DCC-4463-9952-F6B87AFE9D9F}" type="presOf" srcId="{F45C83CF-7096-4BCD-9917-486831E058F2}" destId="{1135E43D-C18A-4127-8155-441B12E16712}" srcOrd="0" destOrd="0" presId="urn:microsoft.com/office/officeart/2005/8/layout/hList1"/>
    <dgm:cxn modelId="{E97A5B5C-A7CC-491A-93CE-90BF48DDD29A}" type="presOf" srcId="{B47B55AA-EA5F-43D4-9BF8-3382F1FA61ED}" destId="{3768AE30-3FE7-4C2D-A5A9-C078060B4140}" srcOrd="0" destOrd="13" presId="urn:microsoft.com/office/officeart/2005/8/layout/hList1"/>
    <dgm:cxn modelId="{0135625D-F920-47AC-A90E-5BF4A9BDB36C}" srcId="{379DCCEA-2FB6-434E-A42E-F480EB1F617C}" destId="{59E408FF-43D3-4FEE-A79A-8371B5B14518}" srcOrd="2" destOrd="0" parTransId="{6B24B9D1-BC00-45BF-A1DD-EB849A336D61}" sibTransId="{7804D912-3673-49A5-A884-BC69B64DE1BD}"/>
    <dgm:cxn modelId="{D0435E5F-697F-4D86-8115-FF5E6DAF2AA7}" type="presOf" srcId="{AFCFABE3-0522-4124-BBFF-7828A801C80E}" destId="{1135E43D-C18A-4127-8155-441B12E16712}" srcOrd="0" destOrd="15" presId="urn:microsoft.com/office/officeart/2005/8/layout/hList1"/>
    <dgm:cxn modelId="{953B8A41-B02C-4519-8976-DAB5DEA17746}" srcId="{74F41607-8D45-4AE5-9A94-0E3F93FE823E}" destId="{7902AF15-9081-4986-9EDE-FFB05388644C}" srcOrd="16" destOrd="0" parTransId="{38D8A1D5-6CBE-462F-8071-4046932B56D5}" sibTransId="{1AEA7F22-717D-4376-B195-8F73933DCFBD}"/>
    <dgm:cxn modelId="{1949A641-1997-4783-85A0-1D2F35F1486E}" type="presOf" srcId="{84638756-2669-40F3-BEBF-8D0BBB4A8625}" destId="{1135E43D-C18A-4127-8155-441B12E16712}" srcOrd="0" destOrd="32" presId="urn:microsoft.com/office/officeart/2005/8/layout/hList1"/>
    <dgm:cxn modelId="{C15DFF61-EBAF-4157-83CF-27E144FF7601}" srcId="{3923ADAE-5C10-4033-8C92-207C9945D76F}" destId="{E350AA6F-CBA2-47B5-B70C-9D16FFA8C773}" srcOrd="8" destOrd="0" parTransId="{086752EE-B71E-4A6A-850B-66711E7E4E74}" sibTransId="{63A8D806-6348-4DC8-AAEC-D656F8D19420}"/>
    <dgm:cxn modelId="{129E5442-1BC4-4AB3-9572-9FD533A1A1BE}" srcId="{59E408FF-43D3-4FEE-A79A-8371B5B14518}" destId="{90875313-FF60-43D1-9D4D-B2741509B4FB}" srcOrd="18" destOrd="0" parTransId="{9C4C9D94-A734-4307-BF70-1C85BBA9C3E3}" sibTransId="{38FF6628-C40B-48C7-9F82-63FEE5F0E165}"/>
    <dgm:cxn modelId="{6A5B0563-F782-4C70-88EB-165378C4CB62}" srcId="{59E408FF-43D3-4FEE-A79A-8371B5B14518}" destId="{2FCE4E7C-988E-4CBA-886D-DD59B8F7A91A}" srcOrd="24" destOrd="0" parTransId="{D25424A7-75C1-43DF-8E22-B6E1BF2B6B63}" sibTransId="{21237C60-8AD9-48F2-8328-1D9E1FB26EA3}"/>
    <dgm:cxn modelId="{0F071A44-01D3-465D-B047-5E5DBFE701F6}" type="presOf" srcId="{9A5A2B3A-6466-4AA0-863C-CFF49ACC5A1D}" destId="{1135E43D-C18A-4127-8155-441B12E16712}" srcOrd="0" destOrd="4" presId="urn:microsoft.com/office/officeart/2005/8/layout/hList1"/>
    <dgm:cxn modelId="{E500C844-6F8E-4803-B747-380D191D7189}" srcId="{59E408FF-43D3-4FEE-A79A-8371B5B14518}" destId="{84638756-2669-40F3-BEBF-8D0BBB4A8625}" srcOrd="32" destOrd="0" parTransId="{1A090849-83CE-452D-B63D-C20F77A71DC5}" sibTransId="{15123588-8630-401E-93D8-117B4679F30F}"/>
    <dgm:cxn modelId="{999D5E68-D862-44E2-80A0-68DDDCCA3915}" type="presOf" srcId="{8A726A9E-F38E-40D4-A65A-A276E0642F97}" destId="{3768AE30-3FE7-4C2D-A5A9-C078060B4140}" srcOrd="0" destOrd="1" presId="urn:microsoft.com/office/officeart/2005/8/layout/hList1"/>
    <dgm:cxn modelId="{6B7AB068-267E-4957-95E4-2A0F7DC17163}" type="presOf" srcId="{D2ADD106-24CF-4DFE-9090-F6949E649AAF}" destId="{1135E43D-C18A-4127-8155-441B12E16712}" srcOrd="0" destOrd="17" presId="urn:microsoft.com/office/officeart/2005/8/layout/hList1"/>
    <dgm:cxn modelId="{A8862649-0893-43E2-BF06-7D677C206512}" srcId="{74F41607-8D45-4AE5-9A94-0E3F93FE823E}" destId="{05CDDBB6-F41D-4C17-9927-DA41A53122D7}" srcOrd="14" destOrd="0" parTransId="{ED2A9FDB-7801-458F-B3E9-8D72C60CC934}" sibTransId="{0DDDFEF4-7EF1-4873-A6CA-3454A6853D3A}"/>
    <dgm:cxn modelId="{2DD1D969-3213-497C-8A51-9F83C9788068}" type="presOf" srcId="{51AC6004-9FAB-4225-9658-12C47A938129}" destId="{3768AE30-3FE7-4C2D-A5A9-C078060B4140}" srcOrd="0" destOrd="20" presId="urn:microsoft.com/office/officeart/2005/8/layout/hList1"/>
    <dgm:cxn modelId="{D2A6E369-BA4C-4C1D-8D31-0733B5512A02}" type="presOf" srcId="{2FCE4E7C-988E-4CBA-886D-DD59B8F7A91A}" destId="{1135E43D-C18A-4127-8155-441B12E16712}" srcOrd="0" destOrd="24" presId="urn:microsoft.com/office/officeart/2005/8/layout/hList1"/>
    <dgm:cxn modelId="{FB59106A-3206-4A51-88EB-E2246EDB9D06}" srcId="{74F41607-8D45-4AE5-9A94-0E3F93FE823E}" destId="{0762814B-FC9C-46C2-8FB8-503B4FC2A712}" srcOrd="4" destOrd="0" parTransId="{3F981D3A-637D-4268-BF14-E0E835B4ECDE}" sibTransId="{D0819D6A-0066-44B1-AA88-4FAB117D88CA}"/>
    <dgm:cxn modelId="{5F6F2D4A-9B72-44B2-939F-0F43946CDDC3}" srcId="{59E408FF-43D3-4FEE-A79A-8371B5B14518}" destId="{C1D97283-2129-4DA1-A641-3CE235E61734}" srcOrd="3" destOrd="0" parTransId="{A8EC35A2-3EC4-4EC5-B0AE-2CD1F39441FF}" sibTransId="{7931495B-B164-4E01-978A-9E04B8F88B85}"/>
    <dgm:cxn modelId="{9549804B-063E-4FBC-9D43-1F86F64CE4F4}" srcId="{59E408FF-43D3-4FEE-A79A-8371B5B14518}" destId="{F66D3349-927A-4BE6-A7E6-E377404445FB}" srcOrd="22" destOrd="0" parTransId="{E2B7A3E1-CA8F-434D-ACD0-B1B469611715}" sibTransId="{F512F6EB-8CD6-451D-9F12-097FFA78B843}"/>
    <dgm:cxn modelId="{D1B2B54C-E5BB-4969-A6FB-D591AB3AEF29}" srcId="{379DCCEA-2FB6-434E-A42E-F480EB1F617C}" destId="{74F41607-8D45-4AE5-9A94-0E3F93FE823E}" srcOrd="0" destOrd="0" parTransId="{2C17C5A6-1319-494A-A7C3-ABBF6D9C474E}" sibTransId="{54B2D8CA-B478-4844-90EE-33B10873C091}"/>
    <dgm:cxn modelId="{81AB0C6D-EF4A-4B0D-BFE0-50E950AE3167}" srcId="{3923ADAE-5C10-4033-8C92-207C9945D76F}" destId="{E2ED4203-042C-4F60-A4B5-B108C8B22A2B}" srcOrd="3" destOrd="0" parTransId="{02895C6A-4638-40A0-9D96-D0768ED8E907}" sibTransId="{F5E6B05A-56C2-4E30-989A-A2A1C7D1D297}"/>
    <dgm:cxn modelId="{71FBB56D-BC95-40F3-8C52-95638E4EFCE1}" type="presOf" srcId="{59E408FF-43D3-4FEE-A79A-8371B5B14518}" destId="{5B5AB861-2154-4342-A005-DAF402CA9511}" srcOrd="0" destOrd="0" presId="urn:microsoft.com/office/officeart/2005/8/layout/hList1"/>
    <dgm:cxn modelId="{5460F64D-1D48-4EF0-8F71-CD0CD51AB1DD}" srcId="{59E408FF-43D3-4FEE-A79A-8371B5B14518}" destId="{0A42077C-BC50-4FEE-8C8A-984785F64A1A}" srcOrd="29" destOrd="0" parTransId="{665DDC27-3271-47D6-9AC8-290181F2A5AB}" sibTransId="{335C63B3-47B3-470B-BF18-29D424F3DFB3}"/>
    <dgm:cxn modelId="{4B35EA6E-BAC9-47D5-939F-BF8374C27220}" srcId="{59E408FF-43D3-4FEE-A79A-8371B5B14518}" destId="{319BFD5E-2246-46CF-BB44-7848D325B29C}" srcOrd="31" destOrd="0" parTransId="{71D69D30-5218-413E-B713-EF20556F1468}" sibTransId="{DE8AF7A3-CA5C-4F45-9758-686648CFF382}"/>
    <dgm:cxn modelId="{9F84AD50-1F72-4F32-B653-F9FCD78AA686}" srcId="{59E408FF-43D3-4FEE-A79A-8371B5B14518}" destId="{A86CD6B7-0401-4CA2-BFC1-81C6819CDA08}" srcOrd="13" destOrd="0" parTransId="{F153C323-A723-466C-AFC3-E8FC9881B54C}" sibTransId="{7FD67328-8C0B-4AC5-9B69-5359E61A792B}"/>
    <dgm:cxn modelId="{06230651-0664-4D40-BA50-7C2B4DA57D90}" type="presOf" srcId="{319BFD5E-2246-46CF-BB44-7848D325B29C}" destId="{1135E43D-C18A-4127-8155-441B12E16712}" srcOrd="0" destOrd="31" presId="urn:microsoft.com/office/officeart/2005/8/layout/hList1"/>
    <dgm:cxn modelId="{FF260973-81A1-4574-B966-EC331042A7E5}" type="presOf" srcId="{06E7CA73-D629-4A86-BC01-F3A21401373D}" destId="{1135E43D-C18A-4127-8155-441B12E16712}" srcOrd="0" destOrd="16" presId="urn:microsoft.com/office/officeart/2005/8/layout/hList1"/>
    <dgm:cxn modelId="{8A239553-E85F-4B7C-BD3A-6CC701D79C51}" srcId="{74F41607-8D45-4AE5-9A94-0E3F93FE823E}" destId="{CEF49821-43B8-435B-9B7F-FD24BC5EC438}" srcOrd="3" destOrd="0" parTransId="{59781B98-3795-4D66-B6C1-F205720BB300}" sibTransId="{8092FE6A-B7A4-4818-BC50-ABEF41487B5D}"/>
    <dgm:cxn modelId="{051DC273-7E8E-4B6F-9B47-CEF58EBC2C74}" srcId="{59E408FF-43D3-4FEE-A79A-8371B5B14518}" destId="{A928269C-5B9B-470E-AF8C-186E9B625B29}" srcOrd="21" destOrd="0" parTransId="{C15061C9-054D-4AB7-8D0E-9DE50D1DB94F}" sibTransId="{7708EC56-C592-45A5-A8A3-E55D8E87429C}"/>
    <dgm:cxn modelId="{E5960957-1D43-4044-BD6C-D2CCF3223A1D}" srcId="{59E408FF-43D3-4FEE-A79A-8371B5B14518}" destId="{AFCFABE3-0522-4124-BBFF-7828A801C80E}" srcOrd="15" destOrd="0" parTransId="{563FDA99-1BC1-4403-B70F-CCC730D759C5}" sibTransId="{532EE5C6-C66D-4910-BBDD-A2D8A69D296F}"/>
    <dgm:cxn modelId="{2DB22877-83DF-4949-BFC4-D952EED88C76}" type="presOf" srcId="{C1D97283-2129-4DA1-A641-3CE235E61734}" destId="{1135E43D-C18A-4127-8155-441B12E16712}" srcOrd="0" destOrd="3" presId="urn:microsoft.com/office/officeart/2005/8/layout/hList1"/>
    <dgm:cxn modelId="{81A3A457-2BAD-4E6A-A078-A0DC2B4B1DE1}" type="presOf" srcId="{D05FB447-10EE-4472-B238-E37B65505061}" destId="{5B21849E-99BA-44F3-A422-700F26A41505}" srcOrd="0" destOrd="13" presId="urn:microsoft.com/office/officeart/2005/8/layout/hList1"/>
    <dgm:cxn modelId="{74B6A579-F1B9-46CC-BF4C-7CC328FE7246}" type="presOf" srcId="{EE42F10B-B2D5-460A-BAC3-F3BA0C738A7B}" destId="{5B21849E-99BA-44F3-A422-700F26A41505}" srcOrd="0" destOrd="7" presId="urn:microsoft.com/office/officeart/2005/8/layout/hList1"/>
    <dgm:cxn modelId="{499EBE59-4384-478D-8BDA-74A507E2783F}" srcId="{59E408FF-43D3-4FEE-A79A-8371B5B14518}" destId="{38A3E070-B678-4C55-B553-A79458AB0963}" srcOrd="8" destOrd="0" parTransId="{3D4DED94-09EF-4DC3-997E-D122595223FC}" sibTransId="{CB50C28E-98EE-42F3-A1B1-15269EF94CAC}"/>
    <dgm:cxn modelId="{2A10AD7B-2D3F-45B7-AAB4-821E45EB9FF0}" type="presOf" srcId="{B5232DC5-2B18-4719-A45F-7192E95056BA}" destId="{5B21849E-99BA-44F3-A422-700F26A41505}" srcOrd="0" destOrd="12" presId="urn:microsoft.com/office/officeart/2005/8/layout/hList1"/>
    <dgm:cxn modelId="{1765E77C-8D16-44BB-926C-4D39E9703843}" srcId="{3923ADAE-5C10-4033-8C92-207C9945D76F}" destId="{E7ECDAE0-1465-41FF-9E34-6DF10A535AD5}" srcOrd="2" destOrd="0" parTransId="{7B28C387-0E02-4C59-9A21-73FE4936DA31}" sibTransId="{5A1D2AF2-DC18-41C0-976D-7ED25DB0CFAF}"/>
    <dgm:cxn modelId="{A590D37D-64CE-417E-B4E6-16E446A55C94}" type="presOf" srcId="{891C49BD-9C67-442D-A6B5-04D3A40DD9E9}" destId="{3768AE30-3FE7-4C2D-A5A9-C078060B4140}" srcOrd="0" destOrd="9" presId="urn:microsoft.com/office/officeart/2005/8/layout/hList1"/>
    <dgm:cxn modelId="{B516327F-86B0-499F-9557-1DC3022B5373}" type="presOf" srcId="{A86CD6B7-0401-4CA2-BFC1-81C6819CDA08}" destId="{1135E43D-C18A-4127-8155-441B12E16712}" srcOrd="0" destOrd="13" presId="urn:microsoft.com/office/officeart/2005/8/layout/hList1"/>
    <dgm:cxn modelId="{31FF607F-F163-4FFE-9808-12CD77F9ADC4}" type="presOf" srcId="{C1ED5391-BA8C-40BA-BA62-CBE5A10DA7E4}" destId="{1135E43D-C18A-4127-8155-441B12E16712}" srcOrd="0" destOrd="27" presId="urn:microsoft.com/office/officeart/2005/8/layout/hList1"/>
    <dgm:cxn modelId="{CF6DE77F-BFEC-4F7E-B83F-3067CCD5956B}" srcId="{59E408FF-43D3-4FEE-A79A-8371B5B14518}" destId="{3E48B903-0EE4-4915-B0E9-87066A0002D8}" srcOrd="23" destOrd="0" parTransId="{88933944-97D1-4463-A625-EB9CC25C5867}" sibTransId="{4C3A8C0E-BF69-4932-8BEB-77D8164E1B49}"/>
    <dgm:cxn modelId="{4BD3BD80-6E72-4E85-87A9-36BE248C55B5}" srcId="{74F41607-8D45-4AE5-9A94-0E3F93FE823E}" destId="{57142BFA-3955-44B5-8370-75967ACDB41B}" srcOrd="11" destOrd="0" parTransId="{6507892B-6C86-47A5-A9F3-46ABD0B6D8EF}" sibTransId="{20D7ECE7-F00D-4802-9FDA-763791AE9827}"/>
    <dgm:cxn modelId="{60EF5581-3A91-4ED3-9F8C-5FCC5C36CB00}" type="presOf" srcId="{9EFFB373-C352-43D0-A197-25DC12705DB1}" destId="{1135E43D-C18A-4127-8155-441B12E16712}" srcOrd="0" destOrd="9" presId="urn:microsoft.com/office/officeart/2005/8/layout/hList1"/>
    <dgm:cxn modelId="{64228C84-96C8-4013-8F00-CC17BA0F2196}" type="presOf" srcId="{89EBB7BE-B846-49B1-B257-C5A8D722A096}" destId="{3768AE30-3FE7-4C2D-A5A9-C078060B4140}" srcOrd="0" destOrd="10" presId="urn:microsoft.com/office/officeart/2005/8/layout/hList1"/>
    <dgm:cxn modelId="{D3DFE986-DF31-49E6-83D1-7E6BD0626A4D}" type="presOf" srcId="{24968988-8168-4B7B-A621-C930DC3E58FC}" destId="{5B21849E-99BA-44F3-A422-700F26A41505}" srcOrd="0" destOrd="18" presId="urn:microsoft.com/office/officeart/2005/8/layout/hList1"/>
    <dgm:cxn modelId="{CDEA9C87-6553-48F7-A85F-CCCE3B40E7C6}" srcId="{59E408FF-43D3-4FEE-A79A-8371B5B14518}" destId="{D2ADD106-24CF-4DFE-9090-F6949E649AAF}" srcOrd="17" destOrd="0" parTransId="{BCCD3DAA-A746-4C28-82FC-EEE21E30E197}" sibTransId="{4B33E94B-5C82-4BE5-A508-5B589CE72431}"/>
    <dgm:cxn modelId="{21286988-0F3F-49F3-8DDC-5FD38A043A2F}" srcId="{3923ADAE-5C10-4033-8C92-207C9945D76F}" destId="{78BEAE15-A614-4F14-854E-430E380D2DFE}" srcOrd="9" destOrd="0" parTransId="{FF079014-0F0B-41BE-B7B3-35BC01181C22}" sibTransId="{D662D377-FABE-4ACB-96B5-565B788C1CC8}"/>
    <dgm:cxn modelId="{3A3E4D8A-4A50-4E18-A147-EE8F11049D17}" type="presOf" srcId="{7902AF15-9081-4986-9EDE-FFB05388644C}" destId="{3768AE30-3FE7-4C2D-A5A9-C078060B4140}" srcOrd="0" destOrd="16" presId="urn:microsoft.com/office/officeart/2005/8/layout/hList1"/>
    <dgm:cxn modelId="{C7D7B18C-22FF-4360-B248-6622EB80C0A1}" type="presOf" srcId="{FA720725-122B-497F-A6B8-09C82927068E}" destId="{1135E43D-C18A-4127-8155-441B12E16712}" srcOrd="0" destOrd="26" presId="urn:microsoft.com/office/officeart/2005/8/layout/hList1"/>
    <dgm:cxn modelId="{23A9C78D-FAC7-4E45-AE86-0A90DB464366}" srcId="{74F41607-8D45-4AE5-9A94-0E3F93FE823E}" destId="{51AC6004-9FAB-4225-9658-12C47A938129}" srcOrd="20" destOrd="0" parTransId="{EFF3FCDE-4C6D-4AA8-B682-BE234E5A1BF1}" sibTransId="{35BEE1D7-70B9-4C8E-87C2-BACEC3968B00}"/>
    <dgm:cxn modelId="{DEC2AB8E-D3BF-4448-9659-96FC8852B20A}" srcId="{74F41607-8D45-4AE5-9A94-0E3F93FE823E}" destId="{3734A845-1E09-425A-93B0-76B8F94ADC9B}" srcOrd="15" destOrd="0" parTransId="{12387E58-FB04-442C-8BAA-A804667B16BA}" sibTransId="{1B244C92-4BC2-4F53-A67D-5DB353B968C0}"/>
    <dgm:cxn modelId="{6A3DEA8E-8F79-4025-84AD-95F047CFE41E}" srcId="{3923ADAE-5C10-4033-8C92-207C9945D76F}" destId="{645E0A09-FD77-401B-8E8C-D82B452504FF}" srcOrd="19" destOrd="0" parTransId="{6C1CF8EC-1F7F-49B3-B4D1-87287B4901DD}" sibTransId="{A937276A-7E96-4C7E-9E6A-430EB3C0CCFD}"/>
    <dgm:cxn modelId="{130AB491-323A-45D1-A0B3-073F94D705EF}" type="presOf" srcId="{3BC28110-0687-4AC7-A879-BE19C8B8DD31}" destId="{1135E43D-C18A-4127-8155-441B12E16712}" srcOrd="0" destOrd="11" presId="urn:microsoft.com/office/officeart/2005/8/layout/hList1"/>
    <dgm:cxn modelId="{275CDE91-0F81-4180-B92D-254C24436BA3}" srcId="{59E408FF-43D3-4FEE-A79A-8371B5B14518}" destId="{50E9D0EA-D892-42E9-B74F-F5D45B2E83F4}" srcOrd="6" destOrd="0" parTransId="{A0B15F6E-CF7B-4850-A584-C48E6EBF2103}" sibTransId="{FDE75141-F48D-4290-9181-57B2210C21BE}"/>
    <dgm:cxn modelId="{B6D1FA91-E989-4D84-96FF-8EA8CC68297A}" type="presOf" srcId="{F10F337D-4D08-4DDF-8A15-5029CD864D52}" destId="{3768AE30-3FE7-4C2D-A5A9-C078060B4140}" srcOrd="0" destOrd="2" presId="urn:microsoft.com/office/officeart/2005/8/layout/hList1"/>
    <dgm:cxn modelId="{4C6F1F92-B89E-4CF8-BDDC-74AF6D708D5F}" srcId="{59E408FF-43D3-4FEE-A79A-8371B5B14518}" destId="{1860FE19-FC91-4A9E-BD97-2051308A44AE}" srcOrd="19" destOrd="0" parTransId="{82A2E3C7-D68A-4EAA-91AE-CE09F5C2715B}" sibTransId="{2D83DF4B-A573-4EFE-9F94-B948F53D4522}"/>
    <dgm:cxn modelId="{82BE5C93-B294-4DCA-9F54-B5E6145E9F0B}" srcId="{3923ADAE-5C10-4033-8C92-207C9945D76F}" destId="{D05FB447-10EE-4472-B238-E37B65505061}" srcOrd="13" destOrd="0" parTransId="{3A25C15C-63A4-4EB9-9723-6DB9DD20356B}" sibTransId="{FD4AD56B-A1C3-4D3B-934D-3221A89A1510}"/>
    <dgm:cxn modelId="{0296B197-042C-4CA0-8B2F-0CA375885CBB}" srcId="{59E408FF-43D3-4FEE-A79A-8371B5B14518}" destId="{9A5A2B3A-6466-4AA0-863C-CFF49ACC5A1D}" srcOrd="4" destOrd="0" parTransId="{618F7818-220A-4428-B4D3-0E2BA5C124DE}" sibTransId="{046CB980-3195-41DA-9295-06764F5DB2CB}"/>
    <dgm:cxn modelId="{0BB5C39A-EB4A-458A-9CC3-7D80184A8478}" type="presOf" srcId="{3C175C15-4969-47A7-A6E2-106C9C779BD1}" destId="{5B21849E-99BA-44F3-A422-700F26A41505}" srcOrd="0" destOrd="5" presId="urn:microsoft.com/office/officeart/2005/8/layout/hList1"/>
    <dgm:cxn modelId="{6AB6109C-9D70-40D0-A412-A856C4FA4421}" type="presOf" srcId="{E350AA6F-CBA2-47B5-B70C-9D16FFA8C773}" destId="{5B21849E-99BA-44F3-A422-700F26A41505}" srcOrd="0" destOrd="8" presId="urn:microsoft.com/office/officeart/2005/8/layout/hList1"/>
    <dgm:cxn modelId="{1B3D079D-C79E-4DE2-8A44-0F302655EE6E}" type="presOf" srcId="{3E48B903-0EE4-4915-B0E9-87066A0002D8}" destId="{1135E43D-C18A-4127-8155-441B12E16712}" srcOrd="0" destOrd="23" presId="urn:microsoft.com/office/officeart/2005/8/layout/hList1"/>
    <dgm:cxn modelId="{67D0239D-4341-4B72-BD39-ADC524634E07}" srcId="{74F41607-8D45-4AE5-9A94-0E3F93FE823E}" destId="{EF246C40-FC8C-44E3-95DD-F8CDEAD1746C}" srcOrd="6" destOrd="0" parTransId="{D3F53852-FC00-47B3-B189-DCB70A698B0C}" sibTransId="{EBC5F124-7581-45ED-8309-DC68BBCCEA53}"/>
    <dgm:cxn modelId="{0DFE639D-A16B-437D-9E2F-6C1CD95227AF}" type="presOf" srcId="{D5C63333-954B-4161-8836-A1635DE68C55}" destId="{3768AE30-3FE7-4C2D-A5A9-C078060B4140}" srcOrd="0" destOrd="12" presId="urn:microsoft.com/office/officeart/2005/8/layout/hList1"/>
    <dgm:cxn modelId="{60BA5BA1-39CA-4841-8ADA-BF788BE435AA}" srcId="{74F41607-8D45-4AE5-9A94-0E3F93FE823E}" destId="{F10F337D-4D08-4DDF-8A15-5029CD864D52}" srcOrd="2" destOrd="0" parTransId="{A1000DA9-63DC-42BF-AE44-591E8B8CA8F5}" sibTransId="{0D522F8C-0913-4BE9-8C5D-2C652E444016}"/>
    <dgm:cxn modelId="{147941A1-CA94-41A9-B99E-D89E4CE25E82}" srcId="{74F41607-8D45-4AE5-9A94-0E3F93FE823E}" destId="{C3515EF7-61B0-48C2-B571-D6ACAEB39545}" srcOrd="19" destOrd="0" parTransId="{96519DF1-C528-4634-9BF0-C2741ECFC846}" sibTransId="{69BD258C-57C9-4E4C-B51F-FCFEF21440C1}"/>
    <dgm:cxn modelId="{91786BA1-F084-4357-A729-4BAEEA1A44B6}" srcId="{59E408FF-43D3-4FEE-A79A-8371B5B14518}" destId="{F507CC44-5B93-493F-B8B1-B840A49A14D1}" srcOrd="33" destOrd="0" parTransId="{36AE9191-F1D8-44C5-B56E-C9BC386724DE}" sibTransId="{2144CFCE-DF9F-4D91-BC52-52C654E96638}"/>
    <dgm:cxn modelId="{882047A3-B03F-4C6E-A632-6DEF81CBD8E8}" type="presOf" srcId="{38A3E070-B678-4C55-B553-A79458AB0963}" destId="{1135E43D-C18A-4127-8155-441B12E16712}" srcOrd="0" destOrd="8" presId="urn:microsoft.com/office/officeart/2005/8/layout/hList1"/>
    <dgm:cxn modelId="{41389EA9-6A65-4CD6-BEFC-C5060FDF5AF7}" type="presOf" srcId="{2B55E283-F677-4079-89D8-CE89C96465D6}" destId="{1135E43D-C18A-4127-8155-441B12E16712}" srcOrd="0" destOrd="12" presId="urn:microsoft.com/office/officeart/2005/8/layout/hList1"/>
    <dgm:cxn modelId="{9AB424AA-C7B9-45AE-8BF8-7CE6E6562ECE}" srcId="{59E408FF-43D3-4FEE-A79A-8371B5B14518}" destId="{BD798F93-1E7A-41E7-B132-A294A7761D38}" srcOrd="20" destOrd="0" parTransId="{F6CAE260-A9CF-478C-BDF7-22934833A2AC}" sibTransId="{34D5621C-DB0D-4F0F-9CB7-1EA55B33C9EB}"/>
    <dgm:cxn modelId="{6CD727AD-1C4E-4C4C-B7B2-C75B2927012A}" srcId="{3923ADAE-5C10-4033-8C92-207C9945D76F}" destId="{E1A0A1C7-CE0F-44F5-80AE-6586E58650AF}" srcOrd="14" destOrd="0" parTransId="{AB47592B-021C-4B97-BA00-D6CDCBC13515}" sibTransId="{84ECA3C8-ECE1-438F-84A6-6E2453A69204}"/>
    <dgm:cxn modelId="{1ABA6DAD-D8B9-4AFE-95D1-C82A08341ED9}" srcId="{59E408FF-43D3-4FEE-A79A-8371B5B14518}" destId="{9EFFB373-C352-43D0-A197-25DC12705DB1}" srcOrd="9" destOrd="0" parTransId="{520088C3-0509-4949-923A-F89DA582923B}" sibTransId="{90F3CB39-8085-4806-8081-D8A148AEDCE5}"/>
    <dgm:cxn modelId="{C37275B1-C87F-4AC6-B30E-BF77DE4D110F}" srcId="{59E408FF-43D3-4FEE-A79A-8371B5B14518}" destId="{F45C83CF-7096-4BCD-9917-486831E058F2}" srcOrd="0" destOrd="0" parTransId="{F0AFBCA8-D533-451D-97C6-3129E7D6B987}" sibTransId="{49A9A656-AE8F-4DEA-9865-609A2401E0EF}"/>
    <dgm:cxn modelId="{E62B3CB3-5819-489C-AEE0-AB2AA42C0A2F}" type="presOf" srcId="{2CF2ACE0-6EEB-4B07-A043-96B64C1868A7}" destId="{3768AE30-3FE7-4C2D-A5A9-C078060B4140}" srcOrd="0" destOrd="7" presId="urn:microsoft.com/office/officeart/2005/8/layout/hList1"/>
    <dgm:cxn modelId="{91A623B7-D415-4847-AB86-ED826DA7FBCE}" srcId="{59E408FF-43D3-4FEE-A79A-8371B5B14518}" destId="{FA720725-122B-497F-A6B8-09C82927068E}" srcOrd="26" destOrd="0" parTransId="{372C3D1F-B6B4-4740-B8B2-63863AB44826}" sibTransId="{F1AB782E-9DC8-4FC8-8CF9-6049DB120BEE}"/>
    <dgm:cxn modelId="{00D4AEB7-C313-4CE8-9815-5CF5E488A015}" type="presOf" srcId="{BD798F93-1E7A-41E7-B132-A294A7761D38}" destId="{1135E43D-C18A-4127-8155-441B12E16712}" srcOrd="0" destOrd="20" presId="urn:microsoft.com/office/officeart/2005/8/layout/hList1"/>
    <dgm:cxn modelId="{BA48FBB7-18DB-4AA9-8445-8652B49F4149}" srcId="{3923ADAE-5C10-4033-8C92-207C9945D76F}" destId="{B5232DC5-2B18-4719-A45F-7192E95056BA}" srcOrd="12" destOrd="0" parTransId="{DDF56ACC-5F31-45FD-9722-42C3555E1F25}" sibTransId="{1F29D603-8DE8-4389-BD30-760C89E690FB}"/>
    <dgm:cxn modelId="{C2EAB0B9-B8EA-4FD8-B15E-4DD71A07699A}" type="presOf" srcId="{E1A0A1C7-CE0F-44F5-80AE-6586E58650AF}" destId="{5B21849E-99BA-44F3-A422-700F26A41505}" srcOrd="0" destOrd="14" presId="urn:microsoft.com/office/officeart/2005/8/layout/hList1"/>
    <dgm:cxn modelId="{3F149DBA-FC6A-4D92-8427-EA571A2C6915}" type="presOf" srcId="{21D7A683-81D9-468D-B169-2D718435BC41}" destId="{3768AE30-3FE7-4C2D-A5A9-C078060B4140}" srcOrd="0" destOrd="18" presId="urn:microsoft.com/office/officeart/2005/8/layout/hList1"/>
    <dgm:cxn modelId="{EC4E10BC-848F-4852-8F4E-0EED4EA7729A}" type="presOf" srcId="{F051E339-4CCA-40ED-954A-32D55A11583E}" destId="{5B21849E-99BA-44F3-A422-700F26A41505}" srcOrd="0" destOrd="17" presId="urn:microsoft.com/office/officeart/2005/8/layout/hList1"/>
    <dgm:cxn modelId="{DCADD0BC-C065-4124-8C34-21210A4A2BA9}" srcId="{74F41607-8D45-4AE5-9A94-0E3F93FE823E}" destId="{2CF2ACE0-6EEB-4B07-A043-96B64C1868A7}" srcOrd="7" destOrd="0" parTransId="{E84FF671-709B-4FDF-B28A-91EE07A58661}" sibTransId="{4A0603FD-B9EB-4FA4-90FD-F45C40F25555}"/>
    <dgm:cxn modelId="{B6CE70BD-5635-431E-AE6C-3B816AD0F455}" type="presOf" srcId="{E2ED4203-042C-4F60-A4B5-B108C8B22A2B}" destId="{5B21849E-99BA-44F3-A422-700F26A41505}" srcOrd="0" destOrd="3" presId="urn:microsoft.com/office/officeart/2005/8/layout/hList1"/>
    <dgm:cxn modelId="{252864BE-5977-4146-810E-84809761B117}" type="presOf" srcId="{BC94BB6B-19F1-4C04-80AF-0B84B9B9552C}" destId="{5B21849E-99BA-44F3-A422-700F26A41505}" srcOrd="0" destOrd="1" presId="urn:microsoft.com/office/officeart/2005/8/layout/hList1"/>
    <dgm:cxn modelId="{5F7406C0-2FEF-4520-B219-4A5D7738630A}" type="presOf" srcId="{90875313-FF60-43D1-9D4D-B2741509B4FB}" destId="{1135E43D-C18A-4127-8155-441B12E16712}" srcOrd="0" destOrd="18" presId="urn:microsoft.com/office/officeart/2005/8/layout/hList1"/>
    <dgm:cxn modelId="{90B024C0-1FC7-42EA-B291-5878423ECB93}" type="presOf" srcId="{CEF49821-43B8-435B-9B7F-FD24BC5EC438}" destId="{3768AE30-3FE7-4C2D-A5A9-C078060B4140}" srcOrd="0" destOrd="3" presId="urn:microsoft.com/office/officeart/2005/8/layout/hList1"/>
    <dgm:cxn modelId="{6D3BDDC0-BB6E-4ACF-862E-7C0735A023BE}" type="presOf" srcId="{1860FE19-FC91-4A9E-BD97-2051308A44AE}" destId="{1135E43D-C18A-4127-8155-441B12E16712}" srcOrd="0" destOrd="19" presId="urn:microsoft.com/office/officeart/2005/8/layout/hList1"/>
    <dgm:cxn modelId="{5F129AC1-E6BC-47BF-80E2-512FF4AE6453}" srcId="{74F41607-8D45-4AE5-9A94-0E3F93FE823E}" destId="{B47B55AA-EA5F-43D4-9BF8-3382F1FA61ED}" srcOrd="13" destOrd="0" parTransId="{7EAB3C6A-2E30-4F6C-B0B6-511793723917}" sibTransId="{91A157F8-9D01-4403-8E20-4ECCA6118753}"/>
    <dgm:cxn modelId="{DED5A4C1-F943-4964-94B2-212B88C15415}" type="presOf" srcId="{F66D3349-927A-4BE6-A7E6-E377404445FB}" destId="{1135E43D-C18A-4127-8155-441B12E16712}" srcOrd="0" destOrd="22" presId="urn:microsoft.com/office/officeart/2005/8/layout/hList1"/>
    <dgm:cxn modelId="{C58022C3-2F7B-4A32-805C-4EF8C64D1463}" type="presOf" srcId="{E35BEFF8-DFD4-474B-9995-25F423FCFC0E}" destId="{1135E43D-C18A-4127-8155-441B12E16712}" srcOrd="0" destOrd="5" presId="urn:microsoft.com/office/officeart/2005/8/layout/hList1"/>
    <dgm:cxn modelId="{FA1E88C3-C966-43C5-9405-A3ABA1E4B0E3}" srcId="{59E408FF-43D3-4FEE-A79A-8371B5B14518}" destId="{E415FA56-4C94-48A7-BDA3-CF21FB151004}" srcOrd="25" destOrd="0" parTransId="{AC46FECF-DAC3-41C2-BD46-07B3F5A65197}" sibTransId="{DDA35600-5F58-4BF9-BEB0-36DA23205177}"/>
    <dgm:cxn modelId="{655125C5-319D-444A-AB95-CB58BF86C557}" srcId="{59E408FF-43D3-4FEE-A79A-8371B5B14518}" destId="{3BC28110-0687-4AC7-A879-BE19C8B8DD31}" srcOrd="11" destOrd="0" parTransId="{BDFDA38C-BD05-4837-AC3B-2C86A5EDFCF9}" sibTransId="{7AA46002-A3A7-42D0-897E-BB6E9C8B0376}"/>
    <dgm:cxn modelId="{C51E8DC8-8681-4299-B1BC-D89E254AFEBC}" type="presOf" srcId="{F776A722-5ACA-413B-870A-6156EE367598}" destId="{3768AE30-3FE7-4C2D-A5A9-C078060B4140}" srcOrd="0" destOrd="0" presId="urn:microsoft.com/office/officeart/2005/8/layout/hList1"/>
    <dgm:cxn modelId="{D29D2BC9-36B0-42CF-8659-1F8F4D9FBA40}" type="presOf" srcId="{E415FA56-4C94-48A7-BDA3-CF21FB151004}" destId="{1135E43D-C18A-4127-8155-441B12E16712}" srcOrd="0" destOrd="25" presId="urn:microsoft.com/office/officeart/2005/8/layout/hList1"/>
    <dgm:cxn modelId="{A20353CA-AB9D-40C4-88A3-3EEC18B9A7FE}" type="presOf" srcId="{7FA1F6E8-A159-4E70-AE46-2457C6F6BE69}" destId="{5B21849E-99BA-44F3-A422-700F26A41505}" srcOrd="0" destOrd="15" presId="urn:microsoft.com/office/officeart/2005/8/layout/hList1"/>
    <dgm:cxn modelId="{3A2873CB-AD59-43AC-86AD-BC7D3711D3D8}" srcId="{3923ADAE-5C10-4033-8C92-207C9945D76F}" destId="{3C175C15-4969-47A7-A6E2-106C9C779BD1}" srcOrd="5" destOrd="0" parTransId="{CF2ED9A0-7F36-4427-A555-4FAC125BA2D5}" sibTransId="{EE7C1600-A193-4D92-9092-C54B856960EB}"/>
    <dgm:cxn modelId="{744044CC-8BBF-48FF-894B-0653A108FB9F}" srcId="{379DCCEA-2FB6-434E-A42E-F480EB1F617C}" destId="{3923ADAE-5C10-4033-8C92-207C9945D76F}" srcOrd="1" destOrd="0" parTransId="{826F7008-F0A5-44D7-92A2-3429718B28A7}" sibTransId="{F4D5ED22-9B2D-4786-A94E-0E434655070B}"/>
    <dgm:cxn modelId="{680666CD-38A5-4A57-9C5F-92446D6EC86D}" type="presOf" srcId="{C8FD9148-8604-4B1F-919B-1E42863953C3}" destId="{5B21849E-99BA-44F3-A422-700F26A41505}" srcOrd="0" destOrd="4" presId="urn:microsoft.com/office/officeart/2005/8/layout/hList1"/>
    <dgm:cxn modelId="{790514D2-02CD-4450-BB21-ADF435B56D6D}" srcId="{74F41607-8D45-4AE5-9A94-0E3F93FE823E}" destId="{8A726A9E-F38E-40D4-A65A-A276E0642F97}" srcOrd="1" destOrd="0" parTransId="{E0820BD6-D43D-44F4-ABA3-728CDD577E70}" sibTransId="{B360CCEF-98F5-4456-91F4-0175EB1B324D}"/>
    <dgm:cxn modelId="{39AF58D4-9756-455A-9614-B664A6885277}" type="presOf" srcId="{596924F9-CEDA-4FF0-BB11-2E35D2079AC3}" destId="{1135E43D-C18A-4127-8155-441B12E16712}" srcOrd="0" destOrd="14" presId="urn:microsoft.com/office/officeart/2005/8/layout/hList1"/>
    <dgm:cxn modelId="{67A90FD5-1250-41FC-B1CD-4DCD7CC55D17}" type="presOf" srcId="{822C9633-2C99-433E-866D-B72976604278}" destId="{3768AE30-3FE7-4C2D-A5A9-C078060B4140}" srcOrd="0" destOrd="5" presId="urn:microsoft.com/office/officeart/2005/8/layout/hList1"/>
    <dgm:cxn modelId="{897C2FD6-E646-4D8E-A062-FFE9464FB74D}" type="presOf" srcId="{3D4E19E0-D8F1-4107-A379-3C48FE6927E5}" destId="{5B21849E-99BA-44F3-A422-700F26A41505}" srcOrd="0" destOrd="16" presId="urn:microsoft.com/office/officeart/2005/8/layout/hList1"/>
    <dgm:cxn modelId="{F2F7A4D7-6961-491E-9C7B-EE7D1319E635}" type="presOf" srcId="{C69C1C4F-B6DD-4727-8EFA-A1EF91EDBDE4}" destId="{3768AE30-3FE7-4C2D-A5A9-C078060B4140}" srcOrd="0" destOrd="21" presId="urn:microsoft.com/office/officeart/2005/8/layout/hList1"/>
    <dgm:cxn modelId="{A15CCAD7-9F5A-4573-A02B-6ED188512DC9}" type="presOf" srcId="{B89504C3-023D-43D7-B1F0-BB2FB36A2E2A}" destId="{1135E43D-C18A-4127-8155-441B12E16712}" srcOrd="0" destOrd="7" presId="urn:microsoft.com/office/officeart/2005/8/layout/hList1"/>
    <dgm:cxn modelId="{09E007D8-2D0C-4B47-8AE3-BBD91AB8C4A5}" type="presOf" srcId="{D02AEB8E-865A-411E-AD64-9681191CD8E3}" destId="{1135E43D-C18A-4127-8155-441B12E16712}" srcOrd="0" destOrd="28" presId="urn:microsoft.com/office/officeart/2005/8/layout/hList1"/>
    <dgm:cxn modelId="{0400A2D8-E84C-490F-8EF8-2B2341961DE1}" srcId="{3923ADAE-5C10-4033-8C92-207C9945D76F}" destId="{3D4E19E0-D8F1-4107-A379-3C48FE6927E5}" srcOrd="16" destOrd="0" parTransId="{48EE99CE-07D8-4AE3-BB91-A57E7BC90EEB}" sibTransId="{253BC4D7-5CCF-47B2-BE42-BFE7249A1133}"/>
    <dgm:cxn modelId="{D6603CD9-7837-496D-9EE4-54BCFC7CEAAD}" srcId="{59E408FF-43D3-4FEE-A79A-8371B5B14518}" destId="{2B55E283-F677-4079-89D8-CE89C96465D6}" srcOrd="12" destOrd="0" parTransId="{E75BDCD2-42AA-48BE-9A85-5AF96CC8E9A3}" sibTransId="{EB129F0E-777F-40E8-B241-4070E511EC0A}"/>
    <dgm:cxn modelId="{CB0F0EDB-4E2D-420E-87C7-2309908F08C4}" type="presOf" srcId="{645E0A09-FD77-401B-8E8C-D82B452504FF}" destId="{5B21849E-99BA-44F3-A422-700F26A41505}" srcOrd="0" destOrd="19" presId="urn:microsoft.com/office/officeart/2005/8/layout/hList1"/>
    <dgm:cxn modelId="{333609DD-4D75-470F-A03A-600C6F1436F7}" srcId="{74F41607-8D45-4AE5-9A94-0E3F93FE823E}" destId="{D5C63333-954B-4161-8836-A1635DE68C55}" srcOrd="12" destOrd="0" parTransId="{B51CFADA-1646-409A-850E-BA44F6157D7F}" sibTransId="{9C3DA5F7-5B4D-48F9-BFBA-54ABD3321905}"/>
    <dgm:cxn modelId="{AA2E82DD-603D-453D-9CF8-FB83DCCD35E3}" srcId="{74F41607-8D45-4AE5-9A94-0E3F93FE823E}" destId="{CA372437-BC81-4C48-BE76-912DFBA267A6}" srcOrd="17" destOrd="0" parTransId="{8A8E6A5D-87B2-4269-88C6-FFFB2B042D4D}" sibTransId="{277F7ED6-82E5-468D-93D5-DC4456F2EFA3}"/>
    <dgm:cxn modelId="{884E83DE-AD15-4452-831F-6995BB486177}" srcId="{74F41607-8D45-4AE5-9A94-0E3F93FE823E}" destId="{F776A722-5ACA-413B-870A-6156EE367598}" srcOrd="0" destOrd="0" parTransId="{795789FE-914B-458B-A653-131DD4B1A4A1}" sibTransId="{9A429318-85F9-45A3-B287-9BB337F9BD46}"/>
    <dgm:cxn modelId="{1CF86FE2-B781-4367-AA13-A23B7A721AD6}" srcId="{59E408FF-43D3-4FEE-A79A-8371B5B14518}" destId="{B89504C3-023D-43D7-B1F0-BB2FB36A2E2A}" srcOrd="7" destOrd="0" parTransId="{451CC684-AC01-436C-AD58-84F18F547C7F}" sibTransId="{8DF6222F-D252-4B01-85D0-A435B3D218EC}"/>
    <dgm:cxn modelId="{7FED9EE2-FF60-4914-82E0-3D0CF130AAB0}" type="presOf" srcId="{0705F6C0-018D-4924-9C09-D5EF398E50CD}" destId="{3768AE30-3FE7-4C2D-A5A9-C078060B4140}" srcOrd="0" destOrd="8" presId="urn:microsoft.com/office/officeart/2005/8/layout/hList1"/>
    <dgm:cxn modelId="{F2BD5FE3-3052-4BDF-AA5E-6A79909A9FA3}" type="presOf" srcId="{3734A845-1E09-425A-93B0-76B8F94ADC9B}" destId="{3768AE30-3FE7-4C2D-A5A9-C078060B4140}" srcOrd="0" destOrd="15" presId="urn:microsoft.com/office/officeart/2005/8/layout/hList1"/>
    <dgm:cxn modelId="{CE9B98E3-3A8D-442E-9894-991BDF80C264}" type="presOf" srcId="{A928269C-5B9B-470E-AF8C-186E9B625B29}" destId="{1135E43D-C18A-4127-8155-441B12E16712}" srcOrd="0" destOrd="21" presId="urn:microsoft.com/office/officeart/2005/8/layout/hList1"/>
    <dgm:cxn modelId="{B7A428E5-E496-44B6-AC7E-920E0848E973}" srcId="{74F41607-8D45-4AE5-9A94-0E3F93FE823E}" destId="{0705F6C0-018D-4924-9C09-D5EF398E50CD}" srcOrd="8" destOrd="0" parTransId="{FE8A998A-DD95-4A4E-A9D3-868E4B13DE42}" sibTransId="{AF711A99-6555-4143-8E4B-C601FF07B4B3}"/>
    <dgm:cxn modelId="{EBFF40E5-75C1-4BB2-9FB9-B3C2C091FBA1}" srcId="{59E408FF-43D3-4FEE-A79A-8371B5B14518}" destId="{06E7CA73-D629-4A86-BC01-F3A21401373D}" srcOrd="16" destOrd="0" parTransId="{CEC472DF-9B68-40AE-80A0-D56BE4FA2D58}" sibTransId="{5C5F070C-7DE5-422A-9935-B5D9161E0F22}"/>
    <dgm:cxn modelId="{B6AEFAE5-BE61-4B22-9E17-56E842C1296B}" srcId="{74F41607-8D45-4AE5-9A94-0E3F93FE823E}" destId="{89EBB7BE-B846-49B1-B257-C5A8D722A096}" srcOrd="10" destOrd="0" parTransId="{DC5B4BBE-F320-4995-AC36-79D5713215FE}" sibTransId="{5CE7E0B2-216C-4C17-B02F-30C4A37D6C58}"/>
    <dgm:cxn modelId="{460F9AE6-FF05-4241-A188-B6DE3514592E}" srcId="{3923ADAE-5C10-4033-8C92-207C9945D76F}" destId="{0BE398E1-0A62-4FC3-8E8F-54ACD085E7EB}" srcOrd="10" destOrd="0" parTransId="{3AD9231E-64B3-4567-A574-7377BA8295B8}" sibTransId="{D1120178-B117-47E9-B8E0-62081CF15F63}"/>
    <dgm:cxn modelId="{296922E7-25B9-4D40-B34C-117BC6C9926E}" type="presOf" srcId="{3923ADAE-5C10-4033-8C92-207C9945D76F}" destId="{F0C461F3-08ED-4E65-B2B1-9FEBF9AFFDF8}" srcOrd="0" destOrd="0" presId="urn:microsoft.com/office/officeart/2005/8/layout/hList1"/>
    <dgm:cxn modelId="{DE5816EA-B1A8-44F6-90AA-14D2E50C649D}" srcId="{3923ADAE-5C10-4033-8C92-207C9945D76F}" destId="{B94281D6-A2AB-40BA-A27A-4F41733EF3F9}" srcOrd="11" destOrd="0" parTransId="{71F19D0E-CEB2-4A35-AB1D-C2E36FA08EDE}" sibTransId="{D39CE031-CF51-4A75-89EF-51A3C2341706}"/>
    <dgm:cxn modelId="{0C4C33EA-4C88-4291-B318-562FBB9EFD0C}" srcId="{3923ADAE-5C10-4033-8C92-207C9945D76F}" destId="{7FA1F6E8-A159-4E70-AE46-2457C6F6BE69}" srcOrd="15" destOrd="0" parTransId="{B970E760-B202-4105-A863-FF7AEAE05924}" sibTransId="{F2CBA161-9024-46DE-A3B3-9CCB2340F439}"/>
    <dgm:cxn modelId="{4611CAEB-67A8-483C-9F56-24C0D149518B}" type="presOf" srcId="{B94281D6-A2AB-40BA-A27A-4F41733EF3F9}" destId="{5B21849E-99BA-44F3-A422-700F26A41505}" srcOrd="0" destOrd="11" presId="urn:microsoft.com/office/officeart/2005/8/layout/hList1"/>
    <dgm:cxn modelId="{F3451BEC-16EF-4141-A118-4815164AB119}" srcId="{3923ADAE-5C10-4033-8C92-207C9945D76F}" destId="{EE42F10B-B2D5-460A-BAC3-F3BA0C738A7B}" srcOrd="7" destOrd="0" parTransId="{B34940CB-2493-45CD-82C9-3A4388A2A1E4}" sibTransId="{037DCEC5-7A65-4DF5-A1B9-5A6A877ED1C8}"/>
    <dgm:cxn modelId="{186C01F0-316E-4468-83CD-3D2762C5B3E8}" srcId="{59E408FF-43D3-4FEE-A79A-8371B5B14518}" destId="{D02AEB8E-865A-411E-AD64-9681191CD8E3}" srcOrd="28" destOrd="0" parTransId="{89089F8D-9EE4-4680-8D56-3A767C015D5F}" sibTransId="{5C14C699-8D7E-438C-B3E6-071894C81275}"/>
    <dgm:cxn modelId="{5385FDF6-6168-4FE9-A00C-CECEFCB292A1}" type="presOf" srcId="{EF246C40-FC8C-44E3-95DD-F8CDEAD1746C}" destId="{3768AE30-3FE7-4C2D-A5A9-C078060B4140}" srcOrd="0" destOrd="6" presId="urn:microsoft.com/office/officeart/2005/8/layout/hList1"/>
    <dgm:cxn modelId="{75AB09F8-5547-407A-AEE4-EA496A47EB59}" srcId="{3923ADAE-5C10-4033-8C92-207C9945D76F}" destId="{24968988-8168-4B7B-A621-C930DC3E58FC}" srcOrd="18" destOrd="0" parTransId="{15CD126F-3643-459D-A912-958E488AF111}" sibTransId="{F2178086-67FD-47BF-97BA-3ADB3C1ED9DB}"/>
    <dgm:cxn modelId="{1E231CF8-B9AA-47A0-B084-32EE9AD9AB71}" type="presOf" srcId="{74F41607-8D45-4AE5-9A94-0E3F93FE823E}" destId="{C78F1DDC-ADFB-41FC-9D51-03BFB1D2956C}" srcOrd="0" destOrd="0" presId="urn:microsoft.com/office/officeart/2005/8/layout/hList1"/>
    <dgm:cxn modelId="{E1026CFB-1CB2-4471-81BD-322D0B51C07F}" srcId="{3923ADAE-5C10-4033-8C92-207C9945D76F}" destId="{F051E339-4CCA-40ED-954A-32D55A11583E}" srcOrd="17" destOrd="0" parTransId="{CC511A57-AAEF-4AF0-ABCE-0314FEEE955C}" sibTransId="{8F2EE5C0-F03C-4529-9074-8C30BBDB06F5}"/>
    <dgm:cxn modelId="{DAFCD9FB-4554-4228-B8B5-B29AC7AAD225}" type="presOf" srcId="{57142BFA-3955-44B5-8370-75967ACDB41B}" destId="{3768AE30-3FE7-4C2D-A5A9-C078060B4140}" srcOrd="0" destOrd="11" presId="urn:microsoft.com/office/officeart/2005/8/layout/hList1"/>
    <dgm:cxn modelId="{C83B03FC-B17D-431F-880B-E138112386D2}" srcId="{74F41607-8D45-4AE5-9A94-0E3F93FE823E}" destId="{21D7A683-81D9-468D-B169-2D718435BC41}" srcOrd="18" destOrd="0" parTransId="{6B48C8C0-9109-40FB-B889-D63599E46C80}" sibTransId="{B00E790A-775C-4218-9FCE-9C48CEE0DA00}"/>
    <dgm:cxn modelId="{05AEA3FD-4F74-4DDC-94A4-0F49CF272A76}" srcId="{74F41607-8D45-4AE5-9A94-0E3F93FE823E}" destId="{C69C1C4F-B6DD-4727-8EFA-A1EF91EDBDE4}" srcOrd="21" destOrd="0" parTransId="{BEA3784D-30F1-4E75-A59D-80D5E535626B}" sibTransId="{CFE10EBA-325A-4202-8F52-383379C96A46}"/>
    <dgm:cxn modelId="{3B1CC3FF-6983-4087-A050-C9C8976DCC8C}" srcId="{3923ADAE-5C10-4033-8C92-207C9945D76F}" destId="{BC94BB6B-19F1-4C04-80AF-0B84B9B9552C}" srcOrd="1" destOrd="0" parTransId="{BC74E5CF-8509-4245-9548-D5BCC2533D2A}" sibTransId="{8661E491-888B-4992-81BD-FC65B915B7AF}"/>
    <dgm:cxn modelId="{EBD33F5A-ADA8-41A3-95C9-A985E38CCE2A}" type="presParOf" srcId="{A6D2952F-D88E-4B7B-9AD5-85D537D7C14D}" destId="{3714B1EB-A0A3-4781-9BAB-7A63C0D7574C}" srcOrd="0" destOrd="0" presId="urn:microsoft.com/office/officeart/2005/8/layout/hList1"/>
    <dgm:cxn modelId="{F67E8851-805D-4AE3-9139-F3FB5BDBA608}" type="presParOf" srcId="{3714B1EB-A0A3-4781-9BAB-7A63C0D7574C}" destId="{C78F1DDC-ADFB-41FC-9D51-03BFB1D2956C}" srcOrd="0" destOrd="0" presId="urn:microsoft.com/office/officeart/2005/8/layout/hList1"/>
    <dgm:cxn modelId="{95BCBAB5-9C32-4707-B95E-F41183A931F2}" type="presParOf" srcId="{3714B1EB-A0A3-4781-9BAB-7A63C0D7574C}" destId="{3768AE30-3FE7-4C2D-A5A9-C078060B4140}" srcOrd="1" destOrd="0" presId="urn:microsoft.com/office/officeart/2005/8/layout/hList1"/>
    <dgm:cxn modelId="{0C8C1C02-15C2-4B3C-B8A0-07B243222CCF}" type="presParOf" srcId="{A6D2952F-D88E-4B7B-9AD5-85D537D7C14D}" destId="{6A2F0B06-A7C9-4AD3-A875-08822A935143}" srcOrd="1" destOrd="0" presId="urn:microsoft.com/office/officeart/2005/8/layout/hList1"/>
    <dgm:cxn modelId="{2DD50044-F877-4C99-81DF-0D64098693E1}" type="presParOf" srcId="{A6D2952F-D88E-4B7B-9AD5-85D537D7C14D}" destId="{7341CC9B-214C-465A-A7F1-6932D455748D}" srcOrd="2" destOrd="0" presId="urn:microsoft.com/office/officeart/2005/8/layout/hList1"/>
    <dgm:cxn modelId="{0FDB0C3E-FF65-4420-8892-684CDC59C3B2}" type="presParOf" srcId="{7341CC9B-214C-465A-A7F1-6932D455748D}" destId="{F0C461F3-08ED-4E65-B2B1-9FEBF9AFFDF8}" srcOrd="0" destOrd="0" presId="urn:microsoft.com/office/officeart/2005/8/layout/hList1"/>
    <dgm:cxn modelId="{319CC60A-F6E0-41B8-9BA9-FE8EE5BB7265}" type="presParOf" srcId="{7341CC9B-214C-465A-A7F1-6932D455748D}" destId="{5B21849E-99BA-44F3-A422-700F26A41505}" srcOrd="1" destOrd="0" presId="urn:microsoft.com/office/officeart/2005/8/layout/hList1"/>
    <dgm:cxn modelId="{6597FFB6-C365-4FB4-927E-B5731202AC40}" type="presParOf" srcId="{A6D2952F-D88E-4B7B-9AD5-85D537D7C14D}" destId="{F89D01A6-FB02-491A-A073-DAC125848840}" srcOrd="3" destOrd="0" presId="urn:microsoft.com/office/officeart/2005/8/layout/hList1"/>
    <dgm:cxn modelId="{4A5974AC-24A5-4834-BAE6-FF80EF35D209}" type="presParOf" srcId="{A6D2952F-D88E-4B7B-9AD5-85D537D7C14D}" destId="{84C7FCCD-A5A8-4C71-B9EF-00070180474A}" srcOrd="4" destOrd="0" presId="urn:microsoft.com/office/officeart/2005/8/layout/hList1"/>
    <dgm:cxn modelId="{B34E77FB-7ADA-4721-ABFE-900DC1B5F7FA}" type="presParOf" srcId="{84C7FCCD-A5A8-4C71-B9EF-00070180474A}" destId="{5B5AB861-2154-4342-A005-DAF402CA9511}" srcOrd="0" destOrd="0" presId="urn:microsoft.com/office/officeart/2005/8/layout/hList1"/>
    <dgm:cxn modelId="{2A170A94-8914-4B32-A4D8-FF2ED35DCE26}" type="presParOf" srcId="{84C7FCCD-A5A8-4C71-B9EF-00070180474A}" destId="{1135E43D-C18A-4127-8155-441B12E16712}" srcOrd="1" destOrd="0" presId="urn:microsoft.com/office/officeart/2005/8/layout/hList1"/>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4956110-11A6-484B-AA95-C0F37604950C}">
      <dsp:nvSpPr>
        <dsp:cNvPr id="0" name=""/>
        <dsp:cNvSpPr/>
      </dsp:nvSpPr>
      <dsp:spPr>
        <a:xfrm>
          <a:off x="-5745978" y="-879488"/>
          <a:ext cx="6840884" cy="6840884"/>
        </a:xfrm>
        <a:prstGeom prst="blockArc">
          <a:avLst>
            <a:gd name="adj1" fmla="val 18900000"/>
            <a:gd name="adj2" fmla="val 2700000"/>
            <a:gd name="adj3" fmla="val 316"/>
          </a:avLst>
        </a:prstGeom>
        <a:noFill/>
        <a:ln w="25400" cap="flat" cmpd="sng" algn="ctr">
          <a:solidFill>
            <a:schemeClr val="accent1">
              <a:shade val="60000"/>
              <a:hueOff val="0"/>
              <a:satOff val="0"/>
              <a:lumOff val="0"/>
              <a:alphaOff val="0"/>
            </a:schemeClr>
          </a:solidFill>
          <a:prstDash val="solid"/>
        </a:ln>
        <a:effectLst/>
        <a:scene3d>
          <a:camera prst="orthographicFront">
            <a:rot lat="0" lon="0" rev="0"/>
          </a:camera>
          <a:lightRig rig="contrasting" dir="t">
            <a:rot lat="0" lon="0" rev="1200000"/>
          </a:lightRig>
        </a:scene3d>
        <a:sp3d z="-110000"/>
      </dsp:spPr>
      <dsp:style>
        <a:lnRef idx="2">
          <a:scrgbClr r="0" g="0" b="0"/>
        </a:lnRef>
        <a:fillRef idx="0">
          <a:scrgbClr r="0" g="0" b="0"/>
        </a:fillRef>
        <a:effectRef idx="0">
          <a:scrgbClr r="0" g="0" b="0"/>
        </a:effectRef>
        <a:fontRef idx="minor"/>
      </dsp:style>
    </dsp:sp>
    <dsp:sp modelId="{497368A7-C8C0-5642-97C6-BF802BA952AF}">
      <dsp:nvSpPr>
        <dsp:cNvPr id="0" name=""/>
        <dsp:cNvSpPr/>
      </dsp:nvSpPr>
      <dsp:spPr>
        <a:xfrm>
          <a:off x="407960" y="267613"/>
          <a:ext cx="10980796" cy="535023"/>
        </a:xfrm>
        <a:prstGeom prst="rect">
          <a:avLst/>
        </a:prstGeom>
        <a:solidFill>
          <a:schemeClr val="accent1">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424675" tIns="43180" rIns="43180" bIns="43180" numCol="1" spcCol="1270" anchor="ctr" anchorCtr="0">
          <a:noAutofit/>
        </a:bodyPr>
        <a:lstStyle/>
        <a:p>
          <a:pPr marL="0" lvl="0" indent="0" algn="l" defTabSz="755650">
            <a:lnSpc>
              <a:spcPct val="90000"/>
            </a:lnSpc>
            <a:spcBef>
              <a:spcPct val="0"/>
            </a:spcBef>
            <a:spcAft>
              <a:spcPct val="35000"/>
            </a:spcAft>
            <a:buNone/>
          </a:pPr>
          <a:r>
            <a:rPr lang="en-US" sz="1700" b="0" i="0" kern="1200" baseline="0" dirty="0"/>
            <a:t>Updated core promotional materials with the NCCN Guideline update to enhance FYARRO clinical relevance</a:t>
          </a:r>
          <a:endParaRPr lang="en-US" sz="1700" kern="1200" dirty="0"/>
        </a:p>
      </dsp:txBody>
      <dsp:txXfrm>
        <a:off x="407960" y="267613"/>
        <a:ext cx="10980796" cy="535023"/>
      </dsp:txXfrm>
    </dsp:sp>
    <dsp:sp modelId="{70531803-F015-AB46-8084-1B6B3534158D}">
      <dsp:nvSpPr>
        <dsp:cNvPr id="0" name=""/>
        <dsp:cNvSpPr/>
      </dsp:nvSpPr>
      <dsp:spPr>
        <a:xfrm>
          <a:off x="73571" y="200735"/>
          <a:ext cx="668779" cy="668779"/>
        </a:xfrm>
        <a:prstGeom prst="ellipse">
          <a:avLst/>
        </a:prstGeom>
        <a:solidFill>
          <a:schemeClr val="lt1">
            <a:hueOff val="0"/>
            <a:satOff val="0"/>
            <a:lumOff val="0"/>
            <a:alphaOff val="0"/>
          </a:schemeClr>
        </a:solidFill>
        <a:ln>
          <a:noFill/>
        </a:ln>
        <a:effectLst/>
        <a:scene3d>
          <a:camera prst="orthographicFront">
            <a:rot lat="0" lon="0" rev="0"/>
          </a:camera>
          <a:lightRig rig="contrasting" dir="t">
            <a:rot lat="0" lon="0" rev="1200000"/>
          </a:lightRig>
        </a:scene3d>
        <a:sp3d z="300000" contourW="12700" prstMaterial="flat">
          <a:bevelT w="177800" h="254000"/>
          <a:bevelB w="152400"/>
        </a:sp3d>
      </dsp:spPr>
      <dsp:style>
        <a:lnRef idx="0">
          <a:scrgbClr r="0" g="0" b="0"/>
        </a:lnRef>
        <a:fillRef idx="1">
          <a:scrgbClr r="0" g="0" b="0"/>
        </a:fillRef>
        <a:effectRef idx="0">
          <a:scrgbClr r="0" g="0" b="0"/>
        </a:effectRef>
        <a:fontRef idx="minor"/>
      </dsp:style>
    </dsp:sp>
    <dsp:sp modelId="{BF42BFE8-ABEF-FE4E-A450-3D82E26378A9}">
      <dsp:nvSpPr>
        <dsp:cNvPr id="0" name=""/>
        <dsp:cNvSpPr/>
      </dsp:nvSpPr>
      <dsp:spPr>
        <a:xfrm>
          <a:off x="848053" y="1070046"/>
          <a:ext cx="10540702" cy="535023"/>
        </a:xfrm>
        <a:prstGeom prst="rect">
          <a:avLst/>
        </a:prstGeom>
        <a:solidFill>
          <a:schemeClr val="accent1">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424675" tIns="43180" rIns="43180" bIns="43180" numCol="1" spcCol="1270" anchor="ctr" anchorCtr="0">
          <a:noAutofit/>
        </a:bodyPr>
        <a:lstStyle/>
        <a:p>
          <a:pPr marL="0" lvl="0" indent="0" algn="l" defTabSz="755650">
            <a:lnSpc>
              <a:spcPct val="90000"/>
            </a:lnSpc>
            <a:spcBef>
              <a:spcPct val="0"/>
            </a:spcBef>
            <a:spcAft>
              <a:spcPct val="35000"/>
            </a:spcAft>
            <a:buNone/>
          </a:pPr>
          <a:r>
            <a:rPr lang="en-US" sz="1700" b="0" i="0" kern="1200" baseline="0" dirty="0"/>
            <a:t>Elevated the “novelty of nab” messaging to drive continued FYARRO differentiation</a:t>
          </a:r>
          <a:endParaRPr lang="en-US" sz="1700" kern="1200" dirty="0"/>
        </a:p>
      </dsp:txBody>
      <dsp:txXfrm>
        <a:off x="848053" y="1070046"/>
        <a:ext cx="10540702" cy="535023"/>
      </dsp:txXfrm>
    </dsp:sp>
    <dsp:sp modelId="{5D2ED456-B4B4-2A4E-9CF3-ECC421A44922}">
      <dsp:nvSpPr>
        <dsp:cNvPr id="0" name=""/>
        <dsp:cNvSpPr/>
      </dsp:nvSpPr>
      <dsp:spPr>
        <a:xfrm>
          <a:off x="513664" y="1003168"/>
          <a:ext cx="668779" cy="668779"/>
        </a:xfrm>
        <a:prstGeom prst="ellipse">
          <a:avLst/>
        </a:prstGeom>
        <a:solidFill>
          <a:schemeClr val="lt1">
            <a:hueOff val="0"/>
            <a:satOff val="0"/>
            <a:lumOff val="0"/>
            <a:alphaOff val="0"/>
          </a:schemeClr>
        </a:solidFill>
        <a:ln>
          <a:noFill/>
        </a:ln>
        <a:effectLst/>
        <a:scene3d>
          <a:camera prst="orthographicFront">
            <a:rot lat="0" lon="0" rev="0"/>
          </a:camera>
          <a:lightRig rig="contrasting" dir="t">
            <a:rot lat="0" lon="0" rev="1200000"/>
          </a:lightRig>
        </a:scene3d>
        <a:sp3d z="300000" contourW="12700" prstMaterial="flat">
          <a:bevelT w="177800" h="254000"/>
          <a:bevelB w="152400"/>
        </a:sp3d>
      </dsp:spPr>
      <dsp:style>
        <a:lnRef idx="0">
          <a:scrgbClr r="0" g="0" b="0"/>
        </a:lnRef>
        <a:fillRef idx="1">
          <a:scrgbClr r="0" g="0" b="0"/>
        </a:fillRef>
        <a:effectRef idx="0">
          <a:scrgbClr r="0" g="0" b="0"/>
        </a:effectRef>
        <a:fontRef idx="minor"/>
      </dsp:style>
    </dsp:sp>
    <dsp:sp modelId="{799B8222-4471-3844-8BBF-3126A8C647AC}">
      <dsp:nvSpPr>
        <dsp:cNvPr id="0" name=""/>
        <dsp:cNvSpPr/>
      </dsp:nvSpPr>
      <dsp:spPr>
        <a:xfrm>
          <a:off x="1049297" y="1872479"/>
          <a:ext cx="10339459" cy="535023"/>
        </a:xfrm>
        <a:prstGeom prst="rect">
          <a:avLst/>
        </a:prstGeom>
        <a:solidFill>
          <a:schemeClr val="accent1">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424675" tIns="43180" rIns="43180" bIns="43180" numCol="1" spcCol="1270" anchor="ctr" anchorCtr="0">
          <a:noAutofit/>
        </a:bodyPr>
        <a:lstStyle/>
        <a:p>
          <a:pPr marL="0" lvl="0" indent="0" algn="l" defTabSz="755650">
            <a:lnSpc>
              <a:spcPct val="90000"/>
            </a:lnSpc>
            <a:spcBef>
              <a:spcPct val="0"/>
            </a:spcBef>
            <a:spcAft>
              <a:spcPct val="35000"/>
            </a:spcAft>
            <a:buNone/>
          </a:pPr>
          <a:r>
            <a:rPr lang="en-US" sz="1700" b="0" i="0" kern="1200" baseline="0" dirty="0"/>
            <a:t>Increased focus on Gyn-</a:t>
          </a:r>
          <a:r>
            <a:rPr lang="en-US" sz="1700" b="0" i="0" kern="1200" baseline="0" dirty="0" err="1"/>
            <a:t>Onc</a:t>
          </a:r>
          <a:r>
            <a:rPr lang="en-US" sz="1700" b="0" i="0" kern="1200" baseline="0" dirty="0"/>
            <a:t> approved messaging to support FYARRO’s core patient population and high-potential opportunity</a:t>
          </a:r>
          <a:endParaRPr lang="en-US" sz="1700" kern="1200" dirty="0"/>
        </a:p>
      </dsp:txBody>
      <dsp:txXfrm>
        <a:off x="1049297" y="1872479"/>
        <a:ext cx="10339459" cy="535023"/>
      </dsp:txXfrm>
    </dsp:sp>
    <dsp:sp modelId="{1536D111-77EC-3144-BBC4-F2CCF3DB86E9}">
      <dsp:nvSpPr>
        <dsp:cNvPr id="0" name=""/>
        <dsp:cNvSpPr/>
      </dsp:nvSpPr>
      <dsp:spPr>
        <a:xfrm>
          <a:off x="714907" y="1805601"/>
          <a:ext cx="668779" cy="668779"/>
        </a:xfrm>
        <a:prstGeom prst="ellipse">
          <a:avLst/>
        </a:prstGeom>
        <a:solidFill>
          <a:schemeClr val="lt1">
            <a:hueOff val="0"/>
            <a:satOff val="0"/>
            <a:lumOff val="0"/>
            <a:alphaOff val="0"/>
          </a:schemeClr>
        </a:solidFill>
        <a:ln>
          <a:noFill/>
        </a:ln>
        <a:effectLst/>
        <a:scene3d>
          <a:camera prst="orthographicFront">
            <a:rot lat="0" lon="0" rev="0"/>
          </a:camera>
          <a:lightRig rig="contrasting" dir="t">
            <a:rot lat="0" lon="0" rev="1200000"/>
          </a:lightRig>
        </a:scene3d>
        <a:sp3d z="300000" contourW="12700" prstMaterial="flat">
          <a:bevelT w="177800" h="254000"/>
          <a:bevelB w="152400"/>
        </a:sp3d>
      </dsp:spPr>
      <dsp:style>
        <a:lnRef idx="0">
          <a:scrgbClr r="0" g="0" b="0"/>
        </a:lnRef>
        <a:fillRef idx="1">
          <a:scrgbClr r="0" g="0" b="0"/>
        </a:fillRef>
        <a:effectRef idx="0">
          <a:scrgbClr r="0" g="0" b="0"/>
        </a:effectRef>
        <a:fontRef idx="minor"/>
      </dsp:style>
    </dsp:sp>
    <dsp:sp modelId="{EBE18D19-8D31-4698-B970-46FB23251A0B}">
      <dsp:nvSpPr>
        <dsp:cNvPr id="0" name=""/>
        <dsp:cNvSpPr/>
      </dsp:nvSpPr>
      <dsp:spPr>
        <a:xfrm>
          <a:off x="1049297" y="2674404"/>
          <a:ext cx="10339459" cy="535023"/>
        </a:xfrm>
        <a:prstGeom prst="rect">
          <a:avLst/>
        </a:prstGeom>
        <a:solidFill>
          <a:schemeClr val="accent1">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424675" tIns="43180" rIns="43180" bIns="43180" numCol="1" spcCol="1270" anchor="ctr" anchorCtr="0">
          <a:noAutofit/>
        </a:bodyPr>
        <a:lstStyle/>
        <a:p>
          <a:pPr marL="0" lvl="0" indent="0" algn="l" defTabSz="755650">
            <a:lnSpc>
              <a:spcPct val="90000"/>
            </a:lnSpc>
            <a:spcBef>
              <a:spcPct val="0"/>
            </a:spcBef>
            <a:spcAft>
              <a:spcPct val="35000"/>
            </a:spcAft>
            <a:buNone/>
          </a:pPr>
          <a:r>
            <a:rPr lang="en-US" sz="1700" b="0" i="0" kern="1200" baseline="0" dirty="0"/>
            <a:t>Onboarded new media partner and developed 2026 plan to strengthen reach and engagement with high-value HCP and patient audiences</a:t>
          </a:r>
          <a:endParaRPr lang="en-US" sz="1700" kern="1200" dirty="0"/>
        </a:p>
      </dsp:txBody>
      <dsp:txXfrm>
        <a:off x="1049297" y="2674404"/>
        <a:ext cx="10339459" cy="535023"/>
      </dsp:txXfrm>
    </dsp:sp>
    <dsp:sp modelId="{4603DE52-9459-0A47-8AC0-3F8CCA0888CC}">
      <dsp:nvSpPr>
        <dsp:cNvPr id="0" name=""/>
        <dsp:cNvSpPr/>
      </dsp:nvSpPr>
      <dsp:spPr>
        <a:xfrm>
          <a:off x="714907" y="2607526"/>
          <a:ext cx="668779" cy="668779"/>
        </a:xfrm>
        <a:prstGeom prst="ellipse">
          <a:avLst/>
        </a:prstGeom>
        <a:solidFill>
          <a:schemeClr val="lt1">
            <a:hueOff val="0"/>
            <a:satOff val="0"/>
            <a:lumOff val="0"/>
            <a:alphaOff val="0"/>
          </a:schemeClr>
        </a:solidFill>
        <a:ln>
          <a:noFill/>
        </a:ln>
        <a:effectLst/>
        <a:scene3d>
          <a:camera prst="orthographicFront">
            <a:rot lat="0" lon="0" rev="0"/>
          </a:camera>
          <a:lightRig rig="contrasting" dir="t">
            <a:rot lat="0" lon="0" rev="1200000"/>
          </a:lightRig>
        </a:scene3d>
        <a:sp3d z="300000" contourW="12700" prstMaterial="flat">
          <a:bevelT w="177800" h="254000"/>
          <a:bevelB w="152400"/>
        </a:sp3d>
      </dsp:spPr>
      <dsp:style>
        <a:lnRef idx="0">
          <a:scrgbClr r="0" g="0" b="0"/>
        </a:lnRef>
        <a:fillRef idx="1">
          <a:scrgbClr r="0" g="0" b="0"/>
        </a:fillRef>
        <a:effectRef idx="0">
          <a:scrgbClr r="0" g="0" b="0"/>
        </a:effectRef>
        <a:fontRef idx="minor"/>
      </dsp:style>
    </dsp:sp>
    <dsp:sp modelId="{74531F8F-450B-4202-B1A8-86AFAE66574D}">
      <dsp:nvSpPr>
        <dsp:cNvPr id="0" name=""/>
        <dsp:cNvSpPr/>
      </dsp:nvSpPr>
      <dsp:spPr>
        <a:xfrm>
          <a:off x="848053" y="3476838"/>
          <a:ext cx="10540702" cy="535023"/>
        </a:xfrm>
        <a:prstGeom prst="rect">
          <a:avLst/>
        </a:prstGeom>
        <a:solidFill>
          <a:schemeClr val="accent1">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424675" tIns="43180" rIns="43180" bIns="43180" numCol="1" spcCol="1270" anchor="ctr" anchorCtr="0">
          <a:noAutofit/>
        </a:bodyPr>
        <a:lstStyle/>
        <a:p>
          <a:pPr marL="0" lvl="0" indent="0" algn="l" defTabSz="755650">
            <a:lnSpc>
              <a:spcPct val="90000"/>
            </a:lnSpc>
            <a:spcBef>
              <a:spcPct val="0"/>
            </a:spcBef>
            <a:spcAft>
              <a:spcPct val="35000"/>
            </a:spcAft>
            <a:buNone/>
          </a:pPr>
          <a:r>
            <a:rPr lang="en-US" sz="1700" kern="1200" dirty="0"/>
            <a:t>Presence at SGO 2026 and Planning for 2026 Congresses/Sponsorships</a:t>
          </a:r>
        </a:p>
      </dsp:txBody>
      <dsp:txXfrm>
        <a:off x="848053" y="3476838"/>
        <a:ext cx="10540702" cy="535023"/>
      </dsp:txXfrm>
    </dsp:sp>
    <dsp:sp modelId="{C1440E6F-50C4-4380-BB28-6E377142EEE0}">
      <dsp:nvSpPr>
        <dsp:cNvPr id="0" name=""/>
        <dsp:cNvSpPr/>
      </dsp:nvSpPr>
      <dsp:spPr>
        <a:xfrm>
          <a:off x="513664" y="3409960"/>
          <a:ext cx="668779" cy="668779"/>
        </a:xfrm>
        <a:prstGeom prst="ellipse">
          <a:avLst/>
        </a:prstGeom>
        <a:solidFill>
          <a:schemeClr val="lt1">
            <a:hueOff val="0"/>
            <a:satOff val="0"/>
            <a:lumOff val="0"/>
            <a:alphaOff val="0"/>
          </a:schemeClr>
        </a:solidFill>
        <a:ln>
          <a:noFill/>
        </a:ln>
        <a:effectLst/>
        <a:scene3d>
          <a:camera prst="orthographicFront">
            <a:rot lat="0" lon="0" rev="0"/>
          </a:camera>
          <a:lightRig rig="contrasting" dir="t">
            <a:rot lat="0" lon="0" rev="1200000"/>
          </a:lightRig>
        </a:scene3d>
        <a:sp3d z="300000" contourW="12700" prstMaterial="flat">
          <a:bevelT w="177800" h="254000"/>
          <a:bevelB w="152400"/>
        </a:sp3d>
      </dsp:spPr>
      <dsp:style>
        <a:lnRef idx="0">
          <a:scrgbClr r="0" g="0" b="0"/>
        </a:lnRef>
        <a:fillRef idx="1">
          <a:scrgbClr r="0" g="0" b="0"/>
        </a:fillRef>
        <a:effectRef idx="0">
          <a:scrgbClr r="0" g="0" b="0"/>
        </a:effectRef>
        <a:fontRef idx="minor"/>
      </dsp:style>
    </dsp:sp>
    <dsp:sp modelId="{2D6860EA-16F0-4A3C-A39A-0EE66D825AF3}">
      <dsp:nvSpPr>
        <dsp:cNvPr id="0" name=""/>
        <dsp:cNvSpPr/>
      </dsp:nvSpPr>
      <dsp:spPr>
        <a:xfrm>
          <a:off x="407960" y="4279271"/>
          <a:ext cx="10980796" cy="535023"/>
        </a:xfrm>
        <a:prstGeom prst="rect">
          <a:avLst/>
        </a:prstGeom>
        <a:solidFill>
          <a:schemeClr val="accent1">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424675" tIns="43180" rIns="43180" bIns="43180" numCol="1" spcCol="1270" anchor="ctr" anchorCtr="0">
          <a:noAutofit/>
        </a:bodyPr>
        <a:lstStyle/>
        <a:p>
          <a:pPr marL="0" lvl="0" indent="0" algn="l" defTabSz="755650">
            <a:lnSpc>
              <a:spcPct val="90000"/>
            </a:lnSpc>
            <a:spcBef>
              <a:spcPct val="0"/>
            </a:spcBef>
            <a:spcAft>
              <a:spcPct val="35000"/>
            </a:spcAft>
            <a:buNone/>
          </a:pPr>
          <a:r>
            <a:rPr lang="en-US" sz="1700" kern="1200" dirty="0"/>
            <a:t>Onboarding of Marketing Consultant</a:t>
          </a:r>
        </a:p>
      </dsp:txBody>
      <dsp:txXfrm>
        <a:off x="407960" y="4279271"/>
        <a:ext cx="10980796" cy="535023"/>
      </dsp:txXfrm>
    </dsp:sp>
    <dsp:sp modelId="{F7EEEEB0-ECE5-4DCB-AE2C-AA5180CDF0B4}">
      <dsp:nvSpPr>
        <dsp:cNvPr id="0" name=""/>
        <dsp:cNvSpPr/>
      </dsp:nvSpPr>
      <dsp:spPr>
        <a:xfrm>
          <a:off x="73571" y="4212393"/>
          <a:ext cx="668779" cy="668779"/>
        </a:xfrm>
        <a:prstGeom prst="ellipse">
          <a:avLst/>
        </a:prstGeom>
        <a:solidFill>
          <a:schemeClr val="lt1">
            <a:hueOff val="0"/>
            <a:satOff val="0"/>
            <a:lumOff val="0"/>
            <a:alphaOff val="0"/>
          </a:schemeClr>
        </a:solidFill>
        <a:ln>
          <a:noFill/>
        </a:ln>
        <a:effectLst/>
        <a:scene3d>
          <a:camera prst="orthographicFront">
            <a:rot lat="0" lon="0" rev="0"/>
          </a:camera>
          <a:lightRig rig="contrasting" dir="t">
            <a:rot lat="0" lon="0" rev="1200000"/>
          </a:lightRig>
        </a:scene3d>
        <a:sp3d z="300000" contourW="12700" prstMaterial="flat">
          <a:bevelT w="177800" h="254000"/>
          <a:bevelB w="152400"/>
        </a:sp3d>
      </dsp:spPr>
      <dsp:style>
        <a:lnRef idx="0">
          <a:scrgbClr r="0" g="0" b="0"/>
        </a:lnRef>
        <a:fillRef idx="1">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78F1DDC-ADFB-41FC-9D51-03BFB1D2956C}">
      <dsp:nvSpPr>
        <dsp:cNvPr id="0" name=""/>
        <dsp:cNvSpPr/>
      </dsp:nvSpPr>
      <dsp:spPr>
        <a:xfrm>
          <a:off x="57156" y="32058"/>
          <a:ext cx="2006506" cy="748800"/>
        </a:xfrm>
        <a:prstGeom prst="rect">
          <a:avLst/>
        </a:prstGeom>
        <a:solidFill>
          <a:schemeClr val="accent4">
            <a:hueOff val="0"/>
            <a:satOff val="0"/>
            <a:lumOff val="0"/>
            <a:alphaOff val="0"/>
          </a:schemeClr>
        </a:solidFill>
        <a:ln w="25400" cap="flat"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48768" rIns="85344" bIns="48768" numCol="1" spcCol="1270" anchor="ctr" anchorCtr="0">
          <a:noAutofit/>
        </a:bodyPr>
        <a:lstStyle/>
        <a:p>
          <a:pPr marL="0" lvl="0" indent="0" algn="ctr" defTabSz="533400">
            <a:lnSpc>
              <a:spcPct val="90000"/>
            </a:lnSpc>
            <a:spcBef>
              <a:spcPct val="0"/>
            </a:spcBef>
            <a:spcAft>
              <a:spcPct val="35000"/>
            </a:spcAft>
            <a:buNone/>
          </a:pPr>
          <a:endParaRPr lang="en-US" sz="1200" kern="1200" dirty="0"/>
        </a:p>
        <a:p>
          <a:pPr marL="0" lvl="0" indent="0" algn="ctr" defTabSz="533400">
            <a:lnSpc>
              <a:spcPct val="90000"/>
            </a:lnSpc>
            <a:spcBef>
              <a:spcPct val="0"/>
            </a:spcBef>
            <a:spcAft>
              <a:spcPct val="35000"/>
            </a:spcAft>
            <a:buNone/>
          </a:pPr>
          <a:r>
            <a:rPr lang="en-US" sz="1200" kern="1200" dirty="0"/>
            <a:t>Sustain Momentum</a:t>
          </a:r>
        </a:p>
        <a:p>
          <a:pPr marL="0" lvl="0" indent="0" algn="ctr" defTabSz="533400">
            <a:lnSpc>
              <a:spcPct val="90000"/>
            </a:lnSpc>
            <a:spcBef>
              <a:spcPct val="0"/>
            </a:spcBef>
            <a:spcAft>
              <a:spcPct val="35000"/>
            </a:spcAft>
            <a:buNone/>
          </a:pPr>
          <a:endParaRPr lang="en-US" sz="1200" kern="1200" dirty="0"/>
        </a:p>
      </dsp:txBody>
      <dsp:txXfrm>
        <a:off x="57156" y="32058"/>
        <a:ext cx="2006506" cy="748800"/>
      </dsp:txXfrm>
    </dsp:sp>
    <dsp:sp modelId="{3768AE30-3FE7-4C2D-A5A9-C078060B4140}">
      <dsp:nvSpPr>
        <dsp:cNvPr id="0" name=""/>
        <dsp:cNvSpPr/>
      </dsp:nvSpPr>
      <dsp:spPr>
        <a:xfrm>
          <a:off x="44916" y="766910"/>
          <a:ext cx="2006506" cy="5033815"/>
        </a:xfrm>
        <a:prstGeom prst="rect">
          <a:avLst/>
        </a:prstGeom>
        <a:solidFill>
          <a:schemeClr val="accent4">
            <a:tint val="40000"/>
            <a:alpha val="90000"/>
            <a:hueOff val="0"/>
            <a:satOff val="0"/>
            <a:lumOff val="0"/>
            <a:alphaOff val="0"/>
          </a:schemeClr>
        </a:solidFill>
        <a:ln w="25400" cap="flat" cmpd="sng" algn="ctr">
          <a:solidFill>
            <a:schemeClr val="accent4">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3340" tIns="53340" rIns="71120" bIns="80010" numCol="1" spcCol="1270" anchor="t" anchorCtr="0">
          <a:noAutofit/>
        </a:bodyPr>
        <a:lstStyle/>
        <a:p>
          <a:pPr marL="57150" lvl="1" indent="-57150" algn="l" defTabSz="444500">
            <a:lnSpc>
              <a:spcPct val="90000"/>
            </a:lnSpc>
            <a:spcBef>
              <a:spcPct val="0"/>
            </a:spcBef>
            <a:spcAft>
              <a:spcPct val="15000"/>
            </a:spcAft>
            <a:buFont typeface="Arial" panose="020B0604020202020204" pitchFamily="34" charset="0"/>
            <a:buChar char="•"/>
          </a:pPr>
          <a:r>
            <a:rPr lang="en-US" sz="1000" b="0" i="0" u="none" kern="1200" dirty="0"/>
            <a:t>Texas Oncology Pa</a:t>
          </a:r>
          <a:r>
            <a:rPr lang="en-US" sz="1000" kern="1200" dirty="0"/>
            <a:t> </a:t>
          </a:r>
        </a:p>
        <a:p>
          <a:pPr marL="57150" lvl="1" indent="-57150" algn="l" defTabSz="444500">
            <a:lnSpc>
              <a:spcPct val="90000"/>
            </a:lnSpc>
            <a:spcBef>
              <a:spcPct val="0"/>
            </a:spcBef>
            <a:spcAft>
              <a:spcPct val="15000"/>
            </a:spcAft>
            <a:buFont typeface="Arial" panose="020B0604020202020204" pitchFamily="34" charset="0"/>
            <a:buChar char="•"/>
          </a:pPr>
          <a:r>
            <a:rPr lang="en-US" sz="1000" b="0" i="0" u="none" kern="1200" dirty="0"/>
            <a:t>Washington University</a:t>
          </a:r>
          <a:r>
            <a:rPr lang="en-US" sz="1000" kern="1200" dirty="0"/>
            <a:t> </a:t>
          </a:r>
        </a:p>
        <a:p>
          <a:pPr marL="57150" lvl="1" indent="-57150" algn="l" defTabSz="444500">
            <a:lnSpc>
              <a:spcPct val="90000"/>
            </a:lnSpc>
            <a:spcBef>
              <a:spcPct val="0"/>
            </a:spcBef>
            <a:spcAft>
              <a:spcPct val="15000"/>
            </a:spcAft>
            <a:buFont typeface="Arial" panose="020B0604020202020204" pitchFamily="34" charset="0"/>
            <a:buChar char="•"/>
          </a:pPr>
          <a:r>
            <a:rPr lang="en-US" sz="1000" b="0" i="0" u="none" kern="1200" dirty="0"/>
            <a:t>Duke Health</a:t>
          </a:r>
          <a:r>
            <a:rPr lang="en-US" sz="1000" kern="1200" dirty="0"/>
            <a:t> </a:t>
          </a:r>
        </a:p>
        <a:p>
          <a:pPr marL="57150" lvl="1" indent="-57150" algn="l" defTabSz="444500">
            <a:lnSpc>
              <a:spcPct val="90000"/>
            </a:lnSpc>
            <a:spcBef>
              <a:spcPct val="0"/>
            </a:spcBef>
            <a:spcAft>
              <a:spcPct val="15000"/>
            </a:spcAft>
            <a:buFont typeface="Arial" panose="020B0604020202020204" pitchFamily="34" charset="0"/>
            <a:buChar char="•"/>
          </a:pPr>
          <a:r>
            <a:rPr lang="en-US" sz="1000" b="0" i="0" u="none" kern="1200" dirty="0"/>
            <a:t>Northwestern Medicine</a:t>
          </a:r>
          <a:r>
            <a:rPr lang="en-US" sz="1000" kern="1200" dirty="0"/>
            <a:t> </a:t>
          </a:r>
        </a:p>
        <a:p>
          <a:pPr marL="57150" lvl="1" indent="-57150" algn="l" defTabSz="444500">
            <a:lnSpc>
              <a:spcPct val="90000"/>
            </a:lnSpc>
            <a:spcBef>
              <a:spcPct val="0"/>
            </a:spcBef>
            <a:spcAft>
              <a:spcPct val="15000"/>
            </a:spcAft>
            <a:buFont typeface="Arial" panose="020B0604020202020204" pitchFamily="34" charset="0"/>
            <a:buChar char="•"/>
          </a:pPr>
          <a:r>
            <a:rPr lang="en-US" sz="1000" b="0" i="0" u="none" kern="1200" dirty="0" err="1"/>
            <a:t>Unc</a:t>
          </a:r>
          <a:r>
            <a:rPr lang="en-US" sz="1000" b="0" i="0" u="none" kern="1200" dirty="0"/>
            <a:t> Health</a:t>
          </a:r>
          <a:r>
            <a:rPr lang="en-US" sz="1000" kern="1200" dirty="0"/>
            <a:t> </a:t>
          </a:r>
        </a:p>
        <a:p>
          <a:pPr marL="57150" lvl="1" indent="-57150" algn="l" defTabSz="444500">
            <a:lnSpc>
              <a:spcPct val="90000"/>
            </a:lnSpc>
            <a:spcBef>
              <a:spcPct val="0"/>
            </a:spcBef>
            <a:spcAft>
              <a:spcPct val="15000"/>
            </a:spcAft>
            <a:buFont typeface="Arial" panose="020B0604020202020204" pitchFamily="34" charset="0"/>
            <a:buChar char="•"/>
          </a:pPr>
          <a:r>
            <a:rPr lang="en-US" sz="1000" b="0" i="0" u="none" kern="1200" dirty="0"/>
            <a:t>University Of Kentucky</a:t>
          </a:r>
          <a:r>
            <a:rPr lang="en-US" sz="1000" kern="1200" dirty="0"/>
            <a:t> </a:t>
          </a:r>
        </a:p>
        <a:p>
          <a:pPr marL="57150" lvl="1" indent="-57150" algn="l" defTabSz="444500">
            <a:lnSpc>
              <a:spcPct val="90000"/>
            </a:lnSpc>
            <a:spcBef>
              <a:spcPct val="0"/>
            </a:spcBef>
            <a:spcAft>
              <a:spcPct val="15000"/>
            </a:spcAft>
            <a:buFont typeface="Arial" panose="020B0604020202020204" pitchFamily="34" charset="0"/>
            <a:buChar char="•"/>
          </a:pPr>
          <a:r>
            <a:rPr lang="en-US" sz="1000" b="0" i="0" u="none" kern="1200" dirty="0"/>
            <a:t>University Of Texas MD Anderson</a:t>
          </a:r>
          <a:r>
            <a:rPr lang="en-US" sz="1000" kern="1200" dirty="0"/>
            <a:t> </a:t>
          </a:r>
        </a:p>
        <a:p>
          <a:pPr marL="57150" lvl="1" indent="-57150" algn="l" defTabSz="444500">
            <a:lnSpc>
              <a:spcPct val="90000"/>
            </a:lnSpc>
            <a:spcBef>
              <a:spcPct val="0"/>
            </a:spcBef>
            <a:spcAft>
              <a:spcPct val="15000"/>
            </a:spcAft>
            <a:buFont typeface="Arial" panose="020B0604020202020204" pitchFamily="34" charset="0"/>
            <a:buChar char="•"/>
          </a:pPr>
          <a:r>
            <a:rPr lang="en-US" sz="1000" b="0" i="0" u="none" kern="1200" dirty="0"/>
            <a:t>Memorial Sloan Kettering Cancer Center Group</a:t>
          </a:r>
          <a:r>
            <a:rPr lang="en-US" sz="1000" kern="1200" dirty="0"/>
            <a:t> </a:t>
          </a:r>
        </a:p>
        <a:p>
          <a:pPr marL="57150" lvl="1" indent="-57150" algn="l" defTabSz="444500">
            <a:lnSpc>
              <a:spcPct val="90000"/>
            </a:lnSpc>
            <a:spcBef>
              <a:spcPct val="0"/>
            </a:spcBef>
            <a:spcAft>
              <a:spcPct val="15000"/>
            </a:spcAft>
            <a:buFont typeface="Arial" panose="020B0604020202020204" pitchFamily="34" charset="0"/>
            <a:buChar char="•"/>
          </a:pPr>
          <a:r>
            <a:rPr lang="en-US" sz="1000" b="0" i="0" u="none" kern="1200" dirty="0"/>
            <a:t>Dana Farber Cancer Institute Inc</a:t>
          </a:r>
          <a:r>
            <a:rPr lang="en-US" sz="1000" kern="1200" dirty="0"/>
            <a:t> </a:t>
          </a:r>
        </a:p>
        <a:p>
          <a:pPr marL="57150" lvl="1" indent="-57150" algn="l" defTabSz="444500">
            <a:lnSpc>
              <a:spcPct val="90000"/>
            </a:lnSpc>
            <a:spcBef>
              <a:spcPct val="0"/>
            </a:spcBef>
            <a:spcAft>
              <a:spcPct val="15000"/>
            </a:spcAft>
            <a:buFont typeface="Arial" panose="020B0604020202020204" pitchFamily="34" charset="0"/>
            <a:buChar char="•"/>
          </a:pPr>
          <a:r>
            <a:rPr lang="en-US" sz="1000" b="0" i="0" u="none" kern="1200" dirty="0"/>
            <a:t>Emory Healthcare</a:t>
          </a:r>
          <a:r>
            <a:rPr lang="en-US" sz="1000" kern="1200" dirty="0"/>
            <a:t> </a:t>
          </a:r>
        </a:p>
        <a:p>
          <a:pPr marL="57150" lvl="1" indent="-57150" algn="l" defTabSz="444500">
            <a:lnSpc>
              <a:spcPct val="90000"/>
            </a:lnSpc>
            <a:spcBef>
              <a:spcPct val="0"/>
            </a:spcBef>
            <a:spcAft>
              <a:spcPct val="15000"/>
            </a:spcAft>
            <a:buFont typeface="Arial" panose="020B0604020202020204" pitchFamily="34" charset="0"/>
            <a:buChar char="•"/>
          </a:pPr>
          <a:r>
            <a:rPr lang="en-US" sz="1000" b="0" i="0" u="none" kern="1200" dirty="0"/>
            <a:t>Florida Cancer Specialists &amp; Research Institute </a:t>
          </a:r>
          <a:r>
            <a:rPr lang="en-US" sz="1000" b="0" i="0" u="none" kern="1200" dirty="0" err="1"/>
            <a:t>Llc</a:t>
          </a:r>
          <a:r>
            <a:rPr lang="en-US" sz="1000" kern="1200" dirty="0"/>
            <a:t> </a:t>
          </a:r>
        </a:p>
        <a:p>
          <a:pPr marL="57150" lvl="1" indent="-57150" algn="l" defTabSz="444500">
            <a:lnSpc>
              <a:spcPct val="90000"/>
            </a:lnSpc>
            <a:spcBef>
              <a:spcPct val="0"/>
            </a:spcBef>
            <a:spcAft>
              <a:spcPct val="15000"/>
            </a:spcAft>
            <a:buFont typeface="Arial" panose="020B0604020202020204" pitchFamily="34" charset="0"/>
            <a:buChar char="•"/>
          </a:pPr>
          <a:r>
            <a:rPr lang="en-US" sz="1000" b="0" i="0" u="none" kern="1200" dirty="0"/>
            <a:t>Virginia Cancer Specialists P.C.</a:t>
          </a:r>
          <a:r>
            <a:rPr lang="en-US" sz="1000" kern="1200" dirty="0"/>
            <a:t> </a:t>
          </a:r>
        </a:p>
        <a:p>
          <a:pPr marL="57150" lvl="1" indent="-57150" algn="l" defTabSz="444500">
            <a:lnSpc>
              <a:spcPct val="90000"/>
            </a:lnSpc>
            <a:spcBef>
              <a:spcPct val="0"/>
            </a:spcBef>
            <a:spcAft>
              <a:spcPct val="15000"/>
            </a:spcAft>
            <a:buFont typeface="Arial" panose="020B0604020202020204" pitchFamily="34" charset="0"/>
            <a:buChar char="•"/>
          </a:pPr>
          <a:r>
            <a:rPr lang="en-US" sz="1000" b="0" i="0" u="none" kern="1200" dirty="0"/>
            <a:t>Johns Hopkins Medicine</a:t>
          </a:r>
          <a:r>
            <a:rPr lang="en-US" sz="1000" kern="1200" dirty="0"/>
            <a:t> </a:t>
          </a:r>
        </a:p>
        <a:p>
          <a:pPr marL="57150" lvl="1" indent="-57150" algn="l" defTabSz="444500">
            <a:lnSpc>
              <a:spcPct val="90000"/>
            </a:lnSpc>
            <a:spcBef>
              <a:spcPct val="0"/>
            </a:spcBef>
            <a:spcAft>
              <a:spcPct val="15000"/>
            </a:spcAft>
            <a:buFont typeface="Arial" panose="020B0604020202020204" pitchFamily="34" charset="0"/>
            <a:buChar char="•"/>
          </a:pPr>
          <a:r>
            <a:rPr lang="en-US" sz="1000" b="0" i="0" u="none" kern="1200" dirty="0" err="1"/>
            <a:t>Umass</a:t>
          </a:r>
          <a:r>
            <a:rPr lang="en-US" sz="1000" b="0" i="0" u="none" kern="1200" dirty="0"/>
            <a:t> Memorial Health Care</a:t>
          </a:r>
          <a:r>
            <a:rPr lang="en-US" sz="1000" kern="1200" dirty="0"/>
            <a:t> </a:t>
          </a:r>
        </a:p>
        <a:p>
          <a:pPr marL="57150" lvl="1" indent="-57150" algn="l" defTabSz="444500">
            <a:lnSpc>
              <a:spcPct val="90000"/>
            </a:lnSpc>
            <a:spcBef>
              <a:spcPct val="0"/>
            </a:spcBef>
            <a:spcAft>
              <a:spcPct val="15000"/>
            </a:spcAft>
            <a:buFont typeface="Arial" panose="020B0604020202020204" pitchFamily="34" charset="0"/>
            <a:buChar char="•"/>
          </a:pPr>
          <a:r>
            <a:rPr lang="en-US" sz="1000" b="0" i="0" u="none" kern="1200" dirty="0"/>
            <a:t>Mount Sinai Health System</a:t>
          </a:r>
          <a:r>
            <a:rPr lang="en-US" sz="1000" kern="1200" dirty="0"/>
            <a:t> </a:t>
          </a:r>
        </a:p>
        <a:p>
          <a:pPr marL="57150" lvl="1" indent="-57150" algn="l" defTabSz="444500">
            <a:lnSpc>
              <a:spcPct val="90000"/>
            </a:lnSpc>
            <a:spcBef>
              <a:spcPct val="0"/>
            </a:spcBef>
            <a:spcAft>
              <a:spcPct val="15000"/>
            </a:spcAft>
            <a:buFont typeface="Arial" panose="020B0604020202020204" pitchFamily="34" charset="0"/>
            <a:buChar char="•"/>
          </a:pPr>
          <a:r>
            <a:rPr lang="en-US" sz="1000" b="0" i="0" u="none" kern="1200" dirty="0" err="1"/>
            <a:t>Nuvance</a:t>
          </a:r>
          <a:r>
            <a:rPr lang="en-US" sz="1000" b="0" i="0" u="none" kern="1200" dirty="0"/>
            <a:t> Health(Danbury Hosp)</a:t>
          </a:r>
          <a:r>
            <a:rPr lang="en-US" sz="1000" kern="1200" dirty="0"/>
            <a:t> </a:t>
          </a:r>
        </a:p>
        <a:p>
          <a:pPr marL="57150" lvl="1" indent="-57150" algn="l" defTabSz="444500">
            <a:lnSpc>
              <a:spcPct val="90000"/>
            </a:lnSpc>
            <a:spcBef>
              <a:spcPct val="0"/>
            </a:spcBef>
            <a:spcAft>
              <a:spcPct val="15000"/>
            </a:spcAft>
            <a:buFont typeface="Arial" panose="020B0604020202020204" pitchFamily="34" charset="0"/>
            <a:buChar char="•"/>
          </a:pPr>
          <a:r>
            <a:rPr lang="en-US" sz="1000" b="0" i="0" u="none" kern="1200"/>
            <a:t>Dartmouth Health</a:t>
          </a:r>
          <a:r>
            <a:rPr lang="en-US" sz="1000" kern="1200"/>
            <a:t> </a:t>
          </a:r>
        </a:p>
        <a:p>
          <a:pPr marL="57150" lvl="1" indent="-57150" algn="l" defTabSz="444500">
            <a:lnSpc>
              <a:spcPct val="90000"/>
            </a:lnSpc>
            <a:spcBef>
              <a:spcPct val="0"/>
            </a:spcBef>
            <a:spcAft>
              <a:spcPct val="15000"/>
            </a:spcAft>
            <a:buFont typeface="Arial" panose="020B0604020202020204" pitchFamily="34" charset="0"/>
            <a:buChar char="•"/>
          </a:pPr>
          <a:r>
            <a:rPr lang="en-US" sz="1000" b="0" i="0" u="none" kern="1200" dirty="0"/>
            <a:t>Virginia Oncology Associates</a:t>
          </a:r>
          <a:r>
            <a:rPr lang="en-US" sz="1000" kern="1200" dirty="0"/>
            <a:t> </a:t>
          </a:r>
        </a:p>
        <a:p>
          <a:pPr marL="57150" lvl="1" indent="-57150" algn="l" defTabSz="444500">
            <a:lnSpc>
              <a:spcPct val="90000"/>
            </a:lnSpc>
            <a:spcBef>
              <a:spcPct val="0"/>
            </a:spcBef>
            <a:spcAft>
              <a:spcPct val="15000"/>
            </a:spcAft>
            <a:buFont typeface="Arial" panose="020B0604020202020204" pitchFamily="34" charset="0"/>
            <a:buChar char="•"/>
          </a:pPr>
          <a:r>
            <a:rPr lang="en-US" sz="1000" b="0" i="0" u="none" kern="1200" dirty="0" err="1"/>
            <a:t>Upmc</a:t>
          </a:r>
          <a:r>
            <a:rPr lang="en-US" sz="1000" b="0" i="0" u="none" kern="1200" dirty="0"/>
            <a:t> Health</a:t>
          </a:r>
          <a:r>
            <a:rPr lang="en-US" sz="1000" kern="1200" dirty="0"/>
            <a:t> </a:t>
          </a:r>
        </a:p>
        <a:p>
          <a:pPr marL="57150" lvl="1" indent="-57150" algn="l" defTabSz="444500">
            <a:lnSpc>
              <a:spcPct val="90000"/>
            </a:lnSpc>
            <a:spcBef>
              <a:spcPct val="0"/>
            </a:spcBef>
            <a:spcAft>
              <a:spcPct val="15000"/>
            </a:spcAft>
            <a:buFont typeface="Arial" panose="020B0604020202020204" pitchFamily="34" charset="0"/>
            <a:buChar char="•"/>
          </a:pPr>
          <a:r>
            <a:rPr lang="en-US" sz="1000" b="0" i="0" u="none" kern="1200"/>
            <a:t>Stanford Health Care</a:t>
          </a:r>
          <a:r>
            <a:rPr lang="en-US" sz="1000" kern="1200"/>
            <a:t> </a:t>
          </a:r>
        </a:p>
        <a:p>
          <a:pPr marL="57150" lvl="1" indent="-57150" algn="l" defTabSz="444500">
            <a:lnSpc>
              <a:spcPct val="90000"/>
            </a:lnSpc>
            <a:spcBef>
              <a:spcPct val="0"/>
            </a:spcBef>
            <a:spcAft>
              <a:spcPct val="15000"/>
            </a:spcAft>
            <a:buFont typeface="Arial" panose="020B0604020202020204" pitchFamily="34" charset="0"/>
            <a:buChar char="•"/>
          </a:pPr>
          <a:r>
            <a:rPr lang="en-US" sz="1000" b="0" i="0" u="none" kern="1200" dirty="0"/>
            <a:t>University Of Southern California</a:t>
          </a:r>
          <a:r>
            <a:rPr lang="en-US" sz="1000" kern="1200" dirty="0"/>
            <a:t> </a:t>
          </a:r>
        </a:p>
        <a:p>
          <a:pPr marL="57150" lvl="1" indent="-57150" algn="l" defTabSz="444500">
            <a:lnSpc>
              <a:spcPct val="90000"/>
            </a:lnSpc>
            <a:spcBef>
              <a:spcPct val="0"/>
            </a:spcBef>
            <a:spcAft>
              <a:spcPct val="15000"/>
            </a:spcAft>
            <a:buFont typeface="Arial" panose="020B0604020202020204" pitchFamily="34" charset="0"/>
            <a:buChar char="•"/>
          </a:pPr>
          <a:r>
            <a:rPr lang="en-US" sz="1000" b="0" i="0" u="none" kern="1200" dirty="0"/>
            <a:t>Kaiser Permanente</a:t>
          </a:r>
          <a:r>
            <a:rPr lang="en-US" sz="1000" kern="1200" dirty="0"/>
            <a:t> </a:t>
          </a:r>
        </a:p>
        <a:p>
          <a:pPr marL="57150" lvl="1" indent="-57150" algn="l" defTabSz="444500">
            <a:lnSpc>
              <a:spcPct val="90000"/>
            </a:lnSpc>
            <a:spcBef>
              <a:spcPct val="0"/>
            </a:spcBef>
            <a:spcAft>
              <a:spcPct val="15000"/>
            </a:spcAft>
            <a:buFont typeface="Arial" panose="020B0604020202020204" pitchFamily="34" charset="0"/>
            <a:buChar char="•"/>
          </a:pPr>
          <a:r>
            <a:rPr lang="en-US" sz="1000" b="0" i="0" u="none" kern="1200" dirty="0"/>
            <a:t>Sutter Health</a:t>
          </a:r>
          <a:r>
            <a:rPr lang="en-US" sz="1000" kern="1200" dirty="0"/>
            <a:t> </a:t>
          </a:r>
        </a:p>
      </dsp:txBody>
      <dsp:txXfrm>
        <a:off x="44916" y="766910"/>
        <a:ext cx="2006506" cy="5033815"/>
      </dsp:txXfrm>
    </dsp:sp>
    <dsp:sp modelId="{F0C461F3-08ED-4E65-B2B1-9FEBF9AFFDF8}">
      <dsp:nvSpPr>
        <dsp:cNvPr id="0" name=""/>
        <dsp:cNvSpPr/>
      </dsp:nvSpPr>
      <dsp:spPr>
        <a:xfrm>
          <a:off x="2289475" y="9055"/>
          <a:ext cx="2006506" cy="748800"/>
        </a:xfrm>
        <a:prstGeom prst="rect">
          <a:avLst/>
        </a:prstGeom>
        <a:solidFill>
          <a:schemeClr val="accent4">
            <a:hueOff val="-5852946"/>
            <a:satOff val="646"/>
            <a:lumOff val="-2254"/>
            <a:alphaOff val="0"/>
          </a:schemeClr>
        </a:solidFill>
        <a:ln w="25400" cap="flat" cmpd="sng" algn="ctr">
          <a:solidFill>
            <a:schemeClr val="accent4">
              <a:hueOff val="-5852946"/>
              <a:satOff val="646"/>
              <a:lumOff val="-2254"/>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48768" rIns="85344" bIns="48768" numCol="1" spcCol="1270" anchor="ctr" anchorCtr="0">
          <a:noAutofit/>
        </a:bodyPr>
        <a:lstStyle/>
        <a:p>
          <a:pPr marL="0" lvl="0" indent="0" algn="ctr" defTabSz="533400">
            <a:lnSpc>
              <a:spcPct val="90000"/>
            </a:lnSpc>
            <a:spcBef>
              <a:spcPct val="0"/>
            </a:spcBef>
            <a:spcAft>
              <a:spcPct val="35000"/>
            </a:spcAft>
            <a:buNone/>
          </a:pPr>
          <a:r>
            <a:rPr lang="en-US" sz="1200" kern="1200" dirty="0"/>
            <a:t>Deepen the Base </a:t>
          </a:r>
        </a:p>
      </dsp:txBody>
      <dsp:txXfrm>
        <a:off x="2289475" y="9055"/>
        <a:ext cx="2006506" cy="748800"/>
      </dsp:txXfrm>
    </dsp:sp>
    <dsp:sp modelId="{5B21849E-99BA-44F3-A422-700F26A41505}">
      <dsp:nvSpPr>
        <dsp:cNvPr id="0" name=""/>
        <dsp:cNvSpPr/>
      </dsp:nvSpPr>
      <dsp:spPr>
        <a:xfrm>
          <a:off x="2289475" y="757855"/>
          <a:ext cx="2006506" cy="5033815"/>
        </a:xfrm>
        <a:prstGeom prst="rect">
          <a:avLst/>
        </a:prstGeom>
        <a:solidFill>
          <a:schemeClr val="accent4">
            <a:tint val="40000"/>
            <a:alpha val="90000"/>
            <a:hueOff val="-6211491"/>
            <a:satOff val="-3333"/>
            <a:lumOff val="-490"/>
            <a:alphaOff val="0"/>
          </a:schemeClr>
        </a:solidFill>
        <a:ln w="25400" cap="flat" cmpd="sng" algn="ctr">
          <a:solidFill>
            <a:schemeClr val="accent4">
              <a:tint val="40000"/>
              <a:alpha val="90000"/>
              <a:hueOff val="-6211491"/>
              <a:satOff val="-3333"/>
              <a:lumOff val="-49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3340" tIns="53340" rIns="71120" bIns="80010" numCol="1" spcCol="1270" anchor="t" anchorCtr="0">
          <a:noAutofit/>
        </a:bodyPr>
        <a:lstStyle/>
        <a:p>
          <a:pPr marL="57150" lvl="1" indent="-57150" algn="l" defTabSz="444500">
            <a:lnSpc>
              <a:spcPct val="90000"/>
            </a:lnSpc>
            <a:spcBef>
              <a:spcPct val="0"/>
            </a:spcBef>
            <a:spcAft>
              <a:spcPct val="15000"/>
            </a:spcAft>
            <a:buChar char="•"/>
          </a:pPr>
          <a:r>
            <a:rPr lang="en-US" sz="1000" kern="1200" dirty="0"/>
            <a:t>University of Michigan</a:t>
          </a:r>
        </a:p>
        <a:p>
          <a:pPr marL="57150" lvl="1" indent="-57150" algn="l" defTabSz="444500">
            <a:lnSpc>
              <a:spcPct val="90000"/>
            </a:lnSpc>
            <a:spcBef>
              <a:spcPct val="0"/>
            </a:spcBef>
            <a:spcAft>
              <a:spcPct val="15000"/>
            </a:spcAft>
            <a:buChar char="•"/>
          </a:pPr>
          <a:r>
            <a:rPr lang="en-US" sz="1000" kern="1200" dirty="0"/>
            <a:t>Atrium Health</a:t>
          </a:r>
        </a:p>
        <a:p>
          <a:pPr marL="57150" lvl="1" indent="-57150" algn="l" defTabSz="444500">
            <a:lnSpc>
              <a:spcPct val="90000"/>
            </a:lnSpc>
            <a:spcBef>
              <a:spcPct val="0"/>
            </a:spcBef>
            <a:spcAft>
              <a:spcPct val="15000"/>
            </a:spcAft>
            <a:buChar char="•"/>
          </a:pPr>
          <a:r>
            <a:rPr lang="en-US" sz="1000" kern="1200" dirty="0"/>
            <a:t>Franciscan Missionaries Of Our Lady Health System</a:t>
          </a:r>
        </a:p>
        <a:p>
          <a:pPr marL="57150" lvl="1" indent="-57150" algn="l" defTabSz="444500">
            <a:lnSpc>
              <a:spcPct val="90000"/>
            </a:lnSpc>
            <a:spcBef>
              <a:spcPct val="0"/>
            </a:spcBef>
            <a:spcAft>
              <a:spcPct val="15000"/>
            </a:spcAft>
            <a:buChar char="•"/>
          </a:pPr>
          <a:r>
            <a:rPr lang="en-US" sz="1000" kern="1200" dirty="0"/>
            <a:t>Froedtert Health</a:t>
          </a:r>
        </a:p>
        <a:p>
          <a:pPr marL="57150" lvl="1" indent="-57150" algn="l" defTabSz="444500">
            <a:lnSpc>
              <a:spcPct val="90000"/>
            </a:lnSpc>
            <a:spcBef>
              <a:spcPct val="0"/>
            </a:spcBef>
            <a:spcAft>
              <a:spcPct val="15000"/>
            </a:spcAft>
            <a:buChar char="•"/>
          </a:pPr>
          <a:r>
            <a:rPr lang="en-US" sz="1000" kern="1200" dirty="0"/>
            <a:t>Vanderbilt University</a:t>
          </a:r>
        </a:p>
        <a:p>
          <a:pPr marL="57150" lvl="1" indent="-57150" algn="l" defTabSz="444500">
            <a:lnSpc>
              <a:spcPct val="90000"/>
            </a:lnSpc>
            <a:spcBef>
              <a:spcPct val="0"/>
            </a:spcBef>
            <a:spcAft>
              <a:spcPct val="15000"/>
            </a:spcAft>
            <a:buChar char="•"/>
          </a:pPr>
          <a:r>
            <a:rPr lang="en-US" sz="1000" kern="1200" dirty="0"/>
            <a:t>Ssm Health</a:t>
          </a:r>
        </a:p>
        <a:p>
          <a:pPr marL="57150" lvl="1" indent="-57150" algn="l" defTabSz="444500">
            <a:lnSpc>
              <a:spcPct val="90000"/>
            </a:lnSpc>
            <a:spcBef>
              <a:spcPct val="0"/>
            </a:spcBef>
            <a:spcAft>
              <a:spcPct val="15000"/>
            </a:spcAft>
            <a:buChar char="•"/>
          </a:pPr>
          <a:r>
            <a:rPr lang="en-US" sz="1000" kern="1200" dirty="0"/>
            <a:t>Rush</a:t>
          </a:r>
        </a:p>
        <a:p>
          <a:pPr marL="57150" lvl="1" indent="-57150" algn="l" defTabSz="444500">
            <a:lnSpc>
              <a:spcPct val="90000"/>
            </a:lnSpc>
            <a:spcBef>
              <a:spcPct val="0"/>
            </a:spcBef>
            <a:spcAft>
              <a:spcPct val="15000"/>
            </a:spcAft>
            <a:buChar char="•"/>
          </a:pPr>
          <a:r>
            <a:rPr lang="en-US" sz="1000" kern="1200" dirty="0"/>
            <a:t>Wake Forest</a:t>
          </a:r>
        </a:p>
        <a:p>
          <a:pPr marL="57150" lvl="1" indent="-57150" algn="l" defTabSz="444500">
            <a:lnSpc>
              <a:spcPct val="90000"/>
            </a:lnSpc>
            <a:spcBef>
              <a:spcPct val="0"/>
            </a:spcBef>
            <a:spcAft>
              <a:spcPct val="15000"/>
            </a:spcAft>
            <a:buChar char="•"/>
          </a:pPr>
          <a:r>
            <a:rPr lang="en-US" sz="1000" kern="1200" dirty="0"/>
            <a:t>North Shore Hematology Oncology Associates Pc</a:t>
          </a:r>
        </a:p>
        <a:p>
          <a:pPr marL="57150" lvl="1" indent="-57150" algn="l" defTabSz="444500">
            <a:lnSpc>
              <a:spcPct val="90000"/>
            </a:lnSpc>
            <a:spcBef>
              <a:spcPct val="0"/>
            </a:spcBef>
            <a:spcAft>
              <a:spcPct val="15000"/>
            </a:spcAft>
            <a:buChar char="•"/>
          </a:pPr>
          <a:r>
            <a:rPr lang="en-US" sz="1000" kern="1200" dirty="0"/>
            <a:t>Maine Center For Cancer Medicine &amp; Blood Disorders Pa</a:t>
          </a:r>
        </a:p>
        <a:p>
          <a:pPr marL="57150" lvl="1" indent="-57150" algn="l" defTabSz="444500">
            <a:lnSpc>
              <a:spcPct val="90000"/>
            </a:lnSpc>
            <a:spcBef>
              <a:spcPct val="0"/>
            </a:spcBef>
            <a:spcAft>
              <a:spcPct val="15000"/>
            </a:spcAft>
            <a:buChar char="•"/>
          </a:pPr>
          <a:r>
            <a:rPr lang="en-US" sz="1000" kern="1200" dirty="0"/>
            <a:t>Maryland Oncology Hematology Pa</a:t>
          </a:r>
        </a:p>
        <a:p>
          <a:pPr marL="57150" lvl="1" indent="-57150" algn="l" defTabSz="444500">
            <a:lnSpc>
              <a:spcPct val="90000"/>
            </a:lnSpc>
            <a:spcBef>
              <a:spcPct val="0"/>
            </a:spcBef>
            <a:spcAft>
              <a:spcPct val="15000"/>
            </a:spcAft>
            <a:buChar char="•"/>
          </a:pPr>
          <a:r>
            <a:rPr lang="en-US" sz="1000" kern="1200" dirty="0"/>
            <a:t>Christiana Care Health System</a:t>
          </a:r>
        </a:p>
        <a:p>
          <a:pPr marL="57150" lvl="1" indent="-57150" algn="l" defTabSz="444500">
            <a:lnSpc>
              <a:spcPct val="90000"/>
            </a:lnSpc>
            <a:spcBef>
              <a:spcPct val="0"/>
            </a:spcBef>
            <a:spcAft>
              <a:spcPct val="15000"/>
            </a:spcAft>
            <a:buChar char="•"/>
          </a:pPr>
          <a:r>
            <a:rPr lang="en-US" sz="1000" kern="1200" dirty="0"/>
            <a:t>University Of Miami</a:t>
          </a:r>
        </a:p>
        <a:p>
          <a:pPr marL="57150" lvl="1" indent="-57150" algn="l" defTabSz="444500">
            <a:lnSpc>
              <a:spcPct val="90000"/>
            </a:lnSpc>
            <a:spcBef>
              <a:spcPct val="0"/>
            </a:spcBef>
            <a:spcAft>
              <a:spcPct val="15000"/>
            </a:spcAft>
            <a:buChar char="•"/>
          </a:pPr>
          <a:r>
            <a:rPr lang="en-US" sz="1000" kern="1200" dirty="0"/>
            <a:t>Newyork - Presbyterian Health</a:t>
          </a:r>
        </a:p>
        <a:p>
          <a:pPr marL="57150" lvl="1" indent="-57150" algn="l" defTabSz="444500">
            <a:lnSpc>
              <a:spcPct val="90000"/>
            </a:lnSpc>
            <a:spcBef>
              <a:spcPct val="0"/>
            </a:spcBef>
            <a:spcAft>
              <a:spcPct val="15000"/>
            </a:spcAft>
            <a:buChar char="•"/>
          </a:pPr>
          <a:r>
            <a:rPr lang="en-US" sz="1000" kern="1200" dirty="0"/>
            <a:t>Uchealth</a:t>
          </a:r>
        </a:p>
        <a:p>
          <a:pPr marL="57150" lvl="1" indent="-57150" algn="l" defTabSz="444500">
            <a:lnSpc>
              <a:spcPct val="90000"/>
            </a:lnSpc>
            <a:spcBef>
              <a:spcPct val="0"/>
            </a:spcBef>
            <a:spcAft>
              <a:spcPct val="15000"/>
            </a:spcAft>
            <a:buChar char="•"/>
          </a:pPr>
          <a:r>
            <a:rPr lang="en-US" sz="1000" kern="1200" dirty="0"/>
            <a:t>Sarcoma Oncology Center</a:t>
          </a:r>
        </a:p>
        <a:p>
          <a:pPr marL="57150" lvl="1" indent="-57150" algn="l" defTabSz="444500">
            <a:lnSpc>
              <a:spcPct val="90000"/>
            </a:lnSpc>
            <a:spcBef>
              <a:spcPct val="0"/>
            </a:spcBef>
            <a:spcAft>
              <a:spcPct val="15000"/>
            </a:spcAft>
            <a:buChar char="•"/>
          </a:pPr>
          <a:r>
            <a:rPr lang="en-US" sz="1000" kern="1200" dirty="0"/>
            <a:t>Cedars-Sinai Health System</a:t>
          </a:r>
        </a:p>
        <a:p>
          <a:pPr marL="57150" lvl="1" indent="-57150" algn="l" defTabSz="444500">
            <a:lnSpc>
              <a:spcPct val="90000"/>
            </a:lnSpc>
            <a:spcBef>
              <a:spcPct val="0"/>
            </a:spcBef>
            <a:spcAft>
              <a:spcPct val="15000"/>
            </a:spcAft>
            <a:buChar char="•"/>
          </a:pPr>
          <a:r>
            <a:rPr lang="en-US" sz="1000" kern="1200" dirty="0"/>
            <a:t>City Of Hope</a:t>
          </a:r>
        </a:p>
        <a:p>
          <a:pPr marL="114300" lvl="1" indent="-114300" algn="l" defTabSz="533400">
            <a:lnSpc>
              <a:spcPct val="90000"/>
            </a:lnSpc>
            <a:spcBef>
              <a:spcPct val="0"/>
            </a:spcBef>
            <a:spcAft>
              <a:spcPct val="15000"/>
            </a:spcAft>
            <a:buChar char="•"/>
          </a:pPr>
          <a:endParaRPr lang="en-US" sz="1200" kern="1200" dirty="0"/>
        </a:p>
        <a:p>
          <a:pPr marL="114300" lvl="1" indent="-114300" algn="l" defTabSz="533400">
            <a:lnSpc>
              <a:spcPct val="90000"/>
            </a:lnSpc>
            <a:spcBef>
              <a:spcPct val="0"/>
            </a:spcBef>
            <a:spcAft>
              <a:spcPct val="15000"/>
            </a:spcAft>
            <a:buChar char="•"/>
          </a:pPr>
          <a:endParaRPr lang="en-US" sz="1200" kern="1200" dirty="0"/>
        </a:p>
      </dsp:txBody>
      <dsp:txXfrm>
        <a:off x="2289475" y="757855"/>
        <a:ext cx="2006506" cy="5033815"/>
      </dsp:txXfrm>
    </dsp:sp>
    <dsp:sp modelId="{5B5AB861-2154-4342-A005-DAF402CA9511}">
      <dsp:nvSpPr>
        <dsp:cNvPr id="0" name=""/>
        <dsp:cNvSpPr/>
      </dsp:nvSpPr>
      <dsp:spPr>
        <a:xfrm>
          <a:off x="4576892" y="45559"/>
          <a:ext cx="2006506" cy="748800"/>
        </a:xfrm>
        <a:prstGeom prst="rect">
          <a:avLst/>
        </a:prstGeom>
        <a:solidFill>
          <a:schemeClr val="accent4">
            <a:hueOff val="-11705891"/>
            <a:satOff val="1292"/>
            <a:lumOff val="-4508"/>
            <a:alphaOff val="0"/>
          </a:schemeClr>
        </a:solidFill>
        <a:ln w="25400" cap="flat" cmpd="sng" algn="ctr">
          <a:solidFill>
            <a:schemeClr val="accent4">
              <a:hueOff val="-11705891"/>
              <a:satOff val="1292"/>
              <a:lumOff val="-4508"/>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48768" rIns="85344" bIns="48768" numCol="1" spcCol="1270" anchor="ctr" anchorCtr="0">
          <a:noAutofit/>
        </a:bodyPr>
        <a:lstStyle/>
        <a:p>
          <a:pPr marL="0" lvl="0" indent="0" algn="ctr" defTabSz="533400">
            <a:lnSpc>
              <a:spcPct val="90000"/>
            </a:lnSpc>
            <a:spcBef>
              <a:spcPct val="0"/>
            </a:spcBef>
            <a:spcAft>
              <a:spcPct val="35000"/>
            </a:spcAft>
            <a:buNone/>
          </a:pPr>
          <a:r>
            <a:rPr lang="en-US" sz="1200" kern="1200" dirty="0"/>
            <a:t>Unlock Growth </a:t>
          </a:r>
        </a:p>
      </dsp:txBody>
      <dsp:txXfrm>
        <a:off x="4576892" y="45559"/>
        <a:ext cx="2006506" cy="748800"/>
      </dsp:txXfrm>
    </dsp:sp>
    <dsp:sp modelId="{1135E43D-C18A-4127-8155-441B12E16712}">
      <dsp:nvSpPr>
        <dsp:cNvPr id="0" name=""/>
        <dsp:cNvSpPr/>
      </dsp:nvSpPr>
      <dsp:spPr>
        <a:xfrm>
          <a:off x="4576892" y="757855"/>
          <a:ext cx="2006506" cy="5033815"/>
        </a:xfrm>
        <a:prstGeom prst="rect">
          <a:avLst/>
        </a:prstGeom>
        <a:solidFill>
          <a:schemeClr val="accent4">
            <a:tint val="40000"/>
            <a:alpha val="90000"/>
            <a:hueOff val="-12422982"/>
            <a:satOff val="-6665"/>
            <a:lumOff val="-980"/>
            <a:alphaOff val="0"/>
          </a:schemeClr>
        </a:solidFill>
        <a:ln w="25400" cap="flat" cmpd="sng" algn="ctr">
          <a:solidFill>
            <a:schemeClr val="accent4">
              <a:tint val="40000"/>
              <a:alpha val="90000"/>
              <a:hueOff val="-12422982"/>
              <a:satOff val="-6665"/>
              <a:lumOff val="-98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8006" tIns="48006" rIns="64008" bIns="72009" numCol="1" spcCol="1270" anchor="t" anchorCtr="0">
          <a:noAutofit/>
        </a:bodyPr>
        <a:lstStyle/>
        <a:p>
          <a:pPr marL="57150" lvl="1" indent="-57150" algn="l" defTabSz="400050">
            <a:lnSpc>
              <a:spcPct val="90000"/>
            </a:lnSpc>
            <a:spcBef>
              <a:spcPct val="0"/>
            </a:spcBef>
            <a:spcAft>
              <a:spcPct val="15000"/>
            </a:spcAft>
            <a:buChar char="•"/>
          </a:pPr>
          <a:r>
            <a:rPr lang="en-US" sz="900" kern="1200" dirty="0"/>
            <a:t>Cleveland Clinic</a:t>
          </a:r>
        </a:p>
        <a:p>
          <a:pPr marL="57150" lvl="1" indent="-57150" algn="l" defTabSz="400050">
            <a:lnSpc>
              <a:spcPct val="90000"/>
            </a:lnSpc>
            <a:spcBef>
              <a:spcPct val="0"/>
            </a:spcBef>
            <a:spcAft>
              <a:spcPct val="15000"/>
            </a:spcAft>
            <a:buChar char="•"/>
          </a:pPr>
          <a:r>
            <a:rPr lang="en-US" sz="900" kern="1200" dirty="0"/>
            <a:t>Mayo Clinic Hospital Rochester</a:t>
          </a:r>
        </a:p>
        <a:p>
          <a:pPr marL="57150" lvl="1" indent="-57150" algn="l" defTabSz="400050">
            <a:lnSpc>
              <a:spcPct val="90000"/>
            </a:lnSpc>
            <a:spcBef>
              <a:spcPct val="0"/>
            </a:spcBef>
            <a:spcAft>
              <a:spcPct val="15000"/>
            </a:spcAft>
            <a:buChar char="•"/>
          </a:pPr>
          <a:r>
            <a:rPr lang="en-US" sz="900" kern="1200" dirty="0"/>
            <a:t>Cancer And Hematology Centers Of Western Michigan Pc</a:t>
          </a:r>
        </a:p>
        <a:p>
          <a:pPr marL="57150" lvl="1" indent="-57150" algn="l" defTabSz="400050">
            <a:lnSpc>
              <a:spcPct val="90000"/>
            </a:lnSpc>
            <a:spcBef>
              <a:spcPct val="0"/>
            </a:spcBef>
            <a:spcAft>
              <a:spcPct val="15000"/>
            </a:spcAft>
            <a:buChar char="•"/>
          </a:pPr>
          <a:r>
            <a:rPr lang="en-US" sz="900" kern="1200" dirty="0"/>
            <a:t>University Of Tennessee</a:t>
          </a:r>
        </a:p>
        <a:p>
          <a:pPr marL="57150" lvl="1" indent="-57150" algn="l" defTabSz="400050">
            <a:lnSpc>
              <a:spcPct val="90000"/>
            </a:lnSpc>
            <a:spcBef>
              <a:spcPct val="0"/>
            </a:spcBef>
            <a:spcAft>
              <a:spcPct val="15000"/>
            </a:spcAft>
            <a:buChar char="•"/>
          </a:pPr>
          <a:r>
            <a:rPr lang="en-US" sz="900" kern="1200" dirty="0"/>
            <a:t>Tennessee Oncology </a:t>
          </a:r>
          <a:r>
            <a:rPr lang="en-US" sz="900" kern="1200" dirty="0" err="1"/>
            <a:t>Pllc</a:t>
          </a:r>
          <a:endParaRPr lang="en-US" sz="900" kern="1200" dirty="0"/>
        </a:p>
        <a:p>
          <a:pPr marL="57150" lvl="1" indent="-57150" algn="l" defTabSz="400050">
            <a:lnSpc>
              <a:spcPct val="90000"/>
            </a:lnSpc>
            <a:spcBef>
              <a:spcPct val="0"/>
            </a:spcBef>
            <a:spcAft>
              <a:spcPct val="15000"/>
            </a:spcAft>
            <a:buChar char="•"/>
          </a:pPr>
          <a:r>
            <a:rPr lang="en-US" sz="900" kern="1200" dirty="0"/>
            <a:t>Fairview Health Services</a:t>
          </a:r>
        </a:p>
        <a:p>
          <a:pPr marL="57150" lvl="1" indent="-57150" algn="l" defTabSz="400050">
            <a:lnSpc>
              <a:spcPct val="90000"/>
            </a:lnSpc>
            <a:spcBef>
              <a:spcPct val="0"/>
            </a:spcBef>
            <a:spcAft>
              <a:spcPct val="15000"/>
            </a:spcAft>
            <a:buChar char="•"/>
          </a:pPr>
          <a:r>
            <a:rPr lang="en-US" sz="900" kern="1200" dirty="0"/>
            <a:t>The West Clinic Pllc</a:t>
          </a:r>
        </a:p>
        <a:p>
          <a:pPr marL="57150" lvl="1" indent="-57150" algn="l" defTabSz="400050">
            <a:lnSpc>
              <a:spcPct val="90000"/>
            </a:lnSpc>
            <a:spcBef>
              <a:spcPct val="0"/>
            </a:spcBef>
            <a:spcAft>
              <a:spcPct val="15000"/>
            </a:spcAft>
            <a:buChar char="•"/>
          </a:pPr>
          <a:r>
            <a:rPr lang="en-US" sz="900" kern="1200" dirty="0"/>
            <a:t>OSU</a:t>
          </a:r>
        </a:p>
        <a:p>
          <a:pPr marL="57150" lvl="1" indent="-57150" algn="l" defTabSz="400050">
            <a:lnSpc>
              <a:spcPct val="90000"/>
            </a:lnSpc>
            <a:spcBef>
              <a:spcPct val="0"/>
            </a:spcBef>
            <a:spcAft>
              <a:spcPct val="15000"/>
            </a:spcAft>
            <a:buChar char="•"/>
          </a:pPr>
          <a:r>
            <a:rPr lang="en-US" sz="900" kern="1200" dirty="0"/>
            <a:t>University of Iowa</a:t>
          </a:r>
        </a:p>
        <a:p>
          <a:pPr marL="57150" lvl="1" indent="-57150" algn="l" defTabSz="400050">
            <a:lnSpc>
              <a:spcPct val="90000"/>
            </a:lnSpc>
            <a:spcBef>
              <a:spcPct val="0"/>
            </a:spcBef>
            <a:spcAft>
              <a:spcPct val="15000"/>
            </a:spcAft>
            <a:buChar char="•"/>
          </a:pPr>
          <a:r>
            <a:rPr lang="en-US" sz="900" kern="1200" dirty="0"/>
            <a:t>University of Indiana</a:t>
          </a:r>
        </a:p>
        <a:p>
          <a:pPr marL="57150" lvl="1" indent="-57150" algn="l" defTabSz="400050">
            <a:lnSpc>
              <a:spcPct val="90000"/>
            </a:lnSpc>
            <a:spcBef>
              <a:spcPct val="0"/>
            </a:spcBef>
            <a:spcAft>
              <a:spcPct val="15000"/>
            </a:spcAft>
            <a:buChar char="•"/>
          </a:pPr>
          <a:r>
            <a:rPr lang="en-US" sz="900" kern="1200" dirty="0"/>
            <a:t>Moffitt Cancer Center</a:t>
          </a:r>
        </a:p>
        <a:p>
          <a:pPr marL="57150" lvl="1" indent="-57150" algn="l" defTabSz="400050">
            <a:lnSpc>
              <a:spcPct val="90000"/>
            </a:lnSpc>
            <a:spcBef>
              <a:spcPct val="0"/>
            </a:spcBef>
            <a:spcAft>
              <a:spcPct val="15000"/>
            </a:spcAft>
            <a:buChar char="•"/>
          </a:pPr>
          <a:r>
            <a:rPr lang="en-US" sz="900" kern="1200" dirty="0"/>
            <a:t>Oncology Specialties P.C.</a:t>
          </a:r>
        </a:p>
        <a:p>
          <a:pPr marL="57150" lvl="1" indent="-57150" algn="l" defTabSz="400050">
            <a:lnSpc>
              <a:spcPct val="90000"/>
            </a:lnSpc>
            <a:spcBef>
              <a:spcPct val="0"/>
            </a:spcBef>
            <a:spcAft>
              <a:spcPct val="15000"/>
            </a:spcAft>
            <a:buChar char="•"/>
          </a:pPr>
          <a:r>
            <a:rPr lang="en-US" sz="900" kern="1200" dirty="0"/>
            <a:t>NYOH</a:t>
          </a:r>
        </a:p>
        <a:p>
          <a:pPr marL="57150" lvl="1" indent="-57150" algn="l" defTabSz="400050">
            <a:lnSpc>
              <a:spcPct val="90000"/>
            </a:lnSpc>
            <a:spcBef>
              <a:spcPct val="0"/>
            </a:spcBef>
            <a:spcAft>
              <a:spcPct val="15000"/>
            </a:spcAft>
            <a:buChar char="•"/>
          </a:pPr>
          <a:r>
            <a:rPr lang="en-US" sz="900" kern="1200" dirty="0"/>
            <a:t>Mayo Clinic Jacksonville</a:t>
          </a:r>
        </a:p>
        <a:p>
          <a:pPr marL="57150" lvl="1" indent="-57150" algn="l" defTabSz="400050">
            <a:lnSpc>
              <a:spcPct val="90000"/>
            </a:lnSpc>
            <a:spcBef>
              <a:spcPct val="0"/>
            </a:spcBef>
            <a:spcAft>
              <a:spcPct val="15000"/>
            </a:spcAft>
            <a:buChar char="•"/>
          </a:pPr>
          <a:r>
            <a:rPr lang="en-US" sz="900" kern="1200" dirty="0"/>
            <a:t>Nyu Langone Health</a:t>
          </a:r>
        </a:p>
        <a:p>
          <a:pPr marL="57150" lvl="1" indent="-57150" algn="l" defTabSz="400050">
            <a:lnSpc>
              <a:spcPct val="90000"/>
            </a:lnSpc>
            <a:spcBef>
              <a:spcPct val="0"/>
            </a:spcBef>
            <a:spcAft>
              <a:spcPct val="15000"/>
            </a:spcAft>
            <a:buChar char="•"/>
          </a:pPr>
          <a:r>
            <a:rPr lang="en-US" sz="900" kern="1200" dirty="0"/>
            <a:t>Beth Israel Lahey Health</a:t>
          </a:r>
        </a:p>
        <a:p>
          <a:pPr marL="57150" lvl="1" indent="-57150" algn="l" defTabSz="400050">
            <a:lnSpc>
              <a:spcPct val="90000"/>
            </a:lnSpc>
            <a:spcBef>
              <a:spcPct val="0"/>
            </a:spcBef>
            <a:spcAft>
              <a:spcPct val="15000"/>
            </a:spcAft>
            <a:buChar char="•"/>
          </a:pPr>
          <a:r>
            <a:rPr lang="en-US" sz="900" kern="1200" dirty="0"/>
            <a:t>University of Pennsylvania </a:t>
          </a:r>
        </a:p>
        <a:p>
          <a:pPr marL="57150" lvl="1" indent="-57150" algn="l" defTabSz="400050">
            <a:lnSpc>
              <a:spcPct val="90000"/>
            </a:lnSpc>
            <a:spcBef>
              <a:spcPct val="0"/>
            </a:spcBef>
            <a:spcAft>
              <a:spcPct val="15000"/>
            </a:spcAft>
            <a:buChar char="•"/>
          </a:pPr>
          <a:r>
            <a:rPr lang="en-US" sz="900" kern="1200" dirty="0"/>
            <a:t>Fox Chase</a:t>
          </a:r>
        </a:p>
        <a:p>
          <a:pPr marL="57150" lvl="1" indent="-57150" algn="l" defTabSz="400050">
            <a:lnSpc>
              <a:spcPct val="90000"/>
            </a:lnSpc>
            <a:spcBef>
              <a:spcPct val="0"/>
            </a:spcBef>
            <a:spcAft>
              <a:spcPct val="15000"/>
            </a:spcAft>
            <a:buChar char="•"/>
          </a:pPr>
          <a:r>
            <a:rPr lang="en-US" sz="900" kern="1200" dirty="0"/>
            <a:t>Virginia Commonwealth Univ</a:t>
          </a:r>
        </a:p>
        <a:p>
          <a:pPr marL="57150" lvl="1" indent="-57150" algn="l" defTabSz="400050">
            <a:lnSpc>
              <a:spcPct val="90000"/>
            </a:lnSpc>
            <a:spcBef>
              <a:spcPct val="0"/>
            </a:spcBef>
            <a:spcAft>
              <a:spcPct val="15000"/>
            </a:spcAft>
            <a:buChar char="•"/>
          </a:pPr>
          <a:r>
            <a:rPr lang="en-US" sz="900" kern="1200" dirty="0"/>
            <a:t>Mass General Brigham</a:t>
          </a:r>
        </a:p>
        <a:p>
          <a:pPr marL="57150" lvl="1" indent="-57150" algn="l" defTabSz="400050">
            <a:lnSpc>
              <a:spcPct val="90000"/>
            </a:lnSpc>
            <a:spcBef>
              <a:spcPct val="0"/>
            </a:spcBef>
            <a:spcAft>
              <a:spcPct val="15000"/>
            </a:spcAft>
            <a:buChar char="•"/>
          </a:pPr>
          <a:r>
            <a:rPr lang="en-US" sz="900" kern="1200" dirty="0"/>
            <a:t>UAB</a:t>
          </a:r>
        </a:p>
        <a:p>
          <a:pPr marL="57150" lvl="1" indent="-57150" algn="l" defTabSz="400050">
            <a:lnSpc>
              <a:spcPct val="90000"/>
            </a:lnSpc>
            <a:spcBef>
              <a:spcPct val="0"/>
            </a:spcBef>
            <a:spcAft>
              <a:spcPct val="15000"/>
            </a:spcAft>
            <a:buChar char="•"/>
          </a:pPr>
          <a:r>
            <a:rPr lang="en-US" sz="900" kern="1200" dirty="0"/>
            <a:t>Commonspirit Health</a:t>
          </a:r>
        </a:p>
        <a:p>
          <a:pPr marL="57150" lvl="1" indent="-57150" algn="l" defTabSz="400050">
            <a:lnSpc>
              <a:spcPct val="90000"/>
            </a:lnSpc>
            <a:spcBef>
              <a:spcPct val="0"/>
            </a:spcBef>
            <a:spcAft>
              <a:spcPct val="15000"/>
            </a:spcAft>
            <a:buChar char="•"/>
          </a:pPr>
          <a:r>
            <a:rPr lang="en-US" sz="900" kern="1200" dirty="0"/>
            <a:t>Mayo Clinic Arizona</a:t>
          </a:r>
        </a:p>
        <a:p>
          <a:pPr marL="57150" lvl="1" indent="-57150" algn="l" defTabSz="400050">
            <a:lnSpc>
              <a:spcPct val="90000"/>
            </a:lnSpc>
            <a:spcBef>
              <a:spcPct val="0"/>
            </a:spcBef>
            <a:spcAft>
              <a:spcPct val="15000"/>
            </a:spcAft>
            <a:buChar char="•"/>
          </a:pPr>
          <a:r>
            <a:rPr lang="en-US" sz="900" kern="1200" dirty="0"/>
            <a:t>The Oncology Institute Ca A Professional Corporation</a:t>
          </a:r>
        </a:p>
        <a:p>
          <a:pPr marL="57150" lvl="1" indent="-57150" algn="l" defTabSz="400050">
            <a:lnSpc>
              <a:spcPct val="90000"/>
            </a:lnSpc>
            <a:spcBef>
              <a:spcPct val="0"/>
            </a:spcBef>
            <a:spcAft>
              <a:spcPct val="15000"/>
            </a:spcAft>
            <a:buChar char="•"/>
          </a:pPr>
          <a:r>
            <a:rPr lang="en-US" sz="900" kern="1200" dirty="0"/>
            <a:t>Rocky Mountain Cancer Centers Llp</a:t>
          </a:r>
        </a:p>
        <a:p>
          <a:pPr marL="57150" lvl="1" indent="-57150" algn="l" defTabSz="400050">
            <a:lnSpc>
              <a:spcPct val="90000"/>
            </a:lnSpc>
            <a:spcBef>
              <a:spcPct val="0"/>
            </a:spcBef>
            <a:spcAft>
              <a:spcPct val="15000"/>
            </a:spcAft>
            <a:buChar char="•"/>
          </a:pPr>
          <a:r>
            <a:rPr lang="en-US" sz="900" kern="1200" dirty="0"/>
            <a:t>UCSD</a:t>
          </a:r>
        </a:p>
        <a:p>
          <a:pPr marL="57150" lvl="1" indent="-57150" algn="l" defTabSz="400050">
            <a:lnSpc>
              <a:spcPct val="90000"/>
            </a:lnSpc>
            <a:spcBef>
              <a:spcPct val="0"/>
            </a:spcBef>
            <a:spcAft>
              <a:spcPct val="15000"/>
            </a:spcAft>
            <a:buChar char="•"/>
          </a:pPr>
          <a:r>
            <a:rPr lang="en-US" sz="900" kern="1200" dirty="0"/>
            <a:t>UCLA</a:t>
          </a:r>
        </a:p>
        <a:p>
          <a:pPr marL="57150" lvl="1" indent="-57150" algn="l" defTabSz="400050">
            <a:lnSpc>
              <a:spcPct val="90000"/>
            </a:lnSpc>
            <a:spcBef>
              <a:spcPct val="0"/>
            </a:spcBef>
            <a:spcAft>
              <a:spcPct val="15000"/>
            </a:spcAft>
            <a:buChar char="•"/>
          </a:pPr>
          <a:r>
            <a:rPr lang="en-US" sz="900" kern="1200" dirty="0"/>
            <a:t>Huntsman Cancer Center </a:t>
          </a:r>
        </a:p>
        <a:p>
          <a:pPr marL="57150" lvl="1" indent="-57150" algn="l" defTabSz="400050">
            <a:lnSpc>
              <a:spcPct val="90000"/>
            </a:lnSpc>
            <a:spcBef>
              <a:spcPct val="0"/>
            </a:spcBef>
            <a:spcAft>
              <a:spcPct val="15000"/>
            </a:spcAft>
            <a:buChar char="•"/>
          </a:pPr>
          <a:r>
            <a:rPr lang="en-US" sz="900" kern="1200" dirty="0"/>
            <a:t>Compass Oncology </a:t>
          </a:r>
        </a:p>
        <a:p>
          <a:pPr marL="57150" lvl="1" indent="-57150" algn="l" defTabSz="400050">
            <a:lnSpc>
              <a:spcPct val="90000"/>
            </a:lnSpc>
            <a:spcBef>
              <a:spcPct val="0"/>
            </a:spcBef>
            <a:spcAft>
              <a:spcPct val="15000"/>
            </a:spcAft>
            <a:buChar char="•"/>
          </a:pPr>
          <a:r>
            <a:rPr lang="en-US" sz="900" kern="1200" dirty="0"/>
            <a:t>Next Gen- Sankhala </a:t>
          </a:r>
        </a:p>
        <a:p>
          <a:pPr marL="57150" lvl="1" indent="-57150" algn="l" defTabSz="400050">
            <a:lnSpc>
              <a:spcPct val="90000"/>
            </a:lnSpc>
            <a:spcBef>
              <a:spcPct val="0"/>
            </a:spcBef>
            <a:spcAft>
              <a:spcPct val="15000"/>
            </a:spcAft>
            <a:buChar char="•"/>
          </a:pPr>
          <a:r>
            <a:rPr lang="en-US" sz="900" kern="1200" dirty="0"/>
            <a:t>UCSF</a:t>
          </a:r>
        </a:p>
        <a:p>
          <a:pPr marL="57150" lvl="1" indent="-57150" algn="l" defTabSz="400050">
            <a:lnSpc>
              <a:spcPct val="90000"/>
            </a:lnSpc>
            <a:spcBef>
              <a:spcPct val="0"/>
            </a:spcBef>
            <a:spcAft>
              <a:spcPct val="15000"/>
            </a:spcAft>
            <a:buChar char="•"/>
          </a:pPr>
          <a:r>
            <a:rPr lang="en-US" sz="900" kern="1200" dirty="0"/>
            <a:t>Oregon State Health</a:t>
          </a:r>
        </a:p>
        <a:p>
          <a:pPr marL="57150" lvl="1" indent="-57150" algn="l" defTabSz="400050">
            <a:lnSpc>
              <a:spcPct val="90000"/>
            </a:lnSpc>
            <a:spcBef>
              <a:spcPct val="0"/>
            </a:spcBef>
            <a:spcAft>
              <a:spcPct val="15000"/>
            </a:spcAft>
            <a:buChar char="•"/>
          </a:pPr>
          <a:r>
            <a:rPr lang="en-US" sz="900" kern="1200" dirty="0"/>
            <a:t>UC Davis </a:t>
          </a:r>
        </a:p>
        <a:p>
          <a:pPr marL="57150" lvl="1" indent="-57150" algn="l" defTabSz="400050">
            <a:lnSpc>
              <a:spcPct val="90000"/>
            </a:lnSpc>
            <a:spcBef>
              <a:spcPct val="0"/>
            </a:spcBef>
            <a:spcAft>
              <a:spcPct val="15000"/>
            </a:spcAft>
            <a:buChar char="•"/>
          </a:pPr>
          <a:r>
            <a:rPr lang="en-US" sz="900" kern="1200" dirty="0"/>
            <a:t>Univ of Kansas </a:t>
          </a:r>
        </a:p>
      </dsp:txBody>
      <dsp:txXfrm>
        <a:off x="4576892" y="757855"/>
        <a:ext cx="2006506" cy="5033815"/>
      </dsp:txXfrm>
    </dsp:sp>
  </dsp:spTree>
</dsp:drawing>
</file>

<file path=ppt/diagrams/layout1.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2.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drawing1.xml><?xml version="1.0" encoding="utf-8"?>
<c:userShapes xmlns:c="http://schemas.openxmlformats.org/drawingml/2006/chart">
  <cdr:relSizeAnchor xmlns:cdr="http://schemas.openxmlformats.org/drawingml/2006/chartDrawing">
    <cdr:from>
      <cdr:x>0.07662</cdr:x>
      <cdr:y>0.70087</cdr:y>
    </cdr:from>
    <cdr:to>
      <cdr:x>0.16271</cdr:x>
      <cdr:y>0.82833</cdr:y>
    </cdr:to>
    <cdr:sp macro="" textlink="">
      <cdr:nvSpPr>
        <cdr:cNvPr id="3" name="TextBox 2">
          <a:extLst xmlns:a="http://schemas.openxmlformats.org/drawingml/2006/main">
            <a:ext uri="{FF2B5EF4-FFF2-40B4-BE49-F238E27FC236}">
              <a16:creationId xmlns:a16="http://schemas.microsoft.com/office/drawing/2014/main" id="{E31F9C13-1DC7-1387-20B8-761AB02CF96E}"/>
            </a:ext>
          </a:extLst>
        </cdr:cNvPr>
        <cdr:cNvSpPr txBox="1"/>
      </cdr:nvSpPr>
      <cdr:spPr>
        <a:xfrm xmlns:a="http://schemas.openxmlformats.org/drawingml/2006/main">
          <a:off x="420566" y="1269260"/>
          <a:ext cx="472543" cy="230827"/>
        </a:xfrm>
        <a:prstGeom xmlns:a="http://schemas.openxmlformats.org/drawingml/2006/main" prst="rect">
          <a:avLst/>
        </a:prstGeom>
        <a:noFill xmlns:a="http://schemas.openxmlformats.org/drawingml/2006/main"/>
        <a:ln xmlns:a="http://schemas.openxmlformats.org/drawingml/2006/main" w="12700" cap="flat">
          <a:noFill/>
          <a:miter lim="400000"/>
        </a:ln>
        <a:effectLst xmlns:a="http://schemas.openxmlformats.org/drawingml/2006/main"/>
        <a:sp3d xmlns:a="http://schemas.openxmlformats.org/drawingml/2006/main"/>
      </cdr:spPr>
      <cdr:style>
        <a:lnRef xmlns:a="http://schemas.openxmlformats.org/drawingml/2006/main" idx="0">
          <a:scrgbClr r="0" g="0" b="0"/>
        </a:lnRef>
        <a:fillRef xmlns:a="http://schemas.openxmlformats.org/drawingml/2006/main" idx="0">
          <a:scrgbClr r="0" g="0" b="0"/>
        </a:fillRef>
        <a:effectRef xmlns:a="http://schemas.openxmlformats.org/drawingml/2006/main" idx="0">
          <a:scrgbClr r="0" g="0" b="0"/>
        </a:effectRef>
        <a:fontRef xmlns:a="http://schemas.openxmlformats.org/drawingml/2006/main" idx="none"/>
      </cdr:style>
      <cdr:txBody>
        <a:bodyPr xmlns:a="http://schemas.openxmlformats.org/drawingml/2006/main" rot="0" spcFirstLastPara="1" vertOverflow="clip" horzOverflow="overflow" vert="horz" wrap="square" lIns="45719" tIns="45719" rIns="45719" bIns="45719" numCol="1" spcCol="38100" rtlCol="0" anchor="t">
          <a:spAutoFit/>
        </a:bodyPr>
        <a:lstStyle xmlns:a="http://schemas.openxmlformats.org/drawingml/2006/main"/>
        <a:p xmlns:a="http://schemas.openxmlformats.org/drawingml/2006/main">
          <a:pPr marL="0" marR="0" indent="0" algn="l" defTabSz="914400" rtl="0" fontAlgn="auto" latinLnBrk="0" hangingPunct="0">
            <a:lnSpc>
              <a:spcPct val="100000"/>
            </a:lnSpc>
            <a:spcBef>
              <a:spcPts val="0"/>
            </a:spcBef>
            <a:spcAft>
              <a:spcPts val="0"/>
            </a:spcAft>
            <a:buClrTx/>
            <a:buSzTx/>
            <a:buFontTx/>
            <a:buNone/>
            <a:tabLst/>
          </a:pPr>
          <a:r>
            <a:rPr kumimoji="0" lang="en-IN" sz="900" b="1" i="0" u="none" strike="noStrike" cap="none" spc="0" normalizeH="0" baseline="0" dirty="0">
              <a:ln>
                <a:noFill/>
              </a:ln>
              <a:solidFill>
                <a:srgbClr val="000000"/>
              </a:solidFill>
              <a:effectLst/>
              <a:uFillTx/>
              <a:latin typeface="Arial"/>
              <a:ea typeface="Arial"/>
              <a:cs typeface="Arial"/>
              <a:sym typeface="Arial"/>
            </a:rPr>
            <a:t>+49%</a:t>
          </a:r>
        </a:p>
      </cdr:txBody>
    </cdr:sp>
  </cdr:relSizeAnchor>
  <cdr:relSizeAnchor xmlns:cdr="http://schemas.openxmlformats.org/drawingml/2006/chartDrawing">
    <cdr:from>
      <cdr:x>0.13326</cdr:x>
      <cdr:y>0.65383</cdr:y>
    </cdr:from>
    <cdr:to>
      <cdr:x>0.21801</cdr:x>
      <cdr:y>0.7453</cdr:y>
    </cdr:to>
    <cdr:sp macro="" textlink="">
      <cdr:nvSpPr>
        <cdr:cNvPr id="4" name="TextBox 1">
          <a:extLst xmlns:a="http://schemas.openxmlformats.org/drawingml/2006/main">
            <a:ext uri="{FF2B5EF4-FFF2-40B4-BE49-F238E27FC236}">
              <a16:creationId xmlns:a16="http://schemas.microsoft.com/office/drawing/2014/main" id="{9D95B701-0FC8-7172-4FD8-108772A26A14}"/>
            </a:ext>
          </a:extLst>
        </cdr:cNvPr>
        <cdr:cNvSpPr txBox="1"/>
      </cdr:nvSpPr>
      <cdr:spPr>
        <a:xfrm xmlns:a="http://schemas.openxmlformats.org/drawingml/2006/main">
          <a:off x="731440" y="1184080"/>
          <a:ext cx="465189" cy="165650"/>
        </a:xfrm>
        <a:prstGeom xmlns:a="http://schemas.openxmlformats.org/drawingml/2006/main" prst="rect">
          <a:avLst/>
        </a:prstGeom>
        <a:noFill xmlns:a="http://schemas.openxmlformats.org/drawingml/2006/main"/>
        <a:ln xmlns:a="http://schemas.openxmlformats.org/drawingml/2006/main" w="12700" cap="flat">
          <a:noFill/>
          <a:miter lim="400000"/>
        </a:ln>
        <a:effectLst xmlns:a="http://schemas.openxmlformats.org/drawingml/2006/main"/>
        <a:sp3d xmlns:a="http://schemas.openxmlformats.org/drawingml/2006/main"/>
      </cdr:spPr>
      <cdr:style>
        <a:lnRef xmlns:a="http://schemas.openxmlformats.org/drawingml/2006/main" idx="0">
          <a:scrgbClr r="0" g="0" b="0"/>
        </a:lnRef>
        <a:fillRef xmlns:a="http://schemas.openxmlformats.org/drawingml/2006/main" idx="0">
          <a:scrgbClr r="0" g="0" b="0"/>
        </a:fillRef>
        <a:effectRef xmlns:a="http://schemas.openxmlformats.org/drawingml/2006/main" idx="0">
          <a:scrgbClr r="0" g="0" b="0"/>
        </a:effectRef>
        <a:fontRef xmlns:a="http://schemas.openxmlformats.org/drawingml/2006/main" idx="none"/>
      </cdr:style>
      <cdr:txBody>
        <a:bodyPr xmlns:a="http://schemas.openxmlformats.org/drawingml/2006/main" rot="0" spcFirstLastPara="1" vert="horz" wrap="square" lIns="45719" tIns="45719" rIns="45719" bIns="45719" numCol="1" spcCol="38100" rtlCol="0" anchor="t">
          <a:spAutoFit/>
        </a:bodyPr>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pPr marL="0" marR="0" indent="0" algn="l" defTabSz="914400" rtl="0" fontAlgn="auto" latinLnBrk="0" hangingPunct="0">
            <a:lnSpc>
              <a:spcPct val="100000"/>
            </a:lnSpc>
            <a:spcBef>
              <a:spcPts val="0"/>
            </a:spcBef>
            <a:spcAft>
              <a:spcPts val="0"/>
            </a:spcAft>
            <a:buClrTx/>
            <a:buSzTx/>
            <a:buFontTx/>
            <a:buNone/>
            <a:tabLst/>
          </a:pPr>
          <a:r>
            <a:rPr lang="en-IN" sz="900" b="1" dirty="0">
              <a:solidFill>
                <a:srgbClr val="000000"/>
              </a:solidFill>
              <a:latin typeface="Arial"/>
              <a:ea typeface="Arial"/>
              <a:cs typeface="Arial"/>
              <a:sym typeface="Arial"/>
            </a:rPr>
            <a:t>+24</a:t>
          </a:r>
          <a:r>
            <a:rPr kumimoji="0" lang="en-IN" sz="900" b="1" i="0" u="none" strike="noStrike" cap="none" spc="0" normalizeH="0" baseline="0" dirty="0">
              <a:ln>
                <a:noFill/>
              </a:ln>
              <a:solidFill>
                <a:srgbClr val="000000"/>
              </a:solidFill>
              <a:effectLst/>
              <a:uFillTx/>
              <a:latin typeface="Arial"/>
              <a:ea typeface="Arial"/>
              <a:cs typeface="Arial"/>
              <a:sym typeface="Arial"/>
            </a:rPr>
            <a:t>%</a:t>
          </a:r>
        </a:p>
      </cdr:txBody>
    </cdr:sp>
  </cdr:relSizeAnchor>
  <cdr:relSizeAnchor xmlns:cdr="http://schemas.openxmlformats.org/drawingml/2006/chartDrawing">
    <cdr:from>
      <cdr:x>0.18492</cdr:x>
      <cdr:y>0.62251</cdr:y>
    </cdr:from>
    <cdr:to>
      <cdr:x>0.26805</cdr:x>
      <cdr:y>0.74885</cdr:y>
    </cdr:to>
    <cdr:sp macro="" textlink="">
      <cdr:nvSpPr>
        <cdr:cNvPr id="5" name="TextBox 1">
          <a:extLst xmlns:a="http://schemas.openxmlformats.org/drawingml/2006/main">
            <a:ext uri="{FF2B5EF4-FFF2-40B4-BE49-F238E27FC236}">
              <a16:creationId xmlns:a16="http://schemas.microsoft.com/office/drawing/2014/main" id="{2499D3B3-4C70-C804-9C76-F5E1EE2D163B}"/>
            </a:ext>
          </a:extLst>
        </cdr:cNvPr>
        <cdr:cNvSpPr txBox="1"/>
      </cdr:nvSpPr>
      <cdr:spPr>
        <a:xfrm xmlns:a="http://schemas.openxmlformats.org/drawingml/2006/main">
          <a:off x="1015016" y="1127344"/>
          <a:ext cx="456297" cy="228799"/>
        </a:xfrm>
        <a:prstGeom xmlns:a="http://schemas.openxmlformats.org/drawingml/2006/main" prst="rect">
          <a:avLst/>
        </a:prstGeom>
        <a:noFill xmlns:a="http://schemas.openxmlformats.org/drawingml/2006/main"/>
        <a:ln xmlns:a="http://schemas.openxmlformats.org/drawingml/2006/main" w="12700" cap="flat">
          <a:noFill/>
          <a:miter lim="400000"/>
        </a:ln>
        <a:effectLst xmlns:a="http://schemas.openxmlformats.org/drawingml/2006/main"/>
        <a:sp3d xmlns:a="http://schemas.openxmlformats.org/drawingml/2006/main"/>
      </cdr:spPr>
      <cdr:style>
        <a:lnRef xmlns:a="http://schemas.openxmlformats.org/drawingml/2006/main" idx="0">
          <a:scrgbClr r="0" g="0" b="0"/>
        </a:lnRef>
        <a:fillRef xmlns:a="http://schemas.openxmlformats.org/drawingml/2006/main" idx="0">
          <a:scrgbClr r="0" g="0" b="0"/>
        </a:fillRef>
        <a:effectRef xmlns:a="http://schemas.openxmlformats.org/drawingml/2006/main" idx="0">
          <a:scrgbClr r="0" g="0" b="0"/>
        </a:effectRef>
        <a:fontRef xmlns:a="http://schemas.openxmlformats.org/drawingml/2006/main" idx="none"/>
      </cdr:style>
      <cdr:txBody>
        <a:bodyPr xmlns:a="http://schemas.openxmlformats.org/drawingml/2006/main" rot="0" spcFirstLastPara="1" vert="horz" wrap="square" lIns="45719" tIns="45719" rIns="45719" bIns="45719" numCol="1" spcCol="38100" rtlCol="0" anchor="t">
          <a:spAutoFit/>
        </a:bodyPr>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pPr marL="0" marR="0" indent="0" algn="l" defTabSz="914400" rtl="0" fontAlgn="auto" latinLnBrk="0" hangingPunct="0">
            <a:lnSpc>
              <a:spcPct val="100000"/>
            </a:lnSpc>
            <a:spcBef>
              <a:spcPts val="0"/>
            </a:spcBef>
            <a:spcAft>
              <a:spcPts val="0"/>
            </a:spcAft>
            <a:buClrTx/>
            <a:buSzTx/>
            <a:buFontTx/>
            <a:buNone/>
            <a:tabLst/>
          </a:pPr>
          <a:r>
            <a:rPr lang="en-IN" sz="900" b="1" dirty="0">
              <a:solidFill>
                <a:srgbClr val="000000"/>
              </a:solidFill>
              <a:latin typeface="Arial"/>
              <a:ea typeface="Arial"/>
              <a:cs typeface="Arial"/>
              <a:sym typeface="Arial"/>
            </a:rPr>
            <a:t>+22</a:t>
          </a:r>
          <a:r>
            <a:rPr kumimoji="0" lang="en-IN" sz="900" b="1" i="0" u="none" strike="noStrike" cap="none" spc="0" normalizeH="0" baseline="0" dirty="0">
              <a:ln>
                <a:noFill/>
              </a:ln>
              <a:solidFill>
                <a:srgbClr val="000000"/>
              </a:solidFill>
              <a:effectLst/>
              <a:uFillTx/>
              <a:latin typeface="Arial"/>
              <a:ea typeface="Arial"/>
              <a:cs typeface="Arial"/>
              <a:sym typeface="Arial"/>
            </a:rPr>
            <a:t>%</a:t>
          </a:r>
        </a:p>
      </cdr:txBody>
    </cdr:sp>
  </cdr:relSizeAnchor>
  <cdr:relSizeAnchor xmlns:cdr="http://schemas.openxmlformats.org/drawingml/2006/chartDrawing">
    <cdr:from>
      <cdr:x>0.24927</cdr:x>
      <cdr:y>0.6094</cdr:y>
    </cdr:from>
    <cdr:to>
      <cdr:x>0.34212</cdr:x>
      <cdr:y>0.70087</cdr:y>
    </cdr:to>
    <cdr:sp macro="" textlink="">
      <cdr:nvSpPr>
        <cdr:cNvPr id="2" name="TextBox 1">
          <a:extLst xmlns:a="http://schemas.openxmlformats.org/drawingml/2006/main">
            <a:ext uri="{FF2B5EF4-FFF2-40B4-BE49-F238E27FC236}">
              <a16:creationId xmlns:a16="http://schemas.microsoft.com/office/drawing/2014/main" id="{30581877-5048-2455-1D16-3243BDC9A413}"/>
            </a:ext>
          </a:extLst>
        </cdr:cNvPr>
        <cdr:cNvSpPr txBox="1"/>
      </cdr:nvSpPr>
      <cdr:spPr>
        <a:xfrm xmlns:a="http://schemas.openxmlformats.org/drawingml/2006/main">
          <a:off x="1345835" y="1103611"/>
          <a:ext cx="501314" cy="165650"/>
        </a:xfrm>
        <a:prstGeom xmlns:a="http://schemas.openxmlformats.org/drawingml/2006/main" prst="rect">
          <a:avLst/>
        </a:prstGeom>
        <a:noFill xmlns:a="http://schemas.openxmlformats.org/drawingml/2006/main"/>
        <a:ln xmlns:a="http://schemas.openxmlformats.org/drawingml/2006/main" w="12700" cap="flat">
          <a:noFill/>
          <a:miter lim="400000"/>
        </a:ln>
        <a:effectLst xmlns:a="http://schemas.openxmlformats.org/drawingml/2006/main"/>
        <a:sp3d xmlns:a="http://schemas.openxmlformats.org/drawingml/2006/main"/>
      </cdr:spPr>
      <cdr:style>
        <a:lnRef xmlns:a="http://schemas.openxmlformats.org/drawingml/2006/main" idx="0">
          <a:scrgbClr r="0" g="0" b="0"/>
        </a:lnRef>
        <a:fillRef xmlns:a="http://schemas.openxmlformats.org/drawingml/2006/main" idx="0">
          <a:scrgbClr r="0" g="0" b="0"/>
        </a:fillRef>
        <a:effectRef xmlns:a="http://schemas.openxmlformats.org/drawingml/2006/main" idx="0">
          <a:scrgbClr r="0" g="0" b="0"/>
        </a:effectRef>
        <a:fontRef xmlns:a="http://schemas.openxmlformats.org/drawingml/2006/main" idx="none"/>
      </cdr:style>
      <cdr:txBody>
        <a:bodyPr xmlns:a="http://schemas.openxmlformats.org/drawingml/2006/main" rot="0" spcFirstLastPara="1" vert="horz" wrap="square" lIns="45719" tIns="45719" rIns="45719" bIns="45719" numCol="1" spcCol="38100" rtlCol="0" anchor="t">
          <a:spAutoFit/>
        </a:bodyPr>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pPr marL="0" marR="0" indent="0" algn="l" defTabSz="914400" rtl="0" fontAlgn="auto" latinLnBrk="0" hangingPunct="0">
            <a:lnSpc>
              <a:spcPct val="100000"/>
            </a:lnSpc>
            <a:spcBef>
              <a:spcPts val="0"/>
            </a:spcBef>
            <a:spcAft>
              <a:spcPts val="0"/>
            </a:spcAft>
            <a:buClrTx/>
            <a:buSzTx/>
            <a:buFontTx/>
            <a:buNone/>
            <a:tabLst/>
          </a:pPr>
          <a:r>
            <a:rPr lang="en-IN" sz="900" b="1" dirty="0">
              <a:solidFill>
                <a:srgbClr val="000000"/>
              </a:solidFill>
              <a:latin typeface="Arial"/>
              <a:ea typeface="Arial"/>
              <a:cs typeface="Arial"/>
              <a:sym typeface="Arial"/>
            </a:rPr>
            <a:t>+13</a:t>
          </a:r>
          <a:r>
            <a:rPr kumimoji="0" lang="en-IN" sz="900" b="1" i="0" u="none" strike="noStrike" cap="none" spc="0" normalizeH="0" baseline="0" dirty="0">
              <a:ln>
                <a:noFill/>
              </a:ln>
              <a:solidFill>
                <a:srgbClr val="000000"/>
              </a:solidFill>
              <a:effectLst/>
              <a:uFillTx/>
              <a:latin typeface="Arial"/>
              <a:ea typeface="Arial"/>
              <a:cs typeface="Arial"/>
              <a:sym typeface="Arial"/>
            </a:rPr>
            <a:t>%</a:t>
          </a:r>
        </a:p>
      </cdr:txBody>
    </cdr:sp>
  </cdr:relSizeAnchor>
  <cdr:relSizeAnchor xmlns:cdr="http://schemas.openxmlformats.org/drawingml/2006/chartDrawing">
    <cdr:from>
      <cdr:x>0.29037</cdr:x>
      <cdr:y>0.55436</cdr:y>
    </cdr:from>
    <cdr:to>
      <cdr:x>0.38384</cdr:x>
      <cdr:y>0.64582</cdr:y>
    </cdr:to>
    <cdr:sp macro="" textlink="">
      <cdr:nvSpPr>
        <cdr:cNvPr id="7" name="TextBox 6">
          <a:extLst xmlns:a="http://schemas.openxmlformats.org/drawingml/2006/main">
            <a:ext uri="{FF2B5EF4-FFF2-40B4-BE49-F238E27FC236}">
              <a16:creationId xmlns:a16="http://schemas.microsoft.com/office/drawing/2014/main" id="{CB4A0C17-4B1C-96A1-243E-8AE0AD66CDB5}"/>
            </a:ext>
          </a:extLst>
        </cdr:cNvPr>
        <cdr:cNvSpPr txBox="1"/>
      </cdr:nvSpPr>
      <cdr:spPr>
        <a:xfrm xmlns:a="http://schemas.openxmlformats.org/drawingml/2006/main">
          <a:off x="1593813" y="1003931"/>
          <a:ext cx="513052" cy="165632"/>
        </a:xfrm>
        <a:prstGeom xmlns:a="http://schemas.openxmlformats.org/drawingml/2006/main" prst="rect">
          <a:avLst/>
        </a:prstGeom>
        <a:noFill xmlns:a="http://schemas.openxmlformats.org/drawingml/2006/main"/>
        <a:ln xmlns:a="http://schemas.openxmlformats.org/drawingml/2006/main" w="12700" cap="flat">
          <a:noFill/>
          <a:miter lim="400000"/>
        </a:ln>
        <a:effectLst xmlns:a="http://schemas.openxmlformats.org/drawingml/2006/main"/>
        <a:sp3d xmlns:a="http://schemas.openxmlformats.org/drawingml/2006/main"/>
      </cdr:spPr>
      <cdr:style>
        <a:lnRef xmlns:a="http://schemas.openxmlformats.org/drawingml/2006/main" idx="0">
          <a:scrgbClr r="0" g="0" b="0"/>
        </a:lnRef>
        <a:fillRef xmlns:a="http://schemas.openxmlformats.org/drawingml/2006/main" idx="0">
          <a:scrgbClr r="0" g="0" b="0"/>
        </a:fillRef>
        <a:effectRef xmlns:a="http://schemas.openxmlformats.org/drawingml/2006/main" idx="0">
          <a:scrgbClr r="0" g="0" b="0"/>
        </a:effectRef>
        <a:fontRef xmlns:a="http://schemas.openxmlformats.org/drawingml/2006/main" idx="none"/>
      </cdr:style>
      <cdr:txBody>
        <a:bodyPr xmlns:a="http://schemas.openxmlformats.org/drawingml/2006/main" rot="0" spcFirstLastPara="1" vert="horz" wrap="square" lIns="45719" tIns="45719" rIns="45719" bIns="45719" numCol="1" spcCol="38100" rtlCol="0" anchor="t">
          <a:spAutoFit/>
        </a:bodyPr>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pPr marL="0" marR="0" indent="0" algn="l" defTabSz="914400" rtl="0" fontAlgn="auto" latinLnBrk="0" hangingPunct="0">
            <a:lnSpc>
              <a:spcPct val="100000"/>
            </a:lnSpc>
            <a:spcBef>
              <a:spcPts val="0"/>
            </a:spcBef>
            <a:spcAft>
              <a:spcPts val="0"/>
            </a:spcAft>
            <a:buClrTx/>
            <a:buSzTx/>
            <a:buFontTx/>
            <a:buNone/>
            <a:tabLst/>
          </a:pPr>
          <a:r>
            <a:rPr lang="en-IN" sz="900" b="1" dirty="0">
              <a:solidFill>
                <a:srgbClr val="000000"/>
              </a:solidFill>
              <a:latin typeface="Arial"/>
              <a:ea typeface="Arial"/>
              <a:cs typeface="Arial"/>
              <a:sym typeface="Arial"/>
            </a:rPr>
            <a:t>+5.7</a:t>
          </a:r>
          <a:r>
            <a:rPr kumimoji="0" lang="en-IN" sz="900" b="1" i="0" u="none" strike="noStrike" cap="none" spc="0" normalizeH="0" baseline="0" dirty="0">
              <a:ln>
                <a:noFill/>
              </a:ln>
              <a:solidFill>
                <a:srgbClr val="000000"/>
              </a:solidFill>
              <a:effectLst/>
              <a:uFillTx/>
              <a:latin typeface="Arial"/>
              <a:ea typeface="Arial"/>
              <a:cs typeface="Arial"/>
              <a:sym typeface="Arial"/>
            </a:rPr>
            <a:t>%</a:t>
          </a:r>
        </a:p>
      </cdr:txBody>
    </cdr:sp>
  </cdr:relSizeAnchor>
  <cdr:relSizeAnchor xmlns:cdr="http://schemas.openxmlformats.org/drawingml/2006/chartDrawing">
    <cdr:from>
      <cdr:x>0.3457</cdr:x>
      <cdr:y>0.60008</cdr:y>
    </cdr:from>
    <cdr:to>
      <cdr:x>0.4573</cdr:x>
      <cdr:y>0.69155</cdr:y>
    </cdr:to>
    <cdr:sp macro="" textlink="">
      <cdr:nvSpPr>
        <cdr:cNvPr id="8" name="TextBox 1">
          <a:extLst xmlns:a="http://schemas.openxmlformats.org/drawingml/2006/main">
            <a:ext uri="{FF2B5EF4-FFF2-40B4-BE49-F238E27FC236}">
              <a16:creationId xmlns:a16="http://schemas.microsoft.com/office/drawing/2014/main" id="{CDB4A147-50F7-069D-E6EC-930618ED72C5}"/>
            </a:ext>
          </a:extLst>
        </cdr:cNvPr>
        <cdr:cNvSpPr txBox="1"/>
      </cdr:nvSpPr>
      <cdr:spPr>
        <a:xfrm xmlns:a="http://schemas.openxmlformats.org/drawingml/2006/main">
          <a:off x="1897538" y="1086737"/>
          <a:ext cx="612567" cy="165651"/>
        </a:xfrm>
        <a:prstGeom xmlns:a="http://schemas.openxmlformats.org/drawingml/2006/main" prst="rect">
          <a:avLst/>
        </a:prstGeom>
        <a:noFill xmlns:a="http://schemas.openxmlformats.org/drawingml/2006/main"/>
        <a:ln xmlns:a="http://schemas.openxmlformats.org/drawingml/2006/main" w="12700" cap="flat">
          <a:noFill/>
          <a:miter lim="400000"/>
        </a:ln>
        <a:effectLst xmlns:a="http://schemas.openxmlformats.org/drawingml/2006/main"/>
        <a:sp3d xmlns:a="http://schemas.openxmlformats.org/drawingml/2006/main"/>
      </cdr:spPr>
      <cdr:style>
        <a:lnRef xmlns:a="http://schemas.openxmlformats.org/drawingml/2006/main" idx="0">
          <a:scrgbClr r="0" g="0" b="0"/>
        </a:lnRef>
        <a:fillRef xmlns:a="http://schemas.openxmlformats.org/drawingml/2006/main" idx="0">
          <a:scrgbClr r="0" g="0" b="0"/>
        </a:fillRef>
        <a:effectRef xmlns:a="http://schemas.openxmlformats.org/drawingml/2006/main" idx="0">
          <a:scrgbClr r="0" g="0" b="0"/>
        </a:effectRef>
        <a:fontRef xmlns:a="http://schemas.openxmlformats.org/drawingml/2006/main" idx="none"/>
      </cdr:style>
      <cdr:txBody>
        <a:bodyPr xmlns:a="http://schemas.openxmlformats.org/drawingml/2006/main" rot="0" spcFirstLastPara="1" vert="horz" wrap="square" lIns="45719" tIns="45719" rIns="45719" bIns="45719" numCol="1" spcCol="38100" rtlCol="0" anchor="t">
          <a:spAutoFit/>
        </a:bodyPr>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pPr marL="0" marR="0" indent="0" algn="l" defTabSz="914400" rtl="0" fontAlgn="auto" latinLnBrk="0" hangingPunct="0">
            <a:lnSpc>
              <a:spcPct val="100000"/>
            </a:lnSpc>
            <a:spcBef>
              <a:spcPts val="0"/>
            </a:spcBef>
            <a:spcAft>
              <a:spcPts val="0"/>
            </a:spcAft>
            <a:buClrTx/>
            <a:buSzTx/>
            <a:buFontTx/>
            <a:buNone/>
            <a:tabLst/>
          </a:pPr>
          <a:r>
            <a:rPr lang="en-IN" sz="900" b="1" dirty="0">
              <a:solidFill>
                <a:srgbClr val="000000"/>
              </a:solidFill>
              <a:latin typeface="Arial"/>
              <a:ea typeface="Arial"/>
              <a:cs typeface="Arial"/>
              <a:sym typeface="Arial"/>
            </a:rPr>
            <a:t> -3.9</a:t>
          </a:r>
          <a:r>
            <a:rPr kumimoji="0" lang="en-IN" sz="900" b="1" i="0" u="none" strike="noStrike" cap="none" spc="0" normalizeH="0" baseline="0" dirty="0">
              <a:ln>
                <a:noFill/>
              </a:ln>
              <a:solidFill>
                <a:srgbClr val="000000"/>
              </a:solidFill>
              <a:effectLst/>
              <a:uFillTx/>
              <a:latin typeface="Arial"/>
              <a:ea typeface="Arial"/>
              <a:cs typeface="Arial"/>
              <a:sym typeface="Arial"/>
            </a:rPr>
            <a:t>%</a:t>
          </a:r>
        </a:p>
      </cdr:txBody>
    </cdr:sp>
  </cdr:relSizeAnchor>
  <cdr:relSizeAnchor xmlns:cdr="http://schemas.openxmlformats.org/drawingml/2006/chartDrawing">
    <cdr:from>
      <cdr:x>0.379</cdr:x>
      <cdr:y>0.5024</cdr:y>
    </cdr:from>
    <cdr:to>
      <cdr:x>0.46372</cdr:x>
      <cdr:y>0.62986</cdr:y>
    </cdr:to>
    <cdr:sp macro="" textlink="">
      <cdr:nvSpPr>
        <cdr:cNvPr id="6" name="TextBox 1">
          <a:extLst xmlns:a="http://schemas.openxmlformats.org/drawingml/2006/main">
            <a:ext uri="{FF2B5EF4-FFF2-40B4-BE49-F238E27FC236}">
              <a16:creationId xmlns:a16="http://schemas.microsoft.com/office/drawing/2014/main" id="{45E984BB-C748-F9C6-093D-A052ACED7A21}"/>
            </a:ext>
          </a:extLst>
        </cdr:cNvPr>
        <cdr:cNvSpPr txBox="1"/>
      </cdr:nvSpPr>
      <cdr:spPr>
        <a:xfrm xmlns:a="http://schemas.openxmlformats.org/drawingml/2006/main">
          <a:off x="2080332" y="909834"/>
          <a:ext cx="465023" cy="230827"/>
        </a:xfrm>
        <a:prstGeom xmlns:a="http://schemas.openxmlformats.org/drawingml/2006/main" prst="rect">
          <a:avLst/>
        </a:prstGeom>
        <a:noFill xmlns:a="http://schemas.openxmlformats.org/drawingml/2006/main"/>
        <a:ln xmlns:a="http://schemas.openxmlformats.org/drawingml/2006/main" w="12700" cap="flat">
          <a:noFill/>
          <a:miter lim="400000"/>
        </a:ln>
        <a:effectLst xmlns:a="http://schemas.openxmlformats.org/drawingml/2006/main"/>
        <a:sp3d xmlns:a="http://schemas.openxmlformats.org/drawingml/2006/main"/>
      </cdr:spPr>
      <cdr:style>
        <a:lnRef xmlns:a="http://schemas.openxmlformats.org/drawingml/2006/main" idx="0">
          <a:scrgbClr r="0" g="0" b="0"/>
        </a:lnRef>
        <a:fillRef xmlns:a="http://schemas.openxmlformats.org/drawingml/2006/main" idx="0">
          <a:scrgbClr r="0" g="0" b="0"/>
        </a:fillRef>
        <a:effectRef xmlns:a="http://schemas.openxmlformats.org/drawingml/2006/main" idx="0">
          <a:scrgbClr r="0" g="0" b="0"/>
        </a:effectRef>
        <a:fontRef xmlns:a="http://schemas.openxmlformats.org/drawingml/2006/main" idx="none"/>
      </cdr:style>
      <cdr:txBody>
        <a:bodyPr xmlns:a="http://schemas.openxmlformats.org/drawingml/2006/main" rot="0" spcFirstLastPara="1" vert="horz" wrap="square" lIns="45719" tIns="45719" rIns="45719" bIns="45719" numCol="1" spcCol="38100" rtlCol="0" anchor="t">
          <a:spAutoFit/>
        </a:bodyPr>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pPr marL="0" marR="0" indent="0" algn="l" defTabSz="914400" rtl="0" fontAlgn="auto" latinLnBrk="0" hangingPunct="0">
            <a:lnSpc>
              <a:spcPct val="100000"/>
            </a:lnSpc>
            <a:spcBef>
              <a:spcPts val="0"/>
            </a:spcBef>
            <a:spcAft>
              <a:spcPts val="0"/>
            </a:spcAft>
            <a:buClrTx/>
            <a:buSzTx/>
            <a:buFontTx/>
            <a:buNone/>
            <a:tabLst/>
          </a:pPr>
          <a:r>
            <a:rPr lang="en-IN" sz="900" b="1" dirty="0">
              <a:solidFill>
                <a:srgbClr val="000000"/>
              </a:solidFill>
              <a:latin typeface="Arial"/>
              <a:ea typeface="Arial"/>
              <a:cs typeface="Arial"/>
              <a:sym typeface="Arial"/>
            </a:rPr>
            <a:t> +6.2</a:t>
          </a:r>
          <a:r>
            <a:rPr kumimoji="0" lang="en-IN" sz="900" b="1" i="0" u="none" strike="noStrike" cap="none" spc="0" normalizeH="0" baseline="0" dirty="0">
              <a:ln>
                <a:noFill/>
              </a:ln>
              <a:solidFill>
                <a:srgbClr val="000000"/>
              </a:solidFill>
              <a:effectLst/>
              <a:uFillTx/>
              <a:latin typeface="Arial"/>
              <a:ea typeface="Arial"/>
              <a:cs typeface="Arial"/>
              <a:sym typeface="Arial"/>
            </a:rPr>
            <a:t>%</a:t>
          </a:r>
        </a:p>
      </cdr:txBody>
    </cdr:sp>
  </cdr:relSizeAnchor>
  <cdr:relSizeAnchor xmlns:cdr="http://schemas.openxmlformats.org/drawingml/2006/chartDrawing">
    <cdr:from>
      <cdr:x>0.44879</cdr:x>
      <cdr:y>0.59376</cdr:y>
    </cdr:from>
    <cdr:to>
      <cdr:x>0.55061</cdr:x>
      <cdr:y>0.71273</cdr:y>
    </cdr:to>
    <cdr:sp macro="" textlink="">
      <cdr:nvSpPr>
        <cdr:cNvPr id="9" name="TextBox 1">
          <a:extLst xmlns:a="http://schemas.openxmlformats.org/drawingml/2006/main">
            <a:ext uri="{FF2B5EF4-FFF2-40B4-BE49-F238E27FC236}">
              <a16:creationId xmlns:a16="http://schemas.microsoft.com/office/drawing/2014/main" id="{6D9C6B19-6BB9-E2B5-66D9-65188D270D28}"/>
            </a:ext>
          </a:extLst>
        </cdr:cNvPr>
        <cdr:cNvSpPr txBox="1"/>
      </cdr:nvSpPr>
      <cdr:spPr>
        <a:xfrm xmlns:a="http://schemas.openxmlformats.org/drawingml/2006/main">
          <a:off x="2463402" y="1075287"/>
          <a:ext cx="558885" cy="215452"/>
        </a:xfrm>
        <a:prstGeom xmlns:a="http://schemas.openxmlformats.org/drawingml/2006/main" prst="rect">
          <a:avLst/>
        </a:prstGeom>
        <a:noFill xmlns:a="http://schemas.openxmlformats.org/drawingml/2006/main"/>
        <a:ln xmlns:a="http://schemas.openxmlformats.org/drawingml/2006/main" w="12700" cap="flat">
          <a:noFill/>
          <a:miter lim="400000"/>
        </a:ln>
        <a:effectLst xmlns:a="http://schemas.openxmlformats.org/drawingml/2006/main"/>
        <a:sp3d xmlns:a="http://schemas.openxmlformats.org/drawingml/2006/main"/>
      </cdr:spPr>
      <cdr:style>
        <a:lnRef xmlns:a="http://schemas.openxmlformats.org/drawingml/2006/main" idx="0">
          <a:scrgbClr r="0" g="0" b="0"/>
        </a:lnRef>
        <a:fillRef xmlns:a="http://schemas.openxmlformats.org/drawingml/2006/main" idx="0">
          <a:scrgbClr r="0" g="0" b="0"/>
        </a:fillRef>
        <a:effectRef xmlns:a="http://schemas.openxmlformats.org/drawingml/2006/main" idx="0">
          <a:scrgbClr r="0" g="0" b="0"/>
        </a:effectRef>
        <a:fontRef xmlns:a="http://schemas.openxmlformats.org/drawingml/2006/main" idx="none"/>
      </cdr:style>
      <cdr:txBody>
        <a:bodyPr xmlns:a="http://schemas.openxmlformats.org/drawingml/2006/main" rot="0" spcFirstLastPara="1" vert="horz" wrap="square" lIns="45719" tIns="45719" rIns="45719" bIns="45719" numCol="1" spcCol="38100" rtlCol="0" anchor="t">
          <a:spAutoFit/>
        </a:bodyPr>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pPr marL="0" marR="0" indent="0" algn="l" defTabSz="914400" rtl="0" fontAlgn="auto" latinLnBrk="0" hangingPunct="0">
            <a:lnSpc>
              <a:spcPct val="100000"/>
            </a:lnSpc>
            <a:spcBef>
              <a:spcPts val="0"/>
            </a:spcBef>
            <a:spcAft>
              <a:spcPts val="0"/>
            </a:spcAft>
            <a:buClrTx/>
            <a:buSzTx/>
            <a:buFontTx/>
            <a:buNone/>
            <a:tabLst/>
          </a:pPr>
          <a:r>
            <a:rPr lang="en-IN" sz="800" b="1" dirty="0">
              <a:solidFill>
                <a:srgbClr val="000000"/>
              </a:solidFill>
              <a:latin typeface="Arial"/>
              <a:ea typeface="Arial"/>
              <a:cs typeface="Arial"/>
              <a:sym typeface="Arial"/>
            </a:rPr>
            <a:t> -15.4</a:t>
          </a:r>
          <a:r>
            <a:rPr kumimoji="0" lang="en-IN" sz="800" b="1" i="0" u="none" strike="noStrike" cap="none" spc="0" normalizeH="0" baseline="0" dirty="0">
              <a:ln>
                <a:noFill/>
              </a:ln>
              <a:solidFill>
                <a:srgbClr val="000000"/>
              </a:solidFill>
              <a:effectLst/>
              <a:uFillTx/>
              <a:latin typeface="Arial"/>
              <a:ea typeface="Arial"/>
              <a:cs typeface="Arial"/>
              <a:sym typeface="Arial"/>
            </a:rPr>
            <a:t>%</a:t>
          </a:r>
        </a:p>
      </cdr:txBody>
    </cdr:sp>
  </cdr:relSizeAnchor>
  <cdr:relSizeAnchor xmlns:cdr="http://schemas.openxmlformats.org/drawingml/2006/chartDrawing">
    <cdr:from>
      <cdr:x>0.49873</cdr:x>
      <cdr:y>0.52529</cdr:y>
    </cdr:from>
    <cdr:to>
      <cdr:x>0.61186</cdr:x>
      <cdr:y>0.65275</cdr:y>
    </cdr:to>
    <cdr:sp macro="" textlink="">
      <cdr:nvSpPr>
        <cdr:cNvPr id="10" name="TextBox 1">
          <a:extLst xmlns:a="http://schemas.openxmlformats.org/drawingml/2006/main">
            <a:ext uri="{FF2B5EF4-FFF2-40B4-BE49-F238E27FC236}">
              <a16:creationId xmlns:a16="http://schemas.microsoft.com/office/drawing/2014/main" id="{7198423B-370F-73C9-F613-D4958923847E}"/>
            </a:ext>
          </a:extLst>
        </cdr:cNvPr>
        <cdr:cNvSpPr txBox="1"/>
      </cdr:nvSpPr>
      <cdr:spPr>
        <a:xfrm xmlns:a="http://schemas.openxmlformats.org/drawingml/2006/main">
          <a:off x="2737517" y="951292"/>
          <a:ext cx="620965" cy="230827"/>
        </a:xfrm>
        <a:prstGeom xmlns:a="http://schemas.openxmlformats.org/drawingml/2006/main" prst="rect">
          <a:avLst/>
        </a:prstGeom>
        <a:noFill xmlns:a="http://schemas.openxmlformats.org/drawingml/2006/main"/>
        <a:ln xmlns:a="http://schemas.openxmlformats.org/drawingml/2006/main" w="12700" cap="flat">
          <a:noFill/>
          <a:miter lim="400000"/>
        </a:ln>
        <a:effectLst xmlns:a="http://schemas.openxmlformats.org/drawingml/2006/main"/>
        <a:sp3d xmlns:a="http://schemas.openxmlformats.org/drawingml/2006/main"/>
      </cdr:spPr>
      <cdr:style>
        <a:lnRef xmlns:a="http://schemas.openxmlformats.org/drawingml/2006/main" idx="0">
          <a:scrgbClr r="0" g="0" b="0"/>
        </a:lnRef>
        <a:fillRef xmlns:a="http://schemas.openxmlformats.org/drawingml/2006/main" idx="0">
          <a:scrgbClr r="0" g="0" b="0"/>
        </a:fillRef>
        <a:effectRef xmlns:a="http://schemas.openxmlformats.org/drawingml/2006/main" idx="0">
          <a:scrgbClr r="0" g="0" b="0"/>
        </a:effectRef>
        <a:fontRef xmlns:a="http://schemas.openxmlformats.org/drawingml/2006/main" idx="none"/>
      </cdr:style>
      <cdr:txBody>
        <a:bodyPr xmlns:a="http://schemas.openxmlformats.org/drawingml/2006/main" rot="0" spcFirstLastPara="1" vert="horz" wrap="square" lIns="45719" tIns="45719" rIns="45719" bIns="45719" numCol="1" spcCol="38100" rtlCol="0" anchor="t">
          <a:spAutoFit/>
        </a:bodyPr>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pPr marL="0" marR="0" indent="0" algn="l" defTabSz="914400" rtl="0" fontAlgn="auto" latinLnBrk="0" hangingPunct="0">
            <a:lnSpc>
              <a:spcPct val="100000"/>
            </a:lnSpc>
            <a:spcBef>
              <a:spcPts val="0"/>
            </a:spcBef>
            <a:spcAft>
              <a:spcPts val="0"/>
            </a:spcAft>
            <a:buClrTx/>
            <a:buSzTx/>
            <a:buFontTx/>
            <a:buNone/>
            <a:tabLst/>
          </a:pPr>
          <a:r>
            <a:rPr lang="en-IN" sz="900" b="1" dirty="0">
              <a:solidFill>
                <a:srgbClr val="000000"/>
              </a:solidFill>
              <a:latin typeface="Arial"/>
              <a:ea typeface="Arial"/>
              <a:cs typeface="Arial"/>
              <a:sym typeface="Arial"/>
            </a:rPr>
            <a:t> +15.4</a:t>
          </a:r>
          <a:r>
            <a:rPr kumimoji="0" lang="en-IN" sz="900" b="1" i="0" u="none" strike="noStrike" cap="none" spc="0" normalizeH="0" baseline="0" dirty="0">
              <a:ln>
                <a:noFill/>
              </a:ln>
              <a:solidFill>
                <a:srgbClr val="000000"/>
              </a:solidFill>
              <a:effectLst/>
              <a:uFillTx/>
              <a:latin typeface="Arial"/>
              <a:ea typeface="Arial"/>
              <a:cs typeface="Arial"/>
              <a:sym typeface="Arial"/>
            </a:rPr>
            <a:t>%</a:t>
          </a:r>
        </a:p>
      </cdr:txBody>
    </cdr:sp>
  </cdr:relSizeAnchor>
  <cdr:relSizeAnchor xmlns:cdr="http://schemas.openxmlformats.org/drawingml/2006/chartDrawing">
    <cdr:from>
      <cdr:x>0.5553</cdr:x>
      <cdr:y>0.52431</cdr:y>
    </cdr:from>
    <cdr:to>
      <cdr:x>0.64571</cdr:x>
      <cdr:y>0.72825</cdr:y>
    </cdr:to>
    <cdr:sp macro="" textlink="">
      <cdr:nvSpPr>
        <cdr:cNvPr id="11" name="TextBox 1">
          <a:extLst xmlns:a="http://schemas.openxmlformats.org/drawingml/2006/main">
            <a:ext uri="{FF2B5EF4-FFF2-40B4-BE49-F238E27FC236}">
              <a16:creationId xmlns:a16="http://schemas.microsoft.com/office/drawing/2014/main" id="{E3C2C629-C100-A393-68D3-CB488380DBF5}"/>
            </a:ext>
          </a:extLst>
        </cdr:cNvPr>
        <cdr:cNvSpPr txBox="1"/>
      </cdr:nvSpPr>
      <cdr:spPr>
        <a:xfrm xmlns:a="http://schemas.openxmlformats.org/drawingml/2006/main">
          <a:off x="3048000" y="949520"/>
          <a:ext cx="496255" cy="369331"/>
        </a:xfrm>
        <a:prstGeom xmlns:a="http://schemas.openxmlformats.org/drawingml/2006/main" prst="rect">
          <a:avLst/>
        </a:prstGeom>
        <a:noFill xmlns:a="http://schemas.openxmlformats.org/drawingml/2006/main"/>
        <a:ln xmlns:a="http://schemas.openxmlformats.org/drawingml/2006/main" w="12700" cap="flat">
          <a:noFill/>
          <a:miter lim="400000"/>
        </a:ln>
        <a:effectLst xmlns:a="http://schemas.openxmlformats.org/drawingml/2006/main"/>
        <a:sp3d xmlns:a="http://schemas.openxmlformats.org/drawingml/2006/main"/>
      </cdr:spPr>
      <cdr:style>
        <a:lnRef xmlns:a="http://schemas.openxmlformats.org/drawingml/2006/main" idx="0">
          <a:scrgbClr r="0" g="0" b="0"/>
        </a:lnRef>
        <a:fillRef xmlns:a="http://schemas.openxmlformats.org/drawingml/2006/main" idx="0">
          <a:scrgbClr r="0" g="0" b="0"/>
        </a:fillRef>
        <a:effectRef xmlns:a="http://schemas.openxmlformats.org/drawingml/2006/main" idx="0">
          <a:scrgbClr r="0" g="0" b="0"/>
        </a:effectRef>
        <a:fontRef xmlns:a="http://schemas.openxmlformats.org/drawingml/2006/main" idx="none"/>
      </cdr:style>
      <cdr:txBody>
        <a:bodyPr xmlns:a="http://schemas.openxmlformats.org/drawingml/2006/main" rot="0" spcFirstLastPara="1" vert="horz" wrap="square" lIns="45719" tIns="45719" rIns="45719" bIns="45719" numCol="1" spcCol="38100" rtlCol="0" anchor="t">
          <a:spAutoFit/>
        </a:bodyPr>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pPr marL="0" marR="0" indent="0" algn="l" defTabSz="914400" rtl="0" fontAlgn="auto" latinLnBrk="0" hangingPunct="0">
            <a:lnSpc>
              <a:spcPct val="100000"/>
            </a:lnSpc>
            <a:spcBef>
              <a:spcPts val="0"/>
            </a:spcBef>
            <a:spcAft>
              <a:spcPts val="0"/>
            </a:spcAft>
            <a:buClrTx/>
            <a:buSzTx/>
            <a:buFontTx/>
            <a:buNone/>
            <a:tabLst/>
          </a:pPr>
          <a:r>
            <a:rPr lang="en-IN" sz="900" b="1" dirty="0">
              <a:solidFill>
                <a:srgbClr val="000000"/>
              </a:solidFill>
              <a:latin typeface="Arial"/>
              <a:ea typeface="Arial"/>
              <a:cs typeface="Arial"/>
              <a:sym typeface="Arial"/>
            </a:rPr>
            <a:t> +16.7</a:t>
          </a:r>
          <a:r>
            <a:rPr kumimoji="0" lang="en-IN" sz="900" b="1" i="0" u="none" strike="noStrike" cap="none" spc="0" normalizeH="0" baseline="0" dirty="0">
              <a:ln>
                <a:noFill/>
              </a:ln>
              <a:solidFill>
                <a:srgbClr val="000000"/>
              </a:solidFill>
              <a:effectLst/>
              <a:uFillTx/>
              <a:latin typeface="Arial"/>
              <a:ea typeface="Arial"/>
              <a:cs typeface="Arial"/>
              <a:sym typeface="Arial"/>
            </a:rPr>
            <a:t>%</a:t>
          </a:r>
        </a:p>
      </cdr:txBody>
    </cdr:sp>
  </cdr:relSizeAnchor>
  <cdr:relSizeAnchor xmlns:cdr="http://schemas.openxmlformats.org/drawingml/2006/chartDrawing">
    <cdr:from>
      <cdr:x>0.60812</cdr:x>
      <cdr:y>0.45692</cdr:y>
    </cdr:from>
    <cdr:to>
      <cdr:x>0.69853</cdr:x>
      <cdr:y>0.58438</cdr:y>
    </cdr:to>
    <cdr:sp macro="" textlink="">
      <cdr:nvSpPr>
        <cdr:cNvPr id="12" name="TextBox 1">
          <a:extLst xmlns:a="http://schemas.openxmlformats.org/drawingml/2006/main">
            <a:ext uri="{FF2B5EF4-FFF2-40B4-BE49-F238E27FC236}">
              <a16:creationId xmlns:a16="http://schemas.microsoft.com/office/drawing/2014/main" id="{4279E310-9C42-AE34-9621-A3376D1F60F1}"/>
            </a:ext>
          </a:extLst>
        </cdr:cNvPr>
        <cdr:cNvSpPr txBox="1"/>
      </cdr:nvSpPr>
      <cdr:spPr>
        <a:xfrm xmlns:a="http://schemas.openxmlformats.org/drawingml/2006/main">
          <a:off x="3337927" y="827476"/>
          <a:ext cx="496256" cy="230828"/>
        </a:xfrm>
        <a:prstGeom xmlns:a="http://schemas.openxmlformats.org/drawingml/2006/main" prst="rect">
          <a:avLst/>
        </a:prstGeom>
        <a:noFill xmlns:a="http://schemas.openxmlformats.org/drawingml/2006/main"/>
        <a:ln xmlns:a="http://schemas.openxmlformats.org/drawingml/2006/main" w="12700" cap="flat">
          <a:noFill/>
          <a:miter lim="400000"/>
        </a:ln>
        <a:effectLst xmlns:a="http://schemas.openxmlformats.org/drawingml/2006/main"/>
        <a:sp3d xmlns:a="http://schemas.openxmlformats.org/drawingml/2006/main"/>
      </cdr:spPr>
      <cdr:style>
        <a:lnRef xmlns:a="http://schemas.openxmlformats.org/drawingml/2006/main" idx="0">
          <a:scrgbClr r="0" g="0" b="0"/>
        </a:lnRef>
        <a:fillRef xmlns:a="http://schemas.openxmlformats.org/drawingml/2006/main" idx="0">
          <a:scrgbClr r="0" g="0" b="0"/>
        </a:fillRef>
        <a:effectRef xmlns:a="http://schemas.openxmlformats.org/drawingml/2006/main" idx="0">
          <a:scrgbClr r="0" g="0" b="0"/>
        </a:effectRef>
        <a:fontRef xmlns:a="http://schemas.openxmlformats.org/drawingml/2006/main" idx="none"/>
      </cdr:style>
      <cdr:txBody>
        <a:bodyPr xmlns:a="http://schemas.openxmlformats.org/drawingml/2006/main" rot="0" spcFirstLastPara="1" vert="horz" wrap="square" lIns="45719" tIns="45719" rIns="45719" bIns="45719" numCol="1" spcCol="38100" rtlCol="0" anchor="t">
          <a:spAutoFit/>
        </a:bodyPr>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pPr marL="0" marR="0" indent="0" algn="l" defTabSz="914400" rtl="0" fontAlgn="auto" latinLnBrk="0" hangingPunct="0">
            <a:lnSpc>
              <a:spcPct val="100000"/>
            </a:lnSpc>
            <a:spcBef>
              <a:spcPts val="0"/>
            </a:spcBef>
            <a:spcAft>
              <a:spcPts val="0"/>
            </a:spcAft>
            <a:buClrTx/>
            <a:buSzTx/>
            <a:buFontTx/>
            <a:buNone/>
            <a:tabLst/>
          </a:pPr>
          <a:r>
            <a:rPr lang="en-IN" sz="900" b="1" dirty="0">
              <a:solidFill>
                <a:srgbClr val="000000"/>
              </a:solidFill>
              <a:latin typeface="Arial"/>
              <a:ea typeface="Arial"/>
              <a:cs typeface="Arial"/>
              <a:sym typeface="Arial"/>
            </a:rPr>
            <a:t> +0.4</a:t>
          </a:r>
          <a:r>
            <a:rPr kumimoji="0" lang="en-IN" sz="900" b="1" i="0" u="none" strike="noStrike" cap="none" spc="0" normalizeH="0" baseline="0" dirty="0">
              <a:ln>
                <a:noFill/>
              </a:ln>
              <a:solidFill>
                <a:srgbClr val="000000"/>
              </a:solidFill>
              <a:effectLst/>
              <a:uFillTx/>
              <a:latin typeface="Arial"/>
              <a:ea typeface="Arial"/>
              <a:cs typeface="Arial"/>
              <a:sym typeface="Arial"/>
            </a:rPr>
            <a:t>%</a:t>
          </a:r>
        </a:p>
      </cdr:txBody>
    </cdr:sp>
  </cdr:relSizeAnchor>
  <cdr:relSizeAnchor xmlns:cdr="http://schemas.openxmlformats.org/drawingml/2006/chartDrawing">
    <cdr:from>
      <cdr:x>0.81737</cdr:x>
      <cdr:y>0.33382</cdr:y>
    </cdr:from>
    <cdr:to>
      <cdr:x>0.92843</cdr:x>
      <cdr:y>0.4613</cdr:y>
    </cdr:to>
    <cdr:sp macro="" textlink="">
      <cdr:nvSpPr>
        <cdr:cNvPr id="13" name="Rectangle 12">
          <a:extLst xmlns:a="http://schemas.openxmlformats.org/drawingml/2006/main">
            <a:ext uri="{FF2B5EF4-FFF2-40B4-BE49-F238E27FC236}">
              <a16:creationId xmlns:a16="http://schemas.microsoft.com/office/drawing/2014/main" id="{1AF97B99-55FF-BC66-ED5F-1EA12015B3AF}"/>
            </a:ext>
          </a:extLst>
        </cdr:cNvPr>
        <cdr:cNvSpPr/>
      </cdr:nvSpPr>
      <cdr:spPr>
        <a:xfrm xmlns:a="http://schemas.openxmlformats.org/drawingml/2006/main">
          <a:off x="4486479" y="604542"/>
          <a:ext cx="609602" cy="230864"/>
        </a:xfrm>
        <a:prstGeom xmlns:a="http://schemas.openxmlformats.org/drawingml/2006/main" prst="rect">
          <a:avLst/>
        </a:prstGeom>
        <a:noFill xmlns:a="http://schemas.openxmlformats.org/drawingml/2006/main"/>
        <a:ln xmlns:a="http://schemas.openxmlformats.org/drawingml/2006/main" w="12700" cap="flat">
          <a:noFill/>
          <a:miter lim="400000"/>
        </a:ln>
        <a:effectLst xmlns:a="http://schemas.openxmlformats.org/drawingml/2006/main"/>
        <a:sp3d xmlns:a="http://schemas.openxmlformats.org/drawingml/2006/main"/>
      </cdr:spPr>
      <cdr:style>
        <a:lnRef xmlns:a="http://schemas.openxmlformats.org/drawingml/2006/main" idx="0">
          <a:scrgbClr r="0" g="0" b="0"/>
        </a:lnRef>
        <a:fillRef xmlns:a="http://schemas.openxmlformats.org/drawingml/2006/main" idx="0">
          <a:scrgbClr r="0" g="0" b="0"/>
        </a:fillRef>
        <a:effectRef xmlns:a="http://schemas.openxmlformats.org/drawingml/2006/main" idx="0">
          <a:scrgbClr r="0" g="0" b="0"/>
        </a:effectRef>
        <a:fontRef xmlns:a="http://schemas.openxmlformats.org/drawingml/2006/main" idx="none"/>
      </cdr:style>
      <cdr:txBody>
        <a:bodyPr xmlns:a="http://schemas.openxmlformats.org/drawingml/2006/main" rot="0" spcFirstLastPara="1" vertOverflow="overflow" horzOverflow="overflow" vert="horz" wrap="square" lIns="91440" tIns="91440" rIns="91440" bIns="91440" numCol="1" spcCol="38100" rtlCol="0" anchor="ctr">
          <a:noAutofit/>
        </a:bodyPr>
        <a:lstStyle xmlns:a="http://schemas.openxmlformats.org/drawingml/2006/main"/>
        <a:p xmlns:a="http://schemas.openxmlformats.org/drawingml/2006/main">
          <a:r>
            <a:rPr lang="en-US" sz="900" b="1" kern="1200" dirty="0"/>
            <a:t>+15.6%</a:t>
          </a:r>
          <a:endParaRPr lang="en-IN" sz="900" b="1" kern="1200" dirty="0"/>
        </a:p>
      </cdr:txBody>
    </cdr:sp>
  </cdr:relSizeAnchor>
  <cdr:relSizeAnchor xmlns:cdr="http://schemas.openxmlformats.org/drawingml/2006/chartDrawing">
    <cdr:from>
      <cdr:x>0.88927</cdr:x>
      <cdr:y>0.52065</cdr:y>
    </cdr:from>
    <cdr:to>
      <cdr:x>0.94675</cdr:x>
      <cdr:y>0.71312</cdr:y>
    </cdr:to>
    <cdr:sp macro="" textlink="">
      <cdr:nvSpPr>
        <cdr:cNvPr id="14" name="Rectangle 13">
          <a:extLst xmlns:a="http://schemas.openxmlformats.org/drawingml/2006/main">
            <a:ext uri="{FF2B5EF4-FFF2-40B4-BE49-F238E27FC236}">
              <a16:creationId xmlns:a16="http://schemas.microsoft.com/office/drawing/2014/main" id="{60339AD8-9352-9087-383A-E184E9E6E760}"/>
            </a:ext>
          </a:extLst>
        </cdr:cNvPr>
        <cdr:cNvSpPr/>
      </cdr:nvSpPr>
      <cdr:spPr>
        <a:xfrm xmlns:a="http://schemas.openxmlformats.org/drawingml/2006/main">
          <a:off x="4881160" y="942890"/>
          <a:ext cx="315476" cy="348554"/>
        </a:xfrm>
        <a:prstGeom xmlns:a="http://schemas.openxmlformats.org/drawingml/2006/main" prst="rect">
          <a:avLst/>
        </a:prstGeom>
        <a:noFill xmlns:a="http://schemas.openxmlformats.org/drawingml/2006/main"/>
        <a:ln xmlns:a="http://schemas.openxmlformats.org/drawingml/2006/main" w="12700" cap="flat">
          <a:noFill/>
          <a:miter lim="400000"/>
        </a:ln>
        <a:effectLst xmlns:a="http://schemas.openxmlformats.org/drawingml/2006/main"/>
        <a:sp3d xmlns:a="http://schemas.openxmlformats.org/drawingml/2006/main"/>
      </cdr:spPr>
      <cdr:style>
        <a:lnRef xmlns:a="http://schemas.openxmlformats.org/drawingml/2006/main" idx="0">
          <a:scrgbClr r="0" g="0" b="0"/>
        </a:lnRef>
        <a:fillRef xmlns:a="http://schemas.openxmlformats.org/drawingml/2006/main" idx="0">
          <a:scrgbClr r="0" g="0" b="0"/>
        </a:fillRef>
        <a:effectRef xmlns:a="http://schemas.openxmlformats.org/drawingml/2006/main" idx="0">
          <a:scrgbClr r="0" g="0" b="0"/>
        </a:effectRef>
        <a:fontRef xmlns:a="http://schemas.openxmlformats.org/drawingml/2006/main" idx="none"/>
      </cdr:style>
      <cdr:txBody>
        <a:bodyPr xmlns:a="http://schemas.openxmlformats.org/drawingml/2006/main" rot="0" spcFirstLastPara="1" vertOverflow="overflow" horzOverflow="overflow" vert="horz" wrap="square" lIns="91440" tIns="91440" rIns="91440" bIns="91440" numCol="1" spcCol="38100" rtlCol="0" anchor="ctr">
          <a:noAutofit/>
        </a:bodyPr>
        <a:lstStyle xmlns:a="http://schemas.openxmlformats.org/drawingml/2006/main"/>
        <a:p xmlns:a="http://schemas.openxmlformats.org/drawingml/2006/main">
          <a:endParaRPr lang="en-IN" kern="1200"/>
        </a:p>
      </cdr:txBody>
    </cdr:sp>
  </cdr:relSizeAnchor>
  <cdr:relSizeAnchor xmlns:cdr="http://schemas.openxmlformats.org/drawingml/2006/chartDrawing">
    <cdr:from>
      <cdr:x>0.86217</cdr:x>
      <cdr:y>0.42963</cdr:y>
    </cdr:from>
    <cdr:to>
      <cdr:x>1</cdr:x>
      <cdr:y>0.63748</cdr:y>
    </cdr:to>
    <cdr:sp macro="" textlink="">
      <cdr:nvSpPr>
        <cdr:cNvPr id="15" name="Rectangle 14">
          <a:extLst xmlns:a="http://schemas.openxmlformats.org/drawingml/2006/main">
            <a:ext uri="{FF2B5EF4-FFF2-40B4-BE49-F238E27FC236}">
              <a16:creationId xmlns:a16="http://schemas.microsoft.com/office/drawing/2014/main" id="{0D7AD47F-4FC3-37FA-7A6F-24DC13838963}"/>
            </a:ext>
          </a:extLst>
        </cdr:cNvPr>
        <cdr:cNvSpPr/>
      </cdr:nvSpPr>
      <cdr:spPr>
        <a:xfrm xmlns:a="http://schemas.openxmlformats.org/drawingml/2006/main">
          <a:off x="4732407" y="778055"/>
          <a:ext cx="756542" cy="376412"/>
        </a:xfrm>
        <a:prstGeom xmlns:a="http://schemas.openxmlformats.org/drawingml/2006/main" prst="rect">
          <a:avLst/>
        </a:prstGeom>
        <a:noFill xmlns:a="http://schemas.openxmlformats.org/drawingml/2006/main"/>
        <a:ln xmlns:a="http://schemas.openxmlformats.org/drawingml/2006/main" w="12700" cap="flat">
          <a:noFill/>
          <a:miter lim="400000"/>
        </a:ln>
        <a:effectLst xmlns:a="http://schemas.openxmlformats.org/drawingml/2006/main"/>
        <a:sp3d xmlns:a="http://schemas.openxmlformats.org/drawingml/2006/main"/>
      </cdr:spPr>
      <cdr:style>
        <a:lnRef xmlns:a="http://schemas.openxmlformats.org/drawingml/2006/main" idx="0">
          <a:scrgbClr r="0" g="0" b="0"/>
        </a:lnRef>
        <a:fillRef xmlns:a="http://schemas.openxmlformats.org/drawingml/2006/main" idx="0">
          <a:scrgbClr r="0" g="0" b="0"/>
        </a:fillRef>
        <a:effectRef xmlns:a="http://schemas.openxmlformats.org/drawingml/2006/main" idx="0">
          <a:scrgbClr r="0" g="0" b="0"/>
        </a:effectRef>
        <a:fontRef xmlns:a="http://schemas.openxmlformats.org/drawingml/2006/main" idx="none"/>
      </cdr:style>
      <cdr:txBody>
        <a:bodyPr xmlns:a="http://schemas.openxmlformats.org/drawingml/2006/main" rot="0" spcFirstLastPara="1" vertOverflow="overflow" horzOverflow="overflow" vert="horz" wrap="square" lIns="91440" tIns="91440" rIns="91440" bIns="91440" numCol="1" spcCol="38100" rtlCol="0" anchor="ctr">
          <a:noAutofit/>
        </a:bodyPr>
        <a:lstStyle xmlns:a="http://schemas.openxmlformats.org/drawingml/2006/main"/>
        <a:p xmlns:a="http://schemas.openxmlformats.org/drawingml/2006/main">
          <a:r>
            <a:rPr lang="en-US" sz="900" b="1" kern="1200" dirty="0"/>
            <a:t>-14%</a:t>
          </a:r>
          <a:endParaRPr lang="en-IN" sz="900" b="1" kern="1200" dirty="0"/>
        </a:p>
      </cdr:txBody>
    </cdr:sp>
  </cdr:relSizeAnchor>
</c:userShapes>
</file>

<file path=ppt/drawings/drawing2.xml><?xml version="1.0" encoding="utf-8"?>
<c:userShapes xmlns:c="http://schemas.openxmlformats.org/drawingml/2006/chart">
  <cdr:relSizeAnchor xmlns:cdr="http://schemas.openxmlformats.org/drawingml/2006/chartDrawing">
    <cdr:from>
      <cdr:x>0.63328</cdr:x>
      <cdr:y>0.22654</cdr:y>
    </cdr:from>
    <cdr:to>
      <cdr:x>0.91771</cdr:x>
      <cdr:y>0.39731</cdr:y>
    </cdr:to>
    <cdr:sp macro="" textlink="">
      <cdr:nvSpPr>
        <cdr:cNvPr id="3" name="TextBox 36">
          <a:extLst xmlns:a="http://schemas.openxmlformats.org/drawingml/2006/main">
            <a:ext uri="{FF2B5EF4-FFF2-40B4-BE49-F238E27FC236}">
              <a16:creationId xmlns:a16="http://schemas.microsoft.com/office/drawing/2014/main" id="{92141997-83CE-F5CB-78D9-1787165021E0}"/>
            </a:ext>
          </a:extLst>
        </cdr:cNvPr>
        <cdr:cNvSpPr txBox="1"/>
      </cdr:nvSpPr>
      <cdr:spPr>
        <a:xfrm xmlns:a="http://schemas.openxmlformats.org/drawingml/2006/main">
          <a:off x="1804439" y="367474"/>
          <a:ext cx="810438" cy="277007"/>
        </a:xfrm>
        <a:prstGeom xmlns:a="http://schemas.openxmlformats.org/drawingml/2006/main" prst="rect">
          <a:avLst/>
        </a:prstGeom>
        <a:noFill xmlns:a="http://schemas.openxmlformats.org/drawingml/2006/main"/>
        <a:ln xmlns:a="http://schemas.openxmlformats.org/drawingml/2006/main">
          <a:noFill/>
        </a:ln>
      </cdr:spPr>
      <cdr:txBody>
        <a:bodyPr xmlns:a="http://schemas.openxmlformats.org/drawingml/2006/main" wrap="square" rtlCol="0">
          <a:spAutoFit/>
        </a:bodyPr>
        <a:lstStyle xmlns:a="http://schemas.openxmlformats.org/drawingml/2006/main">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xmlns:a="http://schemas.openxmlformats.org/drawingml/2006/main">
          <a:pPr marL="0" marR="0" lvl="0" indent="0" algn="ctr" defTabSz="914400" rtl="0" eaLnBrk="1" fontAlgn="auto" latinLnBrk="0" hangingPunct="0">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srgbClr val="000000">
                  <a:lumMod val="75000"/>
                  <a:lumOff val="25000"/>
                </a:srgbClr>
              </a:solidFill>
              <a:effectLst/>
              <a:uLnTx/>
              <a:uFillTx/>
              <a:latin typeface="Arial" panose="020B0604020202020204"/>
              <a:ea typeface="Helvetica Neue" panose="02000503000000020004" pitchFamily="2" charset="0"/>
              <a:cs typeface="Helvetica Neue" panose="02000503000000020004" pitchFamily="2" charset="0"/>
              <a:sym typeface="Arial"/>
            </a:rPr>
            <a:t> </a:t>
          </a:r>
          <a:r>
            <a:rPr lang="en-US" sz="1200" b="1" kern="0" noProof="0" dirty="0">
              <a:solidFill>
                <a:srgbClr val="000000">
                  <a:lumMod val="75000"/>
                  <a:lumOff val="25000"/>
                </a:srgbClr>
              </a:solidFill>
              <a:latin typeface="Arial" panose="020B0604020202020204"/>
              <a:ea typeface="Helvetica Neue" panose="02000503000000020004" pitchFamily="2" charset="0"/>
              <a:cs typeface="Helvetica Neue" panose="02000503000000020004" pitchFamily="2" charset="0"/>
              <a:sym typeface="Arial"/>
            </a:rPr>
            <a:t>14</a:t>
          </a:r>
          <a:r>
            <a:rPr kumimoji="0" lang="en-US" sz="1200" b="1" i="0" u="none" strike="noStrike" kern="0" cap="none" spc="0" normalizeH="0" baseline="0" noProof="0" dirty="0">
              <a:ln>
                <a:noFill/>
              </a:ln>
              <a:solidFill>
                <a:srgbClr val="000000">
                  <a:lumMod val="75000"/>
                  <a:lumOff val="25000"/>
                </a:srgbClr>
              </a:solidFill>
              <a:effectLst/>
              <a:uLnTx/>
              <a:uFillTx/>
              <a:latin typeface="Arial" panose="020B0604020202020204"/>
              <a:ea typeface="Helvetica Neue" panose="02000503000000020004" pitchFamily="2" charset="0"/>
              <a:cs typeface="Helvetica Neue" panose="02000503000000020004" pitchFamily="2" charset="0"/>
              <a:sym typeface="Arial"/>
            </a:rPr>
            <a:t>%</a:t>
          </a:r>
        </a:p>
      </cdr:txBody>
    </cdr:sp>
  </cdr:relSizeAnchor>
  <cdr:relSizeAnchor xmlns:cdr="http://schemas.openxmlformats.org/drawingml/2006/chartDrawing">
    <cdr:from>
      <cdr:x>0.3354</cdr:x>
      <cdr:y>0.47592</cdr:y>
    </cdr:from>
    <cdr:to>
      <cdr:x>0.88225</cdr:x>
      <cdr:y>0.70471</cdr:y>
    </cdr:to>
    <cdr:sp macro="" textlink="">
      <cdr:nvSpPr>
        <cdr:cNvPr id="5" name="Rectangle 4">
          <a:extLst xmlns:a="http://schemas.openxmlformats.org/drawingml/2006/main">
            <a:ext uri="{FF2B5EF4-FFF2-40B4-BE49-F238E27FC236}">
              <a16:creationId xmlns:a16="http://schemas.microsoft.com/office/drawing/2014/main" id="{BF8B4291-2821-3FC6-5D4B-BB05DFEDB1E0}"/>
            </a:ext>
          </a:extLst>
        </cdr:cNvPr>
        <cdr:cNvSpPr/>
      </cdr:nvSpPr>
      <cdr:spPr>
        <a:xfrm xmlns:a="http://schemas.openxmlformats.org/drawingml/2006/main">
          <a:off x="910356" y="771984"/>
          <a:ext cx="1484263" cy="371132"/>
        </a:xfrm>
        <a:prstGeom xmlns:a="http://schemas.openxmlformats.org/drawingml/2006/main" prst="rect">
          <a:avLst/>
        </a:prstGeom>
        <a:noFill xmlns:a="http://schemas.openxmlformats.org/drawingml/2006/main"/>
        <a:ln xmlns:a="http://schemas.openxmlformats.org/drawingml/2006/main" w="19050">
          <a:noFill/>
        </a:ln>
      </cdr:spPr>
      <cdr: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rtlCol="0" anchor="ctr"/>
        <a:lstStyle xmlns:a="http://schemas.openxmlformats.org/drawingml/2006/main">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xmlns:a="http://schemas.openxmlformats.org/drawingml/2006/main">
          <a:pPr marL="0" marR="0" lvl="0" indent="0" algn="ctr" defTabSz="914400" rtl="0" eaLnBrk="1" fontAlgn="auto" latinLnBrk="0" hangingPunct="0">
            <a:lnSpc>
              <a:spcPct val="100000"/>
            </a:lnSpc>
            <a:spcBef>
              <a:spcPts val="0"/>
            </a:spcBef>
            <a:spcAft>
              <a:spcPts val="0"/>
            </a:spcAft>
            <a:buClrTx/>
            <a:buSzTx/>
            <a:buFontTx/>
            <a:buNone/>
            <a:tabLst/>
            <a:defRPr/>
          </a:pPr>
          <a:r>
            <a:rPr lang="en-US" sz="1000" kern="0" dirty="0">
              <a:solidFill>
                <a:srgbClr val="000000"/>
              </a:solidFill>
              <a:latin typeface="Arial" panose="020B0604020202020204"/>
              <a:sym typeface="Arial"/>
            </a:rPr>
            <a:t>QTD</a:t>
          </a:r>
          <a:endParaRPr kumimoji="0" lang="en-US" sz="1000" b="0" i="0" u="none" strike="noStrike" kern="0" cap="none" spc="0" normalizeH="0" baseline="0" noProof="0" dirty="0">
            <a:ln>
              <a:noFill/>
            </a:ln>
            <a:solidFill>
              <a:srgbClr val="000000"/>
            </a:solidFill>
            <a:effectLst/>
            <a:uLnTx/>
            <a:uFillTx/>
            <a:latin typeface="Arial" panose="020B0604020202020204"/>
            <a:ea typeface="+mn-ea"/>
            <a:cs typeface="+mn-cs"/>
            <a:sym typeface="Arial"/>
          </a:endParaRPr>
        </a:p>
        <a:p xmlns:a="http://schemas.openxmlformats.org/drawingml/2006/main">
          <a:pPr marL="0" marR="0" lvl="0" indent="0" algn="ctr" defTabSz="914400" rtl="0" eaLnBrk="1" fontAlgn="auto" latinLnBrk="0" hangingPunct="0">
            <a:lnSpc>
              <a:spcPct val="100000"/>
            </a:lnSpc>
            <a:spcBef>
              <a:spcPts val="0"/>
            </a:spcBef>
            <a:spcAft>
              <a:spcPts val="0"/>
            </a:spcAft>
            <a:buClrTx/>
            <a:buSzTx/>
            <a:buFontTx/>
            <a:buNone/>
            <a:tabLst/>
            <a:defRPr/>
          </a:pPr>
          <a:r>
            <a:rPr kumimoji="0" lang="en-US" sz="500" b="0" i="0" u="none" strike="noStrike" kern="0" cap="none" spc="0" normalizeH="0" baseline="0" noProof="0" dirty="0">
              <a:ln>
                <a:noFill/>
              </a:ln>
              <a:solidFill>
                <a:srgbClr val="000000"/>
              </a:solidFill>
              <a:effectLst/>
              <a:uLnTx/>
              <a:uFillTx/>
              <a:latin typeface="Arial" panose="020B0604020202020204"/>
              <a:ea typeface="+mn-ea"/>
              <a:cs typeface="+mn-cs"/>
              <a:sym typeface="Arial"/>
            </a:rPr>
            <a:t>Vs </a:t>
          </a:r>
          <a:r>
            <a:rPr lang="en-US" sz="500" kern="0" noProof="0" dirty="0">
              <a:solidFill>
                <a:srgbClr val="000000"/>
              </a:solidFill>
              <a:latin typeface="Arial" panose="020B0604020202020204"/>
              <a:sym typeface="Arial"/>
            </a:rPr>
            <a:t>PQTD</a:t>
          </a:r>
          <a:endParaRPr kumimoji="0" lang="en-IN" sz="500" b="0" i="0" u="none" strike="noStrike" kern="0" cap="none" spc="0" normalizeH="0" baseline="0" noProof="0" dirty="0">
            <a:ln>
              <a:noFill/>
            </a:ln>
            <a:solidFill>
              <a:srgbClr val="00C7D2"/>
            </a:solidFill>
            <a:effectLst/>
            <a:uLnTx/>
            <a:uFillTx/>
            <a:latin typeface="Arial" panose="020B0604020202020204"/>
            <a:ea typeface="+mn-ea"/>
            <a:cs typeface="+mn-cs"/>
            <a:sym typeface="Arial"/>
          </a:endParaRPr>
        </a:p>
      </cdr:txBody>
    </cdr:sp>
  </cdr:relSizeAnchor>
  <cdr:relSizeAnchor xmlns:cdr="http://schemas.openxmlformats.org/drawingml/2006/chartDrawing">
    <cdr:from>
      <cdr:x>0.64744</cdr:x>
      <cdr:y>0.49182</cdr:y>
    </cdr:from>
    <cdr:to>
      <cdr:x>0.91153</cdr:x>
      <cdr:y>0.66259</cdr:y>
    </cdr:to>
    <cdr:sp macro="" textlink="">
      <cdr:nvSpPr>
        <cdr:cNvPr id="6" name="TextBox 37">
          <a:extLst xmlns:a="http://schemas.openxmlformats.org/drawingml/2006/main">
            <a:ext uri="{FF2B5EF4-FFF2-40B4-BE49-F238E27FC236}">
              <a16:creationId xmlns:a16="http://schemas.microsoft.com/office/drawing/2014/main" id="{34F892CE-9355-87E7-C42F-C24ECAF41636}"/>
            </a:ext>
          </a:extLst>
        </cdr:cNvPr>
        <cdr:cNvSpPr txBox="1"/>
      </cdr:nvSpPr>
      <cdr:spPr>
        <a:xfrm xmlns:a="http://schemas.openxmlformats.org/drawingml/2006/main">
          <a:off x="1844765" y="797789"/>
          <a:ext cx="752483" cy="277006"/>
        </a:xfrm>
        <a:prstGeom xmlns:a="http://schemas.openxmlformats.org/drawingml/2006/main" prst="rect">
          <a:avLst/>
        </a:prstGeom>
        <a:noFill xmlns:a="http://schemas.openxmlformats.org/drawingml/2006/main"/>
        <a:ln xmlns:a="http://schemas.openxmlformats.org/drawingml/2006/main">
          <a:noFill/>
        </a:ln>
      </cdr:spPr>
      <cdr:txBody>
        <a:bodyPr xmlns:a="http://schemas.openxmlformats.org/drawingml/2006/main" wrap="square" rtlCol="0">
          <a:spAutoFit/>
        </a:bodyPr>
        <a:lstStyle xmlns:a="http://schemas.openxmlformats.org/drawingml/2006/main">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xmlns:a="http://schemas.openxmlformats.org/drawingml/2006/main">
          <a:pPr marL="0" marR="0" lvl="0" indent="0" algn="ctr" defTabSz="914400" rtl="0" eaLnBrk="1" fontAlgn="auto" latinLnBrk="0" hangingPunct="0">
            <a:lnSpc>
              <a:spcPct val="100000"/>
            </a:lnSpc>
            <a:spcBef>
              <a:spcPts val="0"/>
            </a:spcBef>
            <a:spcAft>
              <a:spcPts val="0"/>
            </a:spcAft>
            <a:buClrTx/>
            <a:buSzTx/>
            <a:buFontTx/>
            <a:buNone/>
            <a:tabLst/>
            <a:defRPr/>
          </a:pPr>
          <a:r>
            <a:rPr lang="en-US" sz="1200" b="1" kern="0" dirty="0">
              <a:solidFill>
                <a:srgbClr val="000000">
                  <a:lumMod val="75000"/>
                  <a:lumOff val="25000"/>
                </a:srgbClr>
              </a:solidFill>
              <a:latin typeface="Arial" panose="020B0604020202020204"/>
              <a:ea typeface="Helvetica Neue" panose="02000503000000020004" pitchFamily="2" charset="0"/>
              <a:cs typeface="Helvetica Neue" panose="02000503000000020004" pitchFamily="2" charset="0"/>
              <a:sym typeface="Arial"/>
            </a:rPr>
            <a:t>-5</a:t>
          </a:r>
          <a:r>
            <a:rPr kumimoji="0" lang="en-US" sz="1200" b="1" i="0" u="none" strike="noStrike" kern="0" cap="none" spc="0" normalizeH="0" baseline="0" noProof="0" dirty="0">
              <a:ln>
                <a:noFill/>
              </a:ln>
              <a:solidFill>
                <a:srgbClr val="000000">
                  <a:lumMod val="75000"/>
                  <a:lumOff val="25000"/>
                </a:srgbClr>
              </a:solidFill>
              <a:effectLst/>
              <a:uLnTx/>
              <a:uFillTx/>
              <a:latin typeface="Arial" panose="020B0604020202020204"/>
              <a:ea typeface="Helvetica Neue" panose="02000503000000020004" pitchFamily="2" charset="0"/>
              <a:cs typeface="Helvetica Neue" panose="02000503000000020004" pitchFamily="2" charset="0"/>
              <a:sym typeface="Arial"/>
            </a:rPr>
            <a:t>%</a:t>
          </a:r>
        </a:p>
      </cdr:txBody>
    </cdr:sp>
  </cdr:relSizeAnchor>
  <cdr:relSizeAnchor xmlns:cdr="http://schemas.openxmlformats.org/drawingml/2006/chartDrawing">
    <cdr:from>
      <cdr:x>0.64433</cdr:x>
      <cdr:y>0.73717</cdr:y>
    </cdr:from>
    <cdr:to>
      <cdr:x>0.92051</cdr:x>
      <cdr:y>0.90793</cdr:y>
    </cdr:to>
    <cdr:sp macro="" textlink="">
      <cdr:nvSpPr>
        <cdr:cNvPr id="7" name="TextBox 37">
          <a:extLst xmlns:a="http://schemas.openxmlformats.org/drawingml/2006/main">
            <a:ext uri="{FF2B5EF4-FFF2-40B4-BE49-F238E27FC236}">
              <a16:creationId xmlns:a16="http://schemas.microsoft.com/office/drawing/2014/main" id="{34F892CE-9355-87E7-C42F-C24ECAF41636}"/>
            </a:ext>
          </a:extLst>
        </cdr:cNvPr>
        <cdr:cNvSpPr txBox="1"/>
      </cdr:nvSpPr>
      <cdr:spPr>
        <a:xfrm xmlns:a="http://schemas.openxmlformats.org/drawingml/2006/main">
          <a:off x="1835913" y="1195766"/>
          <a:ext cx="786931" cy="276990"/>
        </a:xfrm>
        <a:prstGeom xmlns:a="http://schemas.openxmlformats.org/drawingml/2006/main" prst="rect">
          <a:avLst/>
        </a:prstGeom>
        <a:noFill xmlns:a="http://schemas.openxmlformats.org/drawingml/2006/main"/>
        <a:ln xmlns:a="http://schemas.openxmlformats.org/drawingml/2006/main">
          <a:noFill/>
        </a:ln>
      </cdr:spPr>
      <cdr:txBody>
        <a:bodyPr xmlns:a="http://schemas.openxmlformats.org/drawingml/2006/main" wrap="square" rtlCol="0">
          <a:spAutoFit/>
        </a:bodyPr>
        <a:lstStyle xmlns:a="http://schemas.openxmlformats.org/drawingml/2006/main">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xmlns:a="http://schemas.openxmlformats.org/drawingml/2006/main">
          <a:pPr marL="0" marR="0" lvl="0" indent="0" algn="ctr" defTabSz="914400" rtl="0" eaLnBrk="1" fontAlgn="auto" latinLnBrk="0" hangingPunct="0">
            <a:lnSpc>
              <a:spcPct val="100000"/>
            </a:lnSpc>
            <a:spcBef>
              <a:spcPts val="0"/>
            </a:spcBef>
            <a:spcAft>
              <a:spcPts val="0"/>
            </a:spcAft>
            <a:buClrTx/>
            <a:buSzTx/>
            <a:buFontTx/>
            <a:buNone/>
            <a:tabLst/>
            <a:defRPr/>
          </a:pPr>
          <a:r>
            <a:rPr lang="en-US" sz="1200" b="1" kern="0" noProof="0" dirty="0">
              <a:solidFill>
                <a:srgbClr val="000000">
                  <a:lumMod val="75000"/>
                  <a:lumOff val="25000"/>
                </a:srgbClr>
              </a:solidFill>
              <a:latin typeface="Arial" panose="020B0604020202020204"/>
              <a:ea typeface="Helvetica Neue" panose="02000503000000020004" pitchFamily="2" charset="0"/>
              <a:cs typeface="Helvetica Neue" panose="02000503000000020004" pitchFamily="2" charset="0"/>
              <a:sym typeface="Arial"/>
            </a:rPr>
            <a:t>12</a:t>
          </a:r>
          <a:r>
            <a:rPr kumimoji="0" lang="en-US" sz="1200" b="1" i="0" u="none" strike="noStrike" kern="0" cap="none" spc="0" normalizeH="0" baseline="0" noProof="0" dirty="0">
              <a:ln>
                <a:noFill/>
              </a:ln>
              <a:solidFill>
                <a:srgbClr val="000000">
                  <a:lumMod val="75000"/>
                  <a:lumOff val="25000"/>
                </a:srgbClr>
              </a:solidFill>
              <a:effectLst/>
              <a:uLnTx/>
              <a:uFillTx/>
              <a:latin typeface="Arial" panose="020B0604020202020204"/>
              <a:ea typeface="Helvetica Neue" panose="02000503000000020004" pitchFamily="2" charset="0"/>
              <a:cs typeface="Helvetica Neue" panose="02000503000000020004" pitchFamily="2" charset="0"/>
              <a:sym typeface="Arial"/>
            </a:rPr>
            <a:t>%</a:t>
          </a:r>
        </a:p>
      </cdr:txBody>
    </cdr:sp>
  </cdr:relSizeAnchor>
  <cdr:relSizeAnchor xmlns:cdr="http://schemas.openxmlformats.org/drawingml/2006/chartDrawing">
    <cdr:from>
      <cdr:x>0.33834</cdr:x>
      <cdr:y>0.68887</cdr:y>
    </cdr:from>
    <cdr:to>
      <cdr:x>0.87781</cdr:x>
      <cdr:y>1</cdr:y>
    </cdr:to>
    <cdr:sp macro="" textlink="">
      <cdr:nvSpPr>
        <cdr:cNvPr id="8" name="Rectangle 7">
          <a:extLst xmlns:a="http://schemas.openxmlformats.org/drawingml/2006/main">
            <a:ext uri="{FF2B5EF4-FFF2-40B4-BE49-F238E27FC236}">
              <a16:creationId xmlns:a16="http://schemas.microsoft.com/office/drawing/2014/main" id="{80894643-69E9-CCE0-812A-5D22B9E4D1AF}"/>
            </a:ext>
          </a:extLst>
        </cdr:cNvPr>
        <cdr:cNvSpPr/>
      </cdr:nvSpPr>
      <cdr:spPr>
        <a:xfrm xmlns:a="http://schemas.openxmlformats.org/drawingml/2006/main">
          <a:off x="918909" y="1067013"/>
          <a:ext cx="1465173" cy="481929"/>
        </a:xfrm>
        <a:prstGeom xmlns:a="http://schemas.openxmlformats.org/drawingml/2006/main" prst="rect">
          <a:avLst/>
        </a:prstGeom>
        <a:noFill xmlns:a="http://schemas.openxmlformats.org/drawingml/2006/main"/>
        <a:ln xmlns:a="http://schemas.openxmlformats.org/drawingml/2006/main" w="19050">
          <a:noFill/>
        </a:ln>
      </cdr:spPr>
      <cdr: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rtlCol="0" anchor="ctr"/>
        <a:lstStyle xmlns:a="http://schemas.openxmlformats.org/drawingml/2006/main">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xmlns:a="http://schemas.openxmlformats.org/drawingml/2006/main">
          <a:pPr marL="0" marR="0" lvl="0" indent="0" algn="ctr" defTabSz="914400" rtl="0" eaLnBrk="1" fontAlgn="auto" latinLnBrk="0" hangingPunct="0">
            <a:lnSpc>
              <a:spcPct val="100000"/>
            </a:lnSpc>
            <a:spcBef>
              <a:spcPts val="0"/>
            </a:spcBef>
            <a:spcAft>
              <a:spcPts val="0"/>
            </a:spcAft>
            <a:buClrTx/>
            <a:buSzTx/>
            <a:buFontTx/>
            <a:buNone/>
            <a:tabLst/>
            <a:defRPr/>
          </a:pPr>
          <a:r>
            <a:rPr lang="en-US" sz="1000" kern="0" dirty="0">
              <a:solidFill>
                <a:srgbClr val="000000"/>
              </a:solidFill>
              <a:latin typeface="Arial" panose="020B0604020202020204"/>
              <a:sym typeface="Arial"/>
            </a:rPr>
            <a:t>Mar’</a:t>
          </a:r>
          <a:r>
            <a:rPr kumimoji="0" lang="en-US" sz="1000" b="0" i="0" u="none" strike="noStrike" kern="0" cap="none" spc="0" normalizeH="0" baseline="0" noProof="0" dirty="0">
              <a:ln>
                <a:noFill/>
              </a:ln>
              <a:solidFill>
                <a:srgbClr val="000000"/>
              </a:solidFill>
              <a:effectLst/>
              <a:uLnTx/>
              <a:uFillTx/>
              <a:latin typeface="Arial" panose="020B0604020202020204"/>
              <a:ea typeface="+mn-ea"/>
              <a:cs typeface="+mn-cs"/>
              <a:sym typeface="Arial"/>
            </a:rPr>
            <a:t>26</a:t>
          </a:r>
        </a:p>
        <a:p xmlns:a="http://schemas.openxmlformats.org/drawingml/2006/main">
          <a:pPr marL="0" marR="0" lvl="0" indent="0" algn="ctr" defTabSz="914400" rtl="0" eaLnBrk="1" fontAlgn="auto" latinLnBrk="0" hangingPunct="0">
            <a:lnSpc>
              <a:spcPct val="100000"/>
            </a:lnSpc>
            <a:spcBef>
              <a:spcPts val="0"/>
            </a:spcBef>
            <a:spcAft>
              <a:spcPts val="0"/>
            </a:spcAft>
            <a:buClrTx/>
            <a:buSzTx/>
            <a:buFontTx/>
            <a:buNone/>
            <a:tabLst/>
            <a:defRPr/>
          </a:pPr>
          <a:r>
            <a:rPr kumimoji="0" lang="en-US" sz="500" b="0" i="0" u="none" strike="noStrike" kern="0" cap="none" spc="0" normalizeH="0" baseline="0" noProof="0" dirty="0">
              <a:ln>
                <a:noFill/>
              </a:ln>
              <a:solidFill>
                <a:srgbClr val="000000"/>
              </a:solidFill>
              <a:effectLst/>
              <a:uLnTx/>
              <a:uFillTx/>
              <a:latin typeface="Arial" panose="020B0604020202020204"/>
              <a:ea typeface="+mn-ea"/>
              <a:cs typeface="+mn-cs"/>
              <a:sym typeface="Arial"/>
            </a:rPr>
            <a:t>Vs </a:t>
          </a:r>
          <a:r>
            <a:rPr lang="en-US" sz="500" kern="0" noProof="0" dirty="0">
              <a:solidFill>
                <a:srgbClr val="000000"/>
              </a:solidFill>
              <a:latin typeface="Arial" panose="020B0604020202020204"/>
              <a:sym typeface="Arial"/>
            </a:rPr>
            <a:t>Feb</a:t>
          </a:r>
          <a:r>
            <a:rPr lang="en-US" sz="500" kern="0" dirty="0">
              <a:solidFill>
                <a:srgbClr val="000000"/>
              </a:solidFill>
              <a:latin typeface="Arial" panose="020B0604020202020204"/>
              <a:sym typeface="Arial"/>
            </a:rPr>
            <a:t>’</a:t>
          </a:r>
          <a:r>
            <a:rPr kumimoji="0" lang="en-US" sz="500" b="0" i="0" u="none" strike="noStrike" kern="0" cap="none" spc="0" normalizeH="0" baseline="0" noProof="0" dirty="0">
              <a:ln>
                <a:noFill/>
              </a:ln>
              <a:solidFill>
                <a:srgbClr val="000000"/>
              </a:solidFill>
              <a:effectLst/>
              <a:uLnTx/>
              <a:uFillTx/>
              <a:latin typeface="Arial" panose="020B0604020202020204"/>
              <a:ea typeface="+mn-ea"/>
              <a:cs typeface="+mn-cs"/>
              <a:sym typeface="Arial"/>
            </a:rPr>
            <a:t>26</a:t>
          </a:r>
          <a:endParaRPr kumimoji="0" lang="en-IN" sz="500" b="0" i="0" u="none" strike="noStrike" kern="0" cap="none" spc="0" normalizeH="0" baseline="0" noProof="0" dirty="0">
            <a:ln>
              <a:noFill/>
            </a:ln>
            <a:solidFill>
              <a:srgbClr val="00C7D2"/>
            </a:solidFill>
            <a:effectLst/>
            <a:uLnTx/>
            <a:uFillTx/>
            <a:latin typeface="Arial" panose="020B0604020202020204"/>
            <a:ea typeface="+mn-ea"/>
            <a:cs typeface="+mn-cs"/>
            <a:sym typeface="Arial"/>
          </a:endParaRPr>
        </a:p>
      </cdr:txBody>
    </cdr:sp>
  </cdr:relSizeAnchor>
  <cdr:relSizeAnchor xmlns:cdr="http://schemas.openxmlformats.org/drawingml/2006/chartDrawing">
    <cdr:from>
      <cdr:x>0.41328</cdr:x>
      <cdr:y>0.09712</cdr:y>
    </cdr:from>
    <cdr:to>
      <cdr:x>0.82027</cdr:x>
      <cdr:y>0.56675</cdr:y>
    </cdr:to>
    <cdr:sp macro="" textlink="">
      <cdr:nvSpPr>
        <cdr:cNvPr id="9" name="Rectangle 8">
          <a:extLst xmlns:a="http://schemas.openxmlformats.org/drawingml/2006/main">
            <a:ext uri="{FF2B5EF4-FFF2-40B4-BE49-F238E27FC236}">
              <a16:creationId xmlns:a16="http://schemas.microsoft.com/office/drawing/2014/main" id="{4C956B26-F2C1-F755-634B-516264FB6202}"/>
            </a:ext>
          </a:extLst>
        </cdr:cNvPr>
        <cdr:cNvSpPr/>
      </cdr:nvSpPr>
      <cdr:spPr>
        <a:xfrm xmlns:a="http://schemas.openxmlformats.org/drawingml/2006/main">
          <a:off x="1122441" y="150429"/>
          <a:ext cx="1105353" cy="727439"/>
        </a:xfrm>
        <a:prstGeom xmlns:a="http://schemas.openxmlformats.org/drawingml/2006/main" prst="rect">
          <a:avLst/>
        </a:prstGeom>
        <a:noFill xmlns:a="http://schemas.openxmlformats.org/drawingml/2006/main"/>
        <a:ln xmlns:a="http://schemas.openxmlformats.org/drawingml/2006/main" w="19050">
          <a:noFill/>
        </a:ln>
      </cdr:spPr>
      <cdr: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rtlCol="0" anchor="ctr"/>
        <a:lstStyle xmlns:a="http://schemas.openxmlformats.org/drawingml/2006/main">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xmlns:a="http://schemas.openxmlformats.org/drawingml/2006/main">
          <a:pPr marL="0" marR="0" lvl="0" indent="0" algn="ctr" defTabSz="914400" rtl="0" eaLnBrk="1" fontAlgn="auto" latinLnBrk="0" hangingPunct="0">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0000"/>
              </a:solidFill>
              <a:effectLst/>
              <a:uLnTx/>
              <a:uFillTx/>
              <a:latin typeface="Arial" panose="020B0604020202020204"/>
              <a:ea typeface="+mn-ea"/>
              <a:cs typeface="+mn-cs"/>
              <a:sym typeface="Arial"/>
            </a:rPr>
            <a:t>Y</a:t>
          </a:r>
          <a:r>
            <a:rPr lang="en-US" sz="1000" kern="0" noProof="0" dirty="0">
              <a:solidFill>
                <a:srgbClr val="000000"/>
              </a:solidFill>
              <a:latin typeface="Arial" panose="020B0604020202020204"/>
              <a:sym typeface="Arial"/>
            </a:rPr>
            <a:t>TD</a:t>
          </a:r>
          <a:endParaRPr kumimoji="0" lang="en-US" sz="1000" b="0" i="0" u="none" strike="noStrike" kern="0" cap="none" spc="0" normalizeH="0" baseline="0" noProof="0" dirty="0">
            <a:ln>
              <a:noFill/>
            </a:ln>
            <a:solidFill>
              <a:srgbClr val="000000"/>
            </a:solidFill>
            <a:effectLst/>
            <a:uLnTx/>
            <a:uFillTx/>
            <a:latin typeface="Arial" panose="020B0604020202020204"/>
            <a:ea typeface="+mn-ea"/>
            <a:cs typeface="+mn-cs"/>
            <a:sym typeface="Arial"/>
          </a:endParaRPr>
        </a:p>
        <a:p xmlns:a="http://schemas.openxmlformats.org/drawingml/2006/main">
          <a:pPr marL="0" marR="0" lvl="0" indent="0" algn="ctr" defTabSz="914400" rtl="0" eaLnBrk="1" fontAlgn="auto" latinLnBrk="0" hangingPunct="0">
            <a:lnSpc>
              <a:spcPct val="100000"/>
            </a:lnSpc>
            <a:spcBef>
              <a:spcPts val="0"/>
            </a:spcBef>
            <a:spcAft>
              <a:spcPts val="0"/>
            </a:spcAft>
            <a:buClrTx/>
            <a:buSzTx/>
            <a:buFontTx/>
            <a:buNone/>
            <a:tabLst/>
            <a:defRPr/>
          </a:pPr>
          <a:r>
            <a:rPr kumimoji="0" lang="en-US" sz="500" b="0" i="0" u="none" strike="noStrike" kern="0" cap="none" spc="0" normalizeH="0" baseline="0" noProof="0" dirty="0">
              <a:ln>
                <a:noFill/>
              </a:ln>
              <a:solidFill>
                <a:srgbClr val="000000"/>
              </a:solidFill>
              <a:effectLst/>
              <a:uLnTx/>
              <a:uFillTx/>
              <a:latin typeface="Arial" panose="020B0604020202020204"/>
              <a:ea typeface="+mn-ea"/>
              <a:cs typeface="+mn-cs"/>
              <a:sym typeface="Arial"/>
            </a:rPr>
            <a:t>Vs </a:t>
          </a:r>
          <a:r>
            <a:rPr lang="en-US" sz="500" kern="0" noProof="0" dirty="0">
              <a:solidFill>
                <a:srgbClr val="000000"/>
              </a:solidFill>
              <a:latin typeface="Arial" panose="020B0604020202020204"/>
              <a:sym typeface="Arial"/>
            </a:rPr>
            <a:t>PYTD</a:t>
          </a:r>
          <a:endParaRPr kumimoji="0" lang="en-IN" sz="500" b="0" i="0" u="none" strike="noStrike" kern="0" cap="none" spc="0" normalizeH="0" baseline="0" noProof="0" dirty="0">
            <a:ln>
              <a:noFill/>
            </a:ln>
            <a:solidFill>
              <a:srgbClr val="00C7D2"/>
            </a:solidFill>
            <a:effectLst/>
            <a:uLnTx/>
            <a:uFillTx/>
            <a:latin typeface="Arial" panose="020B0604020202020204"/>
            <a:ea typeface="+mn-ea"/>
            <a:cs typeface="+mn-cs"/>
            <a:sym typeface="Arial"/>
          </a:endParaRPr>
        </a:p>
      </cdr:txBody>
    </cdr:sp>
  </cdr:relSizeAnchor>
  <cdr:relSizeAnchor xmlns:cdr="http://schemas.openxmlformats.org/drawingml/2006/chartDrawing">
    <cdr:from>
      <cdr:x>0.5233</cdr:x>
      <cdr:y>0.00249</cdr:y>
    </cdr:from>
    <cdr:to>
      <cdr:x>1</cdr:x>
      <cdr:y>0.27679</cdr:y>
    </cdr:to>
    <cdr:sp macro="" textlink="">
      <cdr:nvSpPr>
        <cdr:cNvPr id="10" name="Rectangle 9">
          <a:extLst xmlns:a="http://schemas.openxmlformats.org/drawingml/2006/main">
            <a:ext uri="{FF2B5EF4-FFF2-40B4-BE49-F238E27FC236}">
              <a16:creationId xmlns:a16="http://schemas.microsoft.com/office/drawing/2014/main" id="{81760E22-0D21-87E7-A84D-458EC3EEE7BC}"/>
            </a:ext>
          </a:extLst>
        </cdr:cNvPr>
        <cdr:cNvSpPr/>
      </cdr:nvSpPr>
      <cdr:spPr>
        <a:xfrm xmlns:a="http://schemas.openxmlformats.org/drawingml/2006/main">
          <a:off x="1424381" y="4037"/>
          <a:ext cx="1297550" cy="444946"/>
        </a:xfrm>
        <a:prstGeom xmlns:a="http://schemas.openxmlformats.org/drawingml/2006/main" prst="rect">
          <a:avLst/>
        </a:prstGeom>
        <a:noFill xmlns:a="http://schemas.openxmlformats.org/drawingml/2006/main"/>
        <a:ln xmlns:a="http://schemas.openxmlformats.org/drawingml/2006/main" w="19050">
          <a:noFill/>
        </a:ln>
      </cdr:spPr>
      <cdr: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rtlCol="0" anchor="ctr"/>
        <a:lstStyle xmlns:a="http://schemas.openxmlformats.org/drawingml/2006/main">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xmlns:a="http://schemas.openxmlformats.org/drawingml/2006/main">
          <a:pPr marL="0" marR="0" lvl="0" indent="0" algn="ctr" defTabSz="914400" rtl="0" eaLnBrk="1" fontAlgn="auto" latinLnBrk="0" hangingPunct="0">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0000"/>
              </a:solidFill>
              <a:effectLst/>
              <a:uLnTx/>
              <a:uFillTx/>
              <a:latin typeface="Arial" panose="020B0604020202020204"/>
              <a:ea typeface="+mn-ea"/>
              <a:cs typeface="+mn-cs"/>
              <a:sym typeface="Arial"/>
            </a:rPr>
            <a:t>% Growth</a:t>
          </a:r>
          <a:endParaRPr kumimoji="0" lang="en-IN" sz="1000" b="0" i="0" u="none" strike="noStrike" kern="0" cap="none" spc="0" normalizeH="0" baseline="0" noProof="0" dirty="0">
            <a:ln>
              <a:noFill/>
            </a:ln>
            <a:solidFill>
              <a:srgbClr val="00C7D2"/>
            </a:solidFill>
            <a:effectLst/>
            <a:uLnTx/>
            <a:uFillTx/>
            <a:latin typeface="Arial" panose="020B0604020202020204"/>
            <a:ea typeface="+mn-ea"/>
            <a:cs typeface="+mn-cs"/>
            <a:sym typeface="Arial"/>
          </a:endParaRPr>
        </a:p>
      </cdr:txBody>
    </cdr:sp>
  </cdr:relSizeAnchor>
</c:userShapes>
</file>

<file path=ppt/drawings/drawing3.xml><?xml version="1.0" encoding="utf-8"?>
<c:userShapes xmlns:c="http://schemas.openxmlformats.org/drawingml/2006/chart">
  <cdr:relSizeAnchor xmlns:cdr="http://schemas.openxmlformats.org/drawingml/2006/chartDrawing">
    <cdr:from>
      <cdr:x>0.82984</cdr:x>
      <cdr:y>0.32708</cdr:y>
    </cdr:from>
    <cdr:to>
      <cdr:x>0.94432</cdr:x>
      <cdr:y>0.41507</cdr:y>
    </cdr:to>
    <cdr:sp macro="" textlink="">
      <cdr:nvSpPr>
        <cdr:cNvPr id="2" name="TextBox 1">
          <a:extLst xmlns:a="http://schemas.openxmlformats.org/drawingml/2006/main">
            <a:ext uri="{FF2B5EF4-FFF2-40B4-BE49-F238E27FC236}">
              <a16:creationId xmlns:a16="http://schemas.microsoft.com/office/drawing/2014/main" id="{94BDAB70-3DD0-4DDC-1C9E-B91350033E5F}"/>
            </a:ext>
          </a:extLst>
        </cdr:cNvPr>
        <cdr:cNvSpPr txBox="1"/>
      </cdr:nvSpPr>
      <cdr:spPr>
        <a:xfrm xmlns:a="http://schemas.openxmlformats.org/drawingml/2006/main">
          <a:off x="4147938" y="915237"/>
          <a:ext cx="572226" cy="246219"/>
        </a:xfrm>
        <a:prstGeom xmlns:a="http://schemas.openxmlformats.org/drawingml/2006/main" prst="rect">
          <a:avLst/>
        </a:prstGeom>
        <a:noFill xmlns:a="http://schemas.openxmlformats.org/drawingml/2006/main"/>
        <a:ln xmlns:a="http://schemas.openxmlformats.org/drawingml/2006/main" w="12700" cap="flat">
          <a:noFill/>
          <a:miter lim="400000"/>
        </a:ln>
        <a:effectLst xmlns:a="http://schemas.openxmlformats.org/drawingml/2006/main"/>
        <a:sp3d xmlns:a="http://schemas.openxmlformats.org/drawingml/2006/main"/>
      </cdr:spPr>
      <cdr:style>
        <a:lnRef xmlns:a="http://schemas.openxmlformats.org/drawingml/2006/main" idx="0">
          <a:scrgbClr r="0" g="0" b="0"/>
        </a:lnRef>
        <a:fillRef xmlns:a="http://schemas.openxmlformats.org/drawingml/2006/main" idx="0">
          <a:scrgbClr r="0" g="0" b="0"/>
        </a:fillRef>
        <a:effectRef xmlns:a="http://schemas.openxmlformats.org/drawingml/2006/main" idx="0">
          <a:scrgbClr r="0" g="0" b="0"/>
        </a:effectRef>
        <a:fontRef xmlns:a="http://schemas.openxmlformats.org/drawingml/2006/main" idx="none"/>
      </cdr:style>
      <cdr:txBody>
        <a:bodyPr xmlns:a="http://schemas.openxmlformats.org/drawingml/2006/main" rot="0" spcFirstLastPara="1" vertOverflow="clip" horzOverflow="overflow" vert="horz" wrap="square" lIns="45719" tIns="45719" rIns="45719" bIns="45719" numCol="1" spcCol="38100" rtlCol="0" anchor="t">
          <a:spAutoFit/>
        </a:bodyPr>
        <a:lstStyle xmlns:a="http://schemas.openxmlformats.org/drawingml/2006/main"/>
        <a:p xmlns:a="http://schemas.openxmlformats.org/drawingml/2006/main">
          <a:pPr marL="0" marR="0" indent="0" algn="l" defTabSz="914400" rtl="0" fontAlgn="auto" latinLnBrk="0" hangingPunct="0">
            <a:lnSpc>
              <a:spcPct val="100000"/>
            </a:lnSpc>
            <a:spcBef>
              <a:spcPts val="0"/>
            </a:spcBef>
            <a:spcAft>
              <a:spcPts val="0"/>
            </a:spcAft>
            <a:buClrTx/>
            <a:buSzTx/>
            <a:buFontTx/>
            <a:buNone/>
            <a:tabLst/>
          </a:pPr>
          <a:r>
            <a:rPr kumimoji="0" lang="en-US" sz="1000" b="0" i="0" u="none" strike="noStrike" cap="none" spc="0" normalizeH="0" baseline="0" dirty="0">
              <a:ln>
                <a:noFill/>
              </a:ln>
              <a:solidFill>
                <a:srgbClr val="FF0000"/>
              </a:solidFill>
              <a:effectLst/>
              <a:uFillTx/>
              <a:latin typeface="Arial Nova" panose="020B0504020202020204" pitchFamily="34" charset="0"/>
              <a:ea typeface="Arial"/>
              <a:cs typeface="Arial"/>
              <a:sym typeface="Arial"/>
            </a:rPr>
            <a:t>(-9%)</a:t>
          </a:r>
        </a:p>
      </cdr:txBody>
    </cdr:sp>
  </cdr:relSizeAnchor>
  <cdr:relSizeAnchor xmlns:cdr="http://schemas.openxmlformats.org/drawingml/2006/chartDrawing">
    <cdr:from>
      <cdr:x>0.85856</cdr:x>
      <cdr:y>0.74788</cdr:y>
    </cdr:from>
    <cdr:to>
      <cdr:x>0.97305</cdr:x>
      <cdr:y>0.83587</cdr:y>
    </cdr:to>
    <cdr:sp macro="" textlink="">
      <cdr:nvSpPr>
        <cdr:cNvPr id="4" name="TextBox 1">
          <a:extLst xmlns:a="http://schemas.openxmlformats.org/drawingml/2006/main">
            <a:ext uri="{FF2B5EF4-FFF2-40B4-BE49-F238E27FC236}">
              <a16:creationId xmlns:a16="http://schemas.microsoft.com/office/drawing/2014/main" id="{FCDD7E0B-1D5B-E1B2-C8FF-5925719545E5}"/>
            </a:ext>
          </a:extLst>
        </cdr:cNvPr>
        <cdr:cNvSpPr txBox="1"/>
      </cdr:nvSpPr>
      <cdr:spPr>
        <a:xfrm xmlns:a="http://schemas.openxmlformats.org/drawingml/2006/main">
          <a:off x="4291494" y="2092722"/>
          <a:ext cx="572276" cy="246219"/>
        </a:xfrm>
        <a:prstGeom xmlns:a="http://schemas.openxmlformats.org/drawingml/2006/main" prst="rect">
          <a:avLst/>
        </a:prstGeom>
        <a:noFill xmlns:a="http://schemas.openxmlformats.org/drawingml/2006/main"/>
        <a:ln xmlns:a="http://schemas.openxmlformats.org/drawingml/2006/main" w="12700" cap="flat">
          <a:noFill/>
          <a:miter lim="400000"/>
        </a:ln>
        <a:effectLst xmlns:a="http://schemas.openxmlformats.org/drawingml/2006/main"/>
        <a:sp3d xmlns:a="http://schemas.openxmlformats.org/drawingml/2006/main"/>
      </cdr:spPr>
      <cdr:style>
        <a:lnRef xmlns:a="http://schemas.openxmlformats.org/drawingml/2006/main" idx="0">
          <a:scrgbClr r="0" g="0" b="0"/>
        </a:lnRef>
        <a:fillRef xmlns:a="http://schemas.openxmlformats.org/drawingml/2006/main" idx="0">
          <a:scrgbClr r="0" g="0" b="0"/>
        </a:fillRef>
        <a:effectRef xmlns:a="http://schemas.openxmlformats.org/drawingml/2006/main" idx="0">
          <a:scrgbClr r="0" g="0" b="0"/>
        </a:effectRef>
        <a:fontRef xmlns:a="http://schemas.openxmlformats.org/drawingml/2006/main" idx="none"/>
      </cdr:style>
      <cdr:txBody>
        <a:bodyPr xmlns:a="http://schemas.openxmlformats.org/drawingml/2006/main" rot="0" spcFirstLastPara="1" vert="horz" wrap="square" lIns="45719" tIns="45719" rIns="45719" bIns="45719" numCol="1" spcCol="38100" rtlCol="0" anchor="t">
          <a:spAutoFit/>
        </a:bodyPr>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pPr marL="0" marR="0" indent="0" algn="l" defTabSz="914400" rtl="0" fontAlgn="auto" latinLnBrk="0" hangingPunct="0">
            <a:lnSpc>
              <a:spcPct val="100000"/>
            </a:lnSpc>
            <a:spcBef>
              <a:spcPts val="0"/>
            </a:spcBef>
            <a:spcAft>
              <a:spcPts val="0"/>
            </a:spcAft>
            <a:buClrTx/>
            <a:buSzTx/>
            <a:buFontTx/>
            <a:buNone/>
            <a:tabLst/>
          </a:pPr>
          <a:r>
            <a:rPr kumimoji="0" lang="en-US" sz="1000" b="0" i="0" u="none" strike="noStrike" cap="none" spc="0" normalizeH="0" baseline="0" dirty="0">
              <a:ln>
                <a:noFill/>
              </a:ln>
              <a:solidFill>
                <a:srgbClr val="00B050"/>
              </a:solidFill>
              <a:effectLst/>
              <a:uFillTx/>
              <a:latin typeface="Arial Nova" panose="020B0504020202020204" pitchFamily="34" charset="0"/>
              <a:ea typeface="Arial"/>
              <a:cs typeface="Arial"/>
              <a:sym typeface="Arial"/>
            </a:rPr>
            <a:t>(8%)</a:t>
          </a:r>
        </a:p>
      </cdr:txBody>
    </cdr:sp>
  </cdr:relSizeAnchor>
  <cdr:relSizeAnchor xmlns:cdr="http://schemas.openxmlformats.org/drawingml/2006/chartDrawing">
    <cdr:from>
      <cdr:x>0.85458</cdr:x>
      <cdr:y>0.56878</cdr:y>
    </cdr:from>
    <cdr:to>
      <cdr:x>0.96907</cdr:x>
      <cdr:y>0.65677</cdr:y>
    </cdr:to>
    <cdr:sp macro="" textlink="">
      <cdr:nvSpPr>
        <cdr:cNvPr id="5" name="TextBox 1">
          <a:extLst xmlns:a="http://schemas.openxmlformats.org/drawingml/2006/main">
            <a:ext uri="{FF2B5EF4-FFF2-40B4-BE49-F238E27FC236}">
              <a16:creationId xmlns:a16="http://schemas.microsoft.com/office/drawing/2014/main" id="{A91773A9-2124-99E1-68A4-817FE394B3BC}"/>
            </a:ext>
          </a:extLst>
        </cdr:cNvPr>
        <cdr:cNvSpPr txBox="1"/>
      </cdr:nvSpPr>
      <cdr:spPr>
        <a:xfrm xmlns:a="http://schemas.openxmlformats.org/drawingml/2006/main">
          <a:off x="4271600" y="1591564"/>
          <a:ext cx="572276" cy="246219"/>
        </a:xfrm>
        <a:prstGeom xmlns:a="http://schemas.openxmlformats.org/drawingml/2006/main" prst="rect">
          <a:avLst/>
        </a:prstGeom>
        <a:noFill xmlns:a="http://schemas.openxmlformats.org/drawingml/2006/main"/>
        <a:ln xmlns:a="http://schemas.openxmlformats.org/drawingml/2006/main" w="12700" cap="flat">
          <a:noFill/>
          <a:miter lim="400000"/>
        </a:ln>
        <a:effectLst xmlns:a="http://schemas.openxmlformats.org/drawingml/2006/main"/>
        <a:sp3d xmlns:a="http://schemas.openxmlformats.org/drawingml/2006/main"/>
      </cdr:spPr>
      <cdr:style>
        <a:lnRef xmlns:a="http://schemas.openxmlformats.org/drawingml/2006/main" idx="0">
          <a:scrgbClr r="0" g="0" b="0"/>
        </a:lnRef>
        <a:fillRef xmlns:a="http://schemas.openxmlformats.org/drawingml/2006/main" idx="0">
          <a:scrgbClr r="0" g="0" b="0"/>
        </a:fillRef>
        <a:effectRef xmlns:a="http://schemas.openxmlformats.org/drawingml/2006/main" idx="0">
          <a:scrgbClr r="0" g="0" b="0"/>
        </a:effectRef>
        <a:fontRef xmlns:a="http://schemas.openxmlformats.org/drawingml/2006/main" idx="none"/>
      </cdr:style>
      <cdr:txBody>
        <a:bodyPr xmlns:a="http://schemas.openxmlformats.org/drawingml/2006/main" rot="0" spcFirstLastPara="1" vert="horz" wrap="square" lIns="45719" tIns="45719" rIns="45719" bIns="45719" numCol="1" spcCol="38100" rtlCol="0" anchor="t">
          <a:spAutoFit/>
        </a:bodyPr>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pPr marL="0" marR="0" indent="0" algn="l" defTabSz="914400" rtl="0" fontAlgn="auto" latinLnBrk="0" hangingPunct="0">
            <a:lnSpc>
              <a:spcPct val="100000"/>
            </a:lnSpc>
            <a:spcBef>
              <a:spcPts val="0"/>
            </a:spcBef>
            <a:spcAft>
              <a:spcPts val="0"/>
            </a:spcAft>
            <a:buClrTx/>
            <a:buSzTx/>
            <a:buFontTx/>
            <a:buNone/>
            <a:tabLst/>
          </a:pPr>
          <a:r>
            <a:rPr kumimoji="0" lang="en-US" sz="1000" b="0" i="0" u="none" strike="noStrike" cap="none" spc="0" normalizeH="0" baseline="0" dirty="0">
              <a:ln>
                <a:noFill/>
              </a:ln>
              <a:solidFill>
                <a:srgbClr val="FF0000"/>
              </a:solidFill>
              <a:effectLst/>
              <a:uFillTx/>
              <a:latin typeface="Arial Nova" panose="020B0504020202020204" pitchFamily="34" charset="0"/>
              <a:ea typeface="Arial"/>
              <a:cs typeface="Arial"/>
              <a:sym typeface="Arial"/>
            </a:rPr>
            <a:t>(-21%)</a:t>
          </a:r>
        </a:p>
      </cdr:txBody>
    </cdr:sp>
  </cdr:relSizeAnchor>
</c:userShapes>
</file>

<file path=ppt/drawings/drawing4.xml><?xml version="1.0" encoding="utf-8"?>
<c:userShapes xmlns:c="http://schemas.openxmlformats.org/drawingml/2006/chart">
  <cdr:relSizeAnchor xmlns:cdr="http://schemas.openxmlformats.org/drawingml/2006/chartDrawing">
    <cdr:from>
      <cdr:x>0.60925</cdr:x>
      <cdr:y>0.28652</cdr:y>
    </cdr:from>
    <cdr:to>
      <cdr:x>0.8254</cdr:x>
      <cdr:y>0.41203</cdr:y>
    </cdr:to>
    <cdr:sp macro="" textlink="">
      <cdr:nvSpPr>
        <cdr:cNvPr id="4" name="Rectangle: Rounded Corners 3">
          <a:extLst xmlns:a="http://schemas.openxmlformats.org/drawingml/2006/main">
            <a:ext uri="{FF2B5EF4-FFF2-40B4-BE49-F238E27FC236}">
              <a16:creationId xmlns:a16="http://schemas.microsoft.com/office/drawing/2014/main" id="{A35F19CA-6A31-4280-49B9-21ACB72726F7}"/>
            </a:ext>
          </a:extLst>
        </cdr:cNvPr>
        <cdr:cNvSpPr/>
      </cdr:nvSpPr>
      <cdr:spPr>
        <a:xfrm xmlns:a="http://schemas.openxmlformats.org/drawingml/2006/main">
          <a:off x="1378059" y="510453"/>
          <a:ext cx="488921" cy="223597"/>
        </a:xfrm>
        <a:prstGeom xmlns:a="http://schemas.openxmlformats.org/drawingml/2006/main" prst="roundRect">
          <a:avLst/>
        </a:prstGeom>
        <a:noFill xmlns:a="http://schemas.openxmlformats.org/drawingml/2006/main"/>
        <a:ln xmlns:a="http://schemas.openxmlformats.org/drawingml/2006/main" w="19050" cap="flat">
          <a:solidFill>
            <a:srgbClr val="C00000"/>
          </a:solidFill>
          <a:prstDash val="sysDash"/>
          <a:miter lim="400000"/>
        </a:ln>
        <a:effectLst xmlns:a="http://schemas.openxmlformats.org/drawingml/2006/main"/>
        <a:sp3d xmlns:a="http://schemas.openxmlformats.org/drawingml/2006/main"/>
      </cdr:spPr>
      <cdr:style>
        <a:lnRef xmlns:a="http://schemas.openxmlformats.org/drawingml/2006/main" idx="0">
          <a:scrgbClr r="0" g="0" b="0"/>
        </a:lnRef>
        <a:fillRef xmlns:a="http://schemas.openxmlformats.org/drawingml/2006/main" idx="0">
          <a:scrgbClr r="0" g="0" b="0"/>
        </a:fillRef>
        <a:effectRef xmlns:a="http://schemas.openxmlformats.org/drawingml/2006/main" idx="0">
          <a:scrgbClr r="0" g="0" b="0"/>
        </a:effectRef>
        <a:fontRef xmlns:a="http://schemas.openxmlformats.org/drawingml/2006/main" idx="none"/>
      </cdr:style>
      <cdr:txBody>
        <a:bodyPr xmlns:a="http://schemas.openxmlformats.org/drawingml/2006/main" rot="0" spcFirstLastPara="1" vert="horz" wrap="square" lIns="45719" tIns="45719" rIns="45719" bIns="45719" numCol="1" spcCol="38100" rtlCol="0" anchor="ctr">
          <a:noAutofit/>
        </a:bodyPr>
        <a:lstStyle xmlns:a="http://schemas.openxmlformats.org/drawingml/2006/main">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xmlns:a="http://schemas.openxmlformats.org/drawingml/2006/main">
          <a:pPr marL="0" marR="0" lvl="0" indent="0" algn="ctr" defTabSz="914400" rtl="0" eaLnBrk="1" fontAlgn="auto" latinLnBrk="0" hangingPunct="0">
            <a:lnSpc>
              <a:spcPct val="100000"/>
            </a:lnSpc>
            <a:spcBef>
              <a:spcPts val="0"/>
            </a:spcBef>
            <a:spcAft>
              <a:spcPts val="0"/>
            </a:spcAft>
            <a:buClrTx/>
            <a:buSzTx/>
            <a:buFontTx/>
            <a:buNone/>
            <a:tabLst/>
            <a:defRPr/>
          </a:pPr>
          <a:endParaRPr kumimoji="0" lang="en-US" sz="1200" b="0" i="0" u="none" strike="noStrike" kern="1200" cap="none" spc="0" normalizeH="0" baseline="0" noProof="0" dirty="0" err="1">
            <a:ln>
              <a:noFill/>
            </a:ln>
            <a:solidFill>
              <a:srgbClr val="50626A"/>
            </a:solidFill>
            <a:effectLst/>
            <a:uLnTx/>
            <a:uFillTx/>
            <a:latin typeface="Arial Nova" panose="020B0504020202020204" pitchFamily="34" charset="0"/>
            <a:ea typeface="+mn-ea"/>
            <a:cs typeface="+mn-cs"/>
            <a:sym typeface="Calibri"/>
          </a:endParaRPr>
        </a:p>
      </cdr:txBody>
    </cdr:sp>
  </cdr:relSizeAnchor>
</c:userShapes>
</file>

<file path=ppt/drawings/drawing5.xml><?xml version="1.0" encoding="utf-8"?>
<c:userShapes xmlns:c="http://schemas.openxmlformats.org/drawingml/2006/chart">
  <cdr:relSizeAnchor xmlns:cdr="http://schemas.openxmlformats.org/drawingml/2006/chartDrawing">
    <cdr:from>
      <cdr:x>0.8484</cdr:x>
      <cdr:y>0.14051</cdr:y>
    </cdr:from>
    <cdr:to>
      <cdr:x>0.93205</cdr:x>
      <cdr:y>0.2285</cdr:y>
    </cdr:to>
    <cdr:sp macro="" textlink="">
      <cdr:nvSpPr>
        <cdr:cNvPr id="2" name="TextBox 1">
          <a:extLst xmlns:a="http://schemas.openxmlformats.org/drawingml/2006/main">
            <a:ext uri="{FF2B5EF4-FFF2-40B4-BE49-F238E27FC236}">
              <a16:creationId xmlns:a16="http://schemas.microsoft.com/office/drawing/2014/main" id="{94BDAB70-3DD0-4DDC-1C9E-B91350033E5F}"/>
            </a:ext>
          </a:extLst>
        </cdr:cNvPr>
        <cdr:cNvSpPr txBox="1"/>
      </cdr:nvSpPr>
      <cdr:spPr>
        <a:xfrm xmlns:a="http://schemas.openxmlformats.org/drawingml/2006/main">
          <a:off x="4240725" y="393174"/>
          <a:ext cx="418090" cy="246214"/>
        </a:xfrm>
        <a:prstGeom xmlns:a="http://schemas.openxmlformats.org/drawingml/2006/main" prst="rect">
          <a:avLst/>
        </a:prstGeom>
        <a:noFill xmlns:a="http://schemas.openxmlformats.org/drawingml/2006/main"/>
        <a:ln xmlns:a="http://schemas.openxmlformats.org/drawingml/2006/main" w="12700" cap="flat">
          <a:noFill/>
          <a:miter lim="400000"/>
        </a:ln>
        <a:effectLst xmlns:a="http://schemas.openxmlformats.org/drawingml/2006/main"/>
        <a:sp3d xmlns:a="http://schemas.openxmlformats.org/drawingml/2006/main"/>
      </cdr:spPr>
      <cdr:style>
        <a:lnRef xmlns:a="http://schemas.openxmlformats.org/drawingml/2006/main" idx="0">
          <a:scrgbClr r="0" g="0" b="0"/>
        </a:lnRef>
        <a:fillRef xmlns:a="http://schemas.openxmlformats.org/drawingml/2006/main" idx="0">
          <a:scrgbClr r="0" g="0" b="0"/>
        </a:fillRef>
        <a:effectRef xmlns:a="http://schemas.openxmlformats.org/drawingml/2006/main" idx="0">
          <a:scrgbClr r="0" g="0" b="0"/>
        </a:effectRef>
        <a:fontRef xmlns:a="http://schemas.openxmlformats.org/drawingml/2006/main" idx="none"/>
      </cdr:style>
      <cdr:txBody>
        <a:bodyPr xmlns:a="http://schemas.openxmlformats.org/drawingml/2006/main" rot="0" spcFirstLastPara="1" vertOverflow="clip" horzOverflow="overflow" vert="horz" wrap="square" lIns="45719" tIns="45719" rIns="45719" bIns="45719" numCol="1" spcCol="38100" rtlCol="0" anchor="t">
          <a:spAutoFit/>
        </a:bodyPr>
        <a:lstStyle xmlns:a="http://schemas.openxmlformats.org/drawingml/2006/main"/>
        <a:p xmlns:a="http://schemas.openxmlformats.org/drawingml/2006/main">
          <a:pPr marL="0" marR="0" indent="0" algn="l" defTabSz="914400" rtl="0" fontAlgn="auto" latinLnBrk="0" hangingPunct="0">
            <a:lnSpc>
              <a:spcPct val="100000"/>
            </a:lnSpc>
            <a:spcBef>
              <a:spcPts val="0"/>
            </a:spcBef>
            <a:spcAft>
              <a:spcPts val="0"/>
            </a:spcAft>
            <a:buClrTx/>
            <a:buSzTx/>
            <a:buFontTx/>
            <a:buNone/>
            <a:tabLst/>
          </a:pPr>
          <a:r>
            <a:rPr kumimoji="0" lang="en-US" sz="1000" b="1" i="0" u="none" strike="noStrike" cap="none" spc="0" normalizeH="0" baseline="0" dirty="0">
              <a:ln>
                <a:noFill/>
              </a:ln>
              <a:solidFill>
                <a:srgbClr val="00B050"/>
              </a:solidFill>
              <a:effectLst/>
              <a:uFillTx/>
              <a:latin typeface="Arial Nova" panose="020B0504020202020204" pitchFamily="34" charset="0"/>
              <a:ea typeface="Arial"/>
              <a:cs typeface="Arial"/>
              <a:sym typeface="Arial"/>
            </a:rPr>
            <a:t>(</a:t>
          </a:r>
          <a:r>
            <a:rPr lang="en-US" sz="1000" b="1" dirty="0">
              <a:solidFill>
                <a:srgbClr val="00B050"/>
              </a:solidFill>
              <a:latin typeface="Arial Nova" panose="020B0504020202020204" pitchFamily="34" charset="0"/>
              <a:ea typeface="Arial"/>
              <a:cs typeface="Arial"/>
              <a:sym typeface="Arial"/>
            </a:rPr>
            <a:t>7</a:t>
          </a:r>
          <a:r>
            <a:rPr kumimoji="0" lang="en-US" sz="1000" b="1" i="0" u="none" strike="noStrike" cap="none" spc="0" normalizeH="0" baseline="0" dirty="0">
              <a:ln>
                <a:noFill/>
              </a:ln>
              <a:solidFill>
                <a:srgbClr val="00B050"/>
              </a:solidFill>
              <a:effectLst/>
              <a:uFillTx/>
              <a:latin typeface="Arial Nova" panose="020B0504020202020204" pitchFamily="34" charset="0"/>
              <a:ea typeface="Arial"/>
              <a:cs typeface="Arial"/>
              <a:sym typeface="Arial"/>
            </a:rPr>
            <a:t>%)</a:t>
          </a:r>
        </a:p>
      </cdr:txBody>
    </cdr:sp>
  </cdr:relSizeAnchor>
  <cdr:relSizeAnchor xmlns:cdr="http://schemas.openxmlformats.org/drawingml/2006/chartDrawing">
    <cdr:from>
      <cdr:x>0.86647</cdr:x>
      <cdr:y>0.67629</cdr:y>
    </cdr:from>
    <cdr:to>
      <cdr:x>0.98096</cdr:x>
      <cdr:y>0.76428</cdr:y>
    </cdr:to>
    <cdr:sp macro="" textlink="">
      <cdr:nvSpPr>
        <cdr:cNvPr id="4" name="TextBox 1">
          <a:extLst xmlns:a="http://schemas.openxmlformats.org/drawingml/2006/main">
            <a:ext uri="{FF2B5EF4-FFF2-40B4-BE49-F238E27FC236}">
              <a16:creationId xmlns:a16="http://schemas.microsoft.com/office/drawing/2014/main" id="{FCDD7E0B-1D5B-E1B2-C8FF-5925719545E5}"/>
            </a:ext>
          </a:extLst>
        </cdr:cNvPr>
        <cdr:cNvSpPr txBox="1"/>
      </cdr:nvSpPr>
      <cdr:spPr>
        <a:xfrm xmlns:a="http://schemas.openxmlformats.org/drawingml/2006/main">
          <a:off x="4331023" y="1892394"/>
          <a:ext cx="572276" cy="246219"/>
        </a:xfrm>
        <a:prstGeom xmlns:a="http://schemas.openxmlformats.org/drawingml/2006/main" prst="rect">
          <a:avLst/>
        </a:prstGeom>
        <a:noFill xmlns:a="http://schemas.openxmlformats.org/drawingml/2006/main"/>
        <a:ln xmlns:a="http://schemas.openxmlformats.org/drawingml/2006/main" w="12700" cap="flat">
          <a:noFill/>
          <a:miter lim="400000"/>
        </a:ln>
        <a:effectLst xmlns:a="http://schemas.openxmlformats.org/drawingml/2006/main"/>
        <a:sp3d xmlns:a="http://schemas.openxmlformats.org/drawingml/2006/main"/>
      </cdr:spPr>
      <cdr:style>
        <a:lnRef xmlns:a="http://schemas.openxmlformats.org/drawingml/2006/main" idx="0">
          <a:scrgbClr r="0" g="0" b="0"/>
        </a:lnRef>
        <a:fillRef xmlns:a="http://schemas.openxmlformats.org/drawingml/2006/main" idx="0">
          <a:scrgbClr r="0" g="0" b="0"/>
        </a:fillRef>
        <a:effectRef xmlns:a="http://schemas.openxmlformats.org/drawingml/2006/main" idx="0">
          <a:scrgbClr r="0" g="0" b="0"/>
        </a:effectRef>
        <a:fontRef xmlns:a="http://schemas.openxmlformats.org/drawingml/2006/main" idx="none"/>
      </cdr:style>
      <cdr:txBody>
        <a:bodyPr xmlns:a="http://schemas.openxmlformats.org/drawingml/2006/main" rot="0" spcFirstLastPara="1" vert="horz" wrap="square" lIns="45719" tIns="45719" rIns="45719" bIns="45719" numCol="1" spcCol="38100" rtlCol="0" anchor="t">
          <a:spAutoFit/>
        </a:bodyPr>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pPr marL="0" marR="0" indent="0" algn="l" defTabSz="914400" rtl="0" fontAlgn="auto" latinLnBrk="0" hangingPunct="0">
            <a:lnSpc>
              <a:spcPct val="100000"/>
            </a:lnSpc>
            <a:spcBef>
              <a:spcPts val="0"/>
            </a:spcBef>
            <a:spcAft>
              <a:spcPts val="0"/>
            </a:spcAft>
            <a:buClrTx/>
            <a:buSzTx/>
            <a:buFontTx/>
            <a:buNone/>
            <a:tabLst/>
          </a:pPr>
          <a:r>
            <a:rPr kumimoji="0" lang="en-US" sz="1000" b="0" i="0" u="none" strike="noStrike" cap="none" spc="0" normalizeH="0" baseline="0" dirty="0">
              <a:ln>
                <a:noFill/>
              </a:ln>
              <a:solidFill>
                <a:srgbClr val="FF0000"/>
              </a:solidFill>
              <a:effectLst/>
              <a:uFillTx/>
              <a:latin typeface="Arial Nova" panose="020B0504020202020204" pitchFamily="34" charset="0"/>
              <a:ea typeface="Arial"/>
              <a:cs typeface="Arial"/>
              <a:sym typeface="Arial"/>
            </a:rPr>
            <a:t>(-9%)</a:t>
          </a:r>
        </a:p>
      </cdr:txBody>
    </cdr:sp>
  </cdr:relSizeAnchor>
  <cdr:relSizeAnchor xmlns:cdr="http://schemas.openxmlformats.org/drawingml/2006/chartDrawing">
    <cdr:from>
      <cdr:x>0.86107</cdr:x>
      <cdr:y>0.42021</cdr:y>
    </cdr:from>
    <cdr:to>
      <cdr:x>0.97556</cdr:x>
      <cdr:y>0.5082</cdr:y>
    </cdr:to>
    <cdr:sp macro="" textlink="">
      <cdr:nvSpPr>
        <cdr:cNvPr id="5" name="TextBox 1">
          <a:extLst xmlns:a="http://schemas.openxmlformats.org/drawingml/2006/main">
            <a:ext uri="{FF2B5EF4-FFF2-40B4-BE49-F238E27FC236}">
              <a16:creationId xmlns:a16="http://schemas.microsoft.com/office/drawing/2014/main" id="{A91773A9-2124-99E1-68A4-817FE394B3BC}"/>
            </a:ext>
          </a:extLst>
        </cdr:cNvPr>
        <cdr:cNvSpPr txBox="1"/>
      </cdr:nvSpPr>
      <cdr:spPr>
        <a:xfrm xmlns:a="http://schemas.openxmlformats.org/drawingml/2006/main">
          <a:off x="4304061" y="1175827"/>
          <a:ext cx="572276" cy="246219"/>
        </a:xfrm>
        <a:prstGeom xmlns:a="http://schemas.openxmlformats.org/drawingml/2006/main" prst="rect">
          <a:avLst/>
        </a:prstGeom>
        <a:noFill xmlns:a="http://schemas.openxmlformats.org/drawingml/2006/main"/>
        <a:ln xmlns:a="http://schemas.openxmlformats.org/drawingml/2006/main" w="12700" cap="flat">
          <a:noFill/>
          <a:miter lim="400000"/>
        </a:ln>
        <a:effectLst xmlns:a="http://schemas.openxmlformats.org/drawingml/2006/main"/>
        <a:sp3d xmlns:a="http://schemas.openxmlformats.org/drawingml/2006/main"/>
      </cdr:spPr>
      <cdr:style>
        <a:lnRef xmlns:a="http://schemas.openxmlformats.org/drawingml/2006/main" idx="0">
          <a:scrgbClr r="0" g="0" b="0"/>
        </a:lnRef>
        <a:fillRef xmlns:a="http://schemas.openxmlformats.org/drawingml/2006/main" idx="0">
          <a:scrgbClr r="0" g="0" b="0"/>
        </a:fillRef>
        <a:effectRef xmlns:a="http://schemas.openxmlformats.org/drawingml/2006/main" idx="0">
          <a:scrgbClr r="0" g="0" b="0"/>
        </a:effectRef>
        <a:fontRef xmlns:a="http://schemas.openxmlformats.org/drawingml/2006/main" idx="none"/>
      </cdr:style>
      <cdr:txBody>
        <a:bodyPr xmlns:a="http://schemas.openxmlformats.org/drawingml/2006/main" rot="0" spcFirstLastPara="1" vert="horz" wrap="square" lIns="45719" tIns="45719" rIns="45719" bIns="45719" numCol="1" spcCol="38100" rtlCol="0" anchor="t">
          <a:spAutoFit/>
        </a:bodyPr>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pPr marL="0" marR="0" indent="0" algn="l" defTabSz="914400" rtl="0" fontAlgn="auto" latinLnBrk="0" hangingPunct="0">
            <a:lnSpc>
              <a:spcPct val="100000"/>
            </a:lnSpc>
            <a:spcBef>
              <a:spcPts val="0"/>
            </a:spcBef>
            <a:spcAft>
              <a:spcPts val="0"/>
            </a:spcAft>
            <a:buClrTx/>
            <a:buSzTx/>
            <a:buFontTx/>
            <a:buNone/>
            <a:tabLst/>
          </a:pPr>
          <a:r>
            <a:rPr kumimoji="0" lang="en-US" sz="1000" b="0" i="0" u="none" strike="noStrike" cap="none" spc="0" normalizeH="0" baseline="0" dirty="0">
              <a:ln>
                <a:noFill/>
              </a:ln>
              <a:solidFill>
                <a:srgbClr val="00B050"/>
              </a:solidFill>
              <a:effectLst/>
              <a:uFillTx/>
              <a:latin typeface="Arial Nova" panose="020B0504020202020204" pitchFamily="34" charset="0"/>
              <a:ea typeface="Arial"/>
              <a:cs typeface="Arial"/>
              <a:sym typeface="Arial"/>
            </a:rPr>
            <a:t>(27%)</a:t>
          </a:r>
        </a:p>
      </cdr:txBody>
    </cdr:sp>
  </cdr:relSizeAnchor>
</c:userShapes>
</file>

<file path=ppt/drawings/drawing6.xml><?xml version="1.0" encoding="utf-8"?>
<c:userShapes xmlns:c="http://schemas.openxmlformats.org/drawingml/2006/chart">
  <cdr:relSizeAnchor xmlns:cdr="http://schemas.openxmlformats.org/drawingml/2006/chartDrawing">
    <cdr:from>
      <cdr:x>0.62445</cdr:x>
      <cdr:y>0.23012</cdr:y>
    </cdr:from>
    <cdr:to>
      <cdr:x>0.8406</cdr:x>
      <cdr:y>0.35562</cdr:y>
    </cdr:to>
    <cdr:sp macro="" textlink="">
      <cdr:nvSpPr>
        <cdr:cNvPr id="4" name="Rectangle: Rounded Corners 3">
          <a:extLst xmlns:a="http://schemas.openxmlformats.org/drawingml/2006/main">
            <a:ext uri="{FF2B5EF4-FFF2-40B4-BE49-F238E27FC236}">
              <a16:creationId xmlns:a16="http://schemas.microsoft.com/office/drawing/2014/main" id="{A35F19CA-6A31-4280-49B9-21ACB72726F7}"/>
            </a:ext>
          </a:extLst>
        </cdr:cNvPr>
        <cdr:cNvSpPr/>
      </cdr:nvSpPr>
      <cdr:spPr>
        <a:xfrm xmlns:a="http://schemas.openxmlformats.org/drawingml/2006/main">
          <a:off x="1412445" y="409965"/>
          <a:ext cx="488921" cy="223597"/>
        </a:xfrm>
        <a:prstGeom xmlns:a="http://schemas.openxmlformats.org/drawingml/2006/main" prst="roundRect">
          <a:avLst/>
        </a:prstGeom>
        <a:noFill xmlns:a="http://schemas.openxmlformats.org/drawingml/2006/main"/>
        <a:ln xmlns:a="http://schemas.openxmlformats.org/drawingml/2006/main" w="19050" cap="flat">
          <a:solidFill>
            <a:srgbClr val="00B050"/>
          </a:solidFill>
          <a:prstDash val="sysDash"/>
          <a:miter lim="400000"/>
        </a:ln>
        <a:effectLst xmlns:a="http://schemas.openxmlformats.org/drawingml/2006/main"/>
        <a:sp3d xmlns:a="http://schemas.openxmlformats.org/drawingml/2006/main"/>
      </cdr:spPr>
      <cdr:style>
        <a:lnRef xmlns:a="http://schemas.openxmlformats.org/drawingml/2006/main" idx="0">
          <a:scrgbClr r="0" g="0" b="0"/>
        </a:lnRef>
        <a:fillRef xmlns:a="http://schemas.openxmlformats.org/drawingml/2006/main" idx="0">
          <a:scrgbClr r="0" g="0" b="0"/>
        </a:fillRef>
        <a:effectRef xmlns:a="http://schemas.openxmlformats.org/drawingml/2006/main" idx="0">
          <a:scrgbClr r="0" g="0" b="0"/>
        </a:effectRef>
        <a:fontRef xmlns:a="http://schemas.openxmlformats.org/drawingml/2006/main" idx="none"/>
      </cdr:style>
      <cdr:txBody>
        <a:bodyPr xmlns:a="http://schemas.openxmlformats.org/drawingml/2006/main" rot="0" spcFirstLastPara="1" vert="horz" wrap="square" lIns="45719" tIns="45719" rIns="45719" bIns="45719" numCol="1" spcCol="38100" rtlCol="0" anchor="ctr">
          <a:noAutofit/>
        </a:bodyPr>
        <a:lstStyle xmlns:a="http://schemas.openxmlformats.org/drawingml/2006/main">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xmlns:a="http://schemas.openxmlformats.org/drawingml/2006/main">
          <a:pPr marL="0" marR="0" lvl="0" indent="0" algn="ctr" defTabSz="914400" rtl="0" eaLnBrk="1" fontAlgn="auto" latinLnBrk="0" hangingPunct="0">
            <a:lnSpc>
              <a:spcPct val="100000"/>
            </a:lnSpc>
            <a:spcBef>
              <a:spcPts val="0"/>
            </a:spcBef>
            <a:spcAft>
              <a:spcPts val="0"/>
            </a:spcAft>
            <a:buClrTx/>
            <a:buSzTx/>
            <a:buFontTx/>
            <a:buNone/>
            <a:tabLst/>
            <a:defRPr/>
          </a:pPr>
          <a:endParaRPr kumimoji="0" lang="en-US" sz="1200" b="0" i="0" u="none" strike="noStrike" kern="1200" cap="none" spc="0" normalizeH="0" baseline="0" noProof="0" dirty="0" err="1">
            <a:ln>
              <a:noFill/>
            </a:ln>
            <a:solidFill>
              <a:schemeClr val="bg2"/>
            </a:solidFill>
            <a:effectLst/>
            <a:uLnTx/>
            <a:uFillTx/>
            <a:latin typeface="Arial Nova" panose="020B0504020202020204" pitchFamily="34" charset="0"/>
            <a:ea typeface="+mn-ea"/>
            <a:cs typeface="+mn-cs"/>
            <a:sym typeface="Calibri"/>
          </a:endParaRPr>
        </a:p>
      </cdr:txBody>
    </cdr:sp>
  </cdr:relSizeAnchor>
</c:userShapes>
</file>

<file path=ppt/drawings/drawing7.xml><?xml version="1.0" encoding="utf-8"?>
<c:userShapes xmlns:c="http://schemas.openxmlformats.org/drawingml/2006/chart">
  <cdr:relSizeAnchor xmlns:cdr="http://schemas.openxmlformats.org/drawingml/2006/chartDrawing">
    <cdr:from>
      <cdr:x>0.87018</cdr:x>
      <cdr:y>0.46047</cdr:y>
    </cdr:from>
    <cdr:to>
      <cdr:x>0.98466</cdr:x>
      <cdr:y>0.54846</cdr:y>
    </cdr:to>
    <cdr:sp macro="" textlink="">
      <cdr:nvSpPr>
        <cdr:cNvPr id="2" name="TextBox 1">
          <a:extLst xmlns:a="http://schemas.openxmlformats.org/drawingml/2006/main">
            <a:ext uri="{FF2B5EF4-FFF2-40B4-BE49-F238E27FC236}">
              <a16:creationId xmlns:a16="http://schemas.microsoft.com/office/drawing/2014/main" id="{94BDAB70-3DD0-4DDC-1C9E-B91350033E5F}"/>
            </a:ext>
          </a:extLst>
        </cdr:cNvPr>
        <cdr:cNvSpPr txBox="1"/>
      </cdr:nvSpPr>
      <cdr:spPr>
        <a:xfrm xmlns:a="http://schemas.openxmlformats.org/drawingml/2006/main">
          <a:off x="4349586" y="1288484"/>
          <a:ext cx="572226" cy="246219"/>
        </a:xfrm>
        <a:prstGeom xmlns:a="http://schemas.openxmlformats.org/drawingml/2006/main" prst="rect">
          <a:avLst/>
        </a:prstGeom>
        <a:noFill xmlns:a="http://schemas.openxmlformats.org/drawingml/2006/main"/>
        <a:ln xmlns:a="http://schemas.openxmlformats.org/drawingml/2006/main" w="12700" cap="flat">
          <a:noFill/>
          <a:miter lim="400000"/>
        </a:ln>
        <a:effectLst xmlns:a="http://schemas.openxmlformats.org/drawingml/2006/main"/>
        <a:sp3d xmlns:a="http://schemas.openxmlformats.org/drawingml/2006/main"/>
      </cdr:spPr>
      <cdr:style>
        <a:lnRef xmlns:a="http://schemas.openxmlformats.org/drawingml/2006/main" idx="0">
          <a:scrgbClr r="0" g="0" b="0"/>
        </a:lnRef>
        <a:fillRef xmlns:a="http://schemas.openxmlformats.org/drawingml/2006/main" idx="0">
          <a:scrgbClr r="0" g="0" b="0"/>
        </a:fillRef>
        <a:effectRef xmlns:a="http://schemas.openxmlformats.org/drawingml/2006/main" idx="0">
          <a:scrgbClr r="0" g="0" b="0"/>
        </a:effectRef>
        <a:fontRef xmlns:a="http://schemas.openxmlformats.org/drawingml/2006/main" idx="none"/>
      </cdr:style>
      <cdr:txBody>
        <a:bodyPr xmlns:a="http://schemas.openxmlformats.org/drawingml/2006/main" rot="0" spcFirstLastPara="1" vertOverflow="clip" horzOverflow="overflow" vert="horz" wrap="square" lIns="45719" tIns="45719" rIns="45719" bIns="45719" numCol="1" spcCol="38100" rtlCol="0" anchor="t">
          <a:spAutoFit/>
        </a:bodyPr>
        <a:lstStyle xmlns:a="http://schemas.openxmlformats.org/drawingml/2006/main"/>
        <a:p xmlns:a="http://schemas.openxmlformats.org/drawingml/2006/main">
          <a:pPr marL="0" marR="0" indent="0" algn="l" defTabSz="914400" rtl="0" fontAlgn="auto" latinLnBrk="0" hangingPunct="0">
            <a:lnSpc>
              <a:spcPct val="100000"/>
            </a:lnSpc>
            <a:spcBef>
              <a:spcPts val="0"/>
            </a:spcBef>
            <a:spcAft>
              <a:spcPts val="0"/>
            </a:spcAft>
            <a:buClrTx/>
            <a:buSzTx/>
            <a:buFontTx/>
            <a:buNone/>
            <a:tabLst/>
          </a:pPr>
          <a:r>
            <a:rPr kumimoji="0" lang="en-US" sz="1000" b="0" i="0" u="none" strike="noStrike" cap="none" spc="0" normalizeH="0" baseline="0" dirty="0">
              <a:ln>
                <a:noFill/>
              </a:ln>
              <a:solidFill>
                <a:srgbClr val="FF0000"/>
              </a:solidFill>
              <a:effectLst/>
              <a:uFillTx/>
              <a:latin typeface="Arial Nova" panose="020B0504020202020204" pitchFamily="34" charset="0"/>
              <a:ea typeface="Arial"/>
              <a:cs typeface="Arial"/>
              <a:sym typeface="Arial"/>
            </a:rPr>
            <a:t>(</a:t>
          </a:r>
          <a:r>
            <a:rPr lang="en-US" sz="1000" dirty="0">
              <a:solidFill>
                <a:srgbClr val="FF0000"/>
              </a:solidFill>
              <a:latin typeface="Arial Nova" panose="020B0504020202020204" pitchFamily="34" charset="0"/>
              <a:ea typeface="Arial"/>
              <a:cs typeface="Arial"/>
              <a:sym typeface="Arial"/>
            </a:rPr>
            <a:t>-26</a:t>
          </a:r>
          <a:r>
            <a:rPr kumimoji="0" lang="en-US" sz="1000" b="0" i="0" u="none" strike="noStrike" cap="none" spc="0" normalizeH="0" baseline="0" dirty="0">
              <a:ln>
                <a:noFill/>
              </a:ln>
              <a:solidFill>
                <a:srgbClr val="FF0000"/>
              </a:solidFill>
              <a:effectLst/>
              <a:uFillTx/>
              <a:latin typeface="Arial Nova" panose="020B0504020202020204" pitchFamily="34" charset="0"/>
              <a:ea typeface="Arial"/>
              <a:cs typeface="Arial"/>
              <a:sym typeface="Arial"/>
            </a:rPr>
            <a:t>%)</a:t>
          </a:r>
        </a:p>
      </cdr:txBody>
    </cdr:sp>
  </cdr:relSizeAnchor>
  <cdr:relSizeAnchor xmlns:cdr="http://schemas.openxmlformats.org/drawingml/2006/chartDrawing">
    <cdr:from>
      <cdr:x>0.87017</cdr:x>
      <cdr:y>0.7855</cdr:y>
    </cdr:from>
    <cdr:to>
      <cdr:x>0.98466</cdr:x>
      <cdr:y>0.8735</cdr:y>
    </cdr:to>
    <cdr:sp macro="" textlink="">
      <cdr:nvSpPr>
        <cdr:cNvPr id="4" name="TextBox 1">
          <a:extLst xmlns:a="http://schemas.openxmlformats.org/drawingml/2006/main">
            <a:ext uri="{FF2B5EF4-FFF2-40B4-BE49-F238E27FC236}">
              <a16:creationId xmlns:a16="http://schemas.microsoft.com/office/drawing/2014/main" id="{FCDD7E0B-1D5B-E1B2-C8FF-5925719545E5}"/>
            </a:ext>
          </a:extLst>
        </cdr:cNvPr>
        <cdr:cNvSpPr txBox="1"/>
      </cdr:nvSpPr>
      <cdr:spPr>
        <a:xfrm xmlns:a="http://schemas.openxmlformats.org/drawingml/2006/main">
          <a:off x="4349536" y="2198000"/>
          <a:ext cx="572276" cy="246219"/>
        </a:xfrm>
        <a:prstGeom xmlns:a="http://schemas.openxmlformats.org/drawingml/2006/main" prst="rect">
          <a:avLst/>
        </a:prstGeom>
        <a:noFill xmlns:a="http://schemas.openxmlformats.org/drawingml/2006/main"/>
        <a:ln xmlns:a="http://schemas.openxmlformats.org/drawingml/2006/main" w="12700" cap="flat">
          <a:noFill/>
          <a:miter lim="400000"/>
        </a:ln>
        <a:effectLst xmlns:a="http://schemas.openxmlformats.org/drawingml/2006/main"/>
        <a:sp3d xmlns:a="http://schemas.openxmlformats.org/drawingml/2006/main"/>
      </cdr:spPr>
      <cdr:style>
        <a:lnRef xmlns:a="http://schemas.openxmlformats.org/drawingml/2006/main" idx="0">
          <a:scrgbClr r="0" g="0" b="0"/>
        </a:lnRef>
        <a:fillRef xmlns:a="http://schemas.openxmlformats.org/drawingml/2006/main" idx="0">
          <a:scrgbClr r="0" g="0" b="0"/>
        </a:fillRef>
        <a:effectRef xmlns:a="http://schemas.openxmlformats.org/drawingml/2006/main" idx="0">
          <a:scrgbClr r="0" g="0" b="0"/>
        </a:effectRef>
        <a:fontRef xmlns:a="http://schemas.openxmlformats.org/drawingml/2006/main" idx="none"/>
      </cdr:style>
      <cdr:txBody>
        <a:bodyPr xmlns:a="http://schemas.openxmlformats.org/drawingml/2006/main" rot="0" spcFirstLastPara="1" vert="horz" wrap="square" lIns="45719" tIns="45719" rIns="45719" bIns="45719" numCol="1" spcCol="38100" rtlCol="0" anchor="t">
          <a:spAutoFit/>
        </a:bodyPr>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pPr marL="0" marR="0" indent="0" algn="l" defTabSz="914400" rtl="0" fontAlgn="auto" latinLnBrk="0" hangingPunct="0">
            <a:lnSpc>
              <a:spcPct val="100000"/>
            </a:lnSpc>
            <a:spcBef>
              <a:spcPts val="0"/>
            </a:spcBef>
            <a:spcAft>
              <a:spcPts val="0"/>
            </a:spcAft>
            <a:buClrTx/>
            <a:buSzTx/>
            <a:buFontTx/>
            <a:buNone/>
            <a:tabLst/>
          </a:pPr>
          <a:r>
            <a:rPr kumimoji="0" lang="en-US" sz="1000" b="0" i="0" u="none" strike="noStrike" cap="none" spc="0" normalizeH="0" baseline="0" dirty="0">
              <a:ln>
                <a:noFill/>
              </a:ln>
              <a:solidFill>
                <a:srgbClr val="FF0000"/>
              </a:solidFill>
              <a:effectLst/>
              <a:uFillTx/>
              <a:latin typeface="Arial Nova" panose="020B0504020202020204" pitchFamily="34" charset="0"/>
              <a:ea typeface="Arial"/>
              <a:cs typeface="Arial"/>
              <a:sym typeface="Arial"/>
            </a:rPr>
            <a:t>(-18%)</a:t>
          </a:r>
        </a:p>
      </cdr:txBody>
    </cdr:sp>
  </cdr:relSizeAnchor>
  <cdr:relSizeAnchor xmlns:cdr="http://schemas.openxmlformats.org/drawingml/2006/chartDrawing">
    <cdr:from>
      <cdr:x>0.87017</cdr:x>
      <cdr:y>0.64656</cdr:y>
    </cdr:from>
    <cdr:to>
      <cdr:x>0.98466</cdr:x>
      <cdr:y>0.73455</cdr:y>
    </cdr:to>
    <cdr:sp macro="" textlink="">
      <cdr:nvSpPr>
        <cdr:cNvPr id="5" name="TextBox 1">
          <a:extLst xmlns:a="http://schemas.openxmlformats.org/drawingml/2006/main">
            <a:ext uri="{FF2B5EF4-FFF2-40B4-BE49-F238E27FC236}">
              <a16:creationId xmlns:a16="http://schemas.microsoft.com/office/drawing/2014/main" id="{A91773A9-2124-99E1-68A4-817FE394B3BC}"/>
            </a:ext>
          </a:extLst>
        </cdr:cNvPr>
        <cdr:cNvSpPr txBox="1"/>
      </cdr:nvSpPr>
      <cdr:spPr>
        <a:xfrm xmlns:a="http://schemas.openxmlformats.org/drawingml/2006/main">
          <a:off x="4349536" y="1809209"/>
          <a:ext cx="572276" cy="246219"/>
        </a:xfrm>
        <a:prstGeom xmlns:a="http://schemas.openxmlformats.org/drawingml/2006/main" prst="rect">
          <a:avLst/>
        </a:prstGeom>
        <a:noFill xmlns:a="http://schemas.openxmlformats.org/drawingml/2006/main"/>
        <a:ln xmlns:a="http://schemas.openxmlformats.org/drawingml/2006/main" w="12700" cap="flat">
          <a:noFill/>
          <a:miter lim="400000"/>
        </a:ln>
        <a:effectLst xmlns:a="http://schemas.openxmlformats.org/drawingml/2006/main"/>
        <a:sp3d xmlns:a="http://schemas.openxmlformats.org/drawingml/2006/main"/>
      </cdr:spPr>
      <cdr:style>
        <a:lnRef xmlns:a="http://schemas.openxmlformats.org/drawingml/2006/main" idx="0">
          <a:scrgbClr r="0" g="0" b="0"/>
        </a:lnRef>
        <a:fillRef xmlns:a="http://schemas.openxmlformats.org/drawingml/2006/main" idx="0">
          <a:scrgbClr r="0" g="0" b="0"/>
        </a:fillRef>
        <a:effectRef xmlns:a="http://schemas.openxmlformats.org/drawingml/2006/main" idx="0">
          <a:scrgbClr r="0" g="0" b="0"/>
        </a:effectRef>
        <a:fontRef xmlns:a="http://schemas.openxmlformats.org/drawingml/2006/main" idx="none"/>
      </cdr:style>
      <cdr:txBody>
        <a:bodyPr xmlns:a="http://schemas.openxmlformats.org/drawingml/2006/main" rot="0" spcFirstLastPara="1" vert="horz" wrap="square" lIns="45719" tIns="45719" rIns="45719" bIns="45719" numCol="1" spcCol="38100" rtlCol="0" anchor="t">
          <a:spAutoFit/>
        </a:bodyPr>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pPr marL="0" marR="0" indent="0" algn="l" defTabSz="914400" rtl="0" fontAlgn="auto" latinLnBrk="0" hangingPunct="0">
            <a:lnSpc>
              <a:spcPct val="100000"/>
            </a:lnSpc>
            <a:spcBef>
              <a:spcPts val="0"/>
            </a:spcBef>
            <a:spcAft>
              <a:spcPts val="0"/>
            </a:spcAft>
            <a:buClrTx/>
            <a:buSzTx/>
            <a:buFontTx/>
            <a:buNone/>
            <a:tabLst/>
          </a:pPr>
          <a:r>
            <a:rPr kumimoji="0" lang="en-US" sz="1000" b="0" i="0" u="none" strike="noStrike" cap="none" spc="0" normalizeH="0" baseline="0" dirty="0">
              <a:ln>
                <a:noFill/>
              </a:ln>
              <a:solidFill>
                <a:srgbClr val="FF0000"/>
              </a:solidFill>
              <a:effectLst/>
              <a:uFillTx/>
              <a:latin typeface="Arial Nova" panose="020B0504020202020204" pitchFamily="34" charset="0"/>
              <a:ea typeface="Arial"/>
              <a:cs typeface="Arial"/>
              <a:sym typeface="Arial"/>
            </a:rPr>
            <a:t>(</a:t>
          </a:r>
          <a:r>
            <a:rPr lang="en-US" sz="1000" dirty="0">
              <a:solidFill>
                <a:srgbClr val="FF0000"/>
              </a:solidFill>
              <a:latin typeface="Arial Nova" panose="020B0504020202020204" pitchFamily="34" charset="0"/>
              <a:ea typeface="Arial"/>
              <a:cs typeface="Arial"/>
              <a:sym typeface="Arial"/>
            </a:rPr>
            <a:t>-29</a:t>
          </a:r>
          <a:r>
            <a:rPr kumimoji="0" lang="en-US" sz="1000" b="0" i="0" u="none" strike="noStrike" cap="none" spc="0" normalizeH="0" baseline="0" dirty="0">
              <a:ln>
                <a:noFill/>
              </a:ln>
              <a:solidFill>
                <a:srgbClr val="FF0000"/>
              </a:solidFill>
              <a:effectLst/>
              <a:uFillTx/>
              <a:latin typeface="Arial Nova" panose="020B0504020202020204" pitchFamily="34" charset="0"/>
              <a:ea typeface="Arial"/>
              <a:cs typeface="Arial"/>
              <a:sym typeface="Arial"/>
            </a:rPr>
            <a:t>%)</a:t>
          </a:r>
        </a:p>
      </cdr:txBody>
    </cdr:sp>
  </cdr:relSizeAnchor>
</c:userShapes>
</file>

<file path=ppt/drawings/drawing8.xml><?xml version="1.0" encoding="utf-8"?>
<c:userShapes xmlns:c="http://schemas.openxmlformats.org/drawingml/2006/chart">
  <cdr:relSizeAnchor xmlns:cdr="http://schemas.openxmlformats.org/drawingml/2006/chartDrawing">
    <cdr:from>
      <cdr:x>0.6189</cdr:x>
      <cdr:y>0.54688</cdr:y>
    </cdr:from>
    <cdr:to>
      <cdr:x>0.83505</cdr:x>
      <cdr:y>0.67239</cdr:y>
    </cdr:to>
    <cdr:sp macro="" textlink="">
      <cdr:nvSpPr>
        <cdr:cNvPr id="4" name="Rectangle: Rounded Corners 3">
          <a:extLst xmlns:a="http://schemas.openxmlformats.org/drawingml/2006/main">
            <a:ext uri="{FF2B5EF4-FFF2-40B4-BE49-F238E27FC236}">
              <a16:creationId xmlns:a16="http://schemas.microsoft.com/office/drawing/2014/main" id="{A35F19CA-6A31-4280-49B9-21ACB72726F7}"/>
            </a:ext>
          </a:extLst>
        </cdr:cNvPr>
        <cdr:cNvSpPr/>
      </cdr:nvSpPr>
      <cdr:spPr>
        <a:xfrm xmlns:a="http://schemas.openxmlformats.org/drawingml/2006/main">
          <a:off x="1399885" y="974292"/>
          <a:ext cx="488921" cy="223597"/>
        </a:xfrm>
        <a:prstGeom xmlns:a="http://schemas.openxmlformats.org/drawingml/2006/main" prst="roundRect">
          <a:avLst/>
        </a:prstGeom>
        <a:noFill xmlns:a="http://schemas.openxmlformats.org/drawingml/2006/main"/>
        <a:ln xmlns:a="http://schemas.openxmlformats.org/drawingml/2006/main" w="19050" cap="flat">
          <a:solidFill>
            <a:srgbClr val="FF0000"/>
          </a:solidFill>
          <a:prstDash val="sysDash"/>
          <a:miter lim="400000"/>
        </a:ln>
        <a:effectLst xmlns:a="http://schemas.openxmlformats.org/drawingml/2006/main"/>
        <a:sp3d xmlns:a="http://schemas.openxmlformats.org/drawingml/2006/main"/>
      </cdr:spPr>
      <cdr:style>
        <a:lnRef xmlns:a="http://schemas.openxmlformats.org/drawingml/2006/main" idx="0">
          <a:scrgbClr r="0" g="0" b="0"/>
        </a:lnRef>
        <a:fillRef xmlns:a="http://schemas.openxmlformats.org/drawingml/2006/main" idx="0">
          <a:scrgbClr r="0" g="0" b="0"/>
        </a:fillRef>
        <a:effectRef xmlns:a="http://schemas.openxmlformats.org/drawingml/2006/main" idx="0">
          <a:scrgbClr r="0" g="0" b="0"/>
        </a:effectRef>
        <a:fontRef xmlns:a="http://schemas.openxmlformats.org/drawingml/2006/main" idx="none"/>
      </cdr:style>
      <cdr:txBody>
        <a:bodyPr xmlns:a="http://schemas.openxmlformats.org/drawingml/2006/main" rot="0" spcFirstLastPara="1" vert="horz" wrap="square" lIns="45719" tIns="45719" rIns="45719" bIns="45719" numCol="1" spcCol="38100" rtlCol="0" anchor="ctr">
          <a:noAutofit/>
        </a:bodyPr>
        <a:lstStyle xmlns:a="http://schemas.openxmlformats.org/drawingml/2006/main">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xmlns:a="http://schemas.openxmlformats.org/drawingml/2006/main">
          <a:pPr marL="0" marR="0" lvl="0" indent="0" algn="ctr" defTabSz="914400" rtl="0" eaLnBrk="1" fontAlgn="auto" latinLnBrk="0" hangingPunct="0">
            <a:lnSpc>
              <a:spcPct val="100000"/>
            </a:lnSpc>
            <a:spcBef>
              <a:spcPts val="0"/>
            </a:spcBef>
            <a:spcAft>
              <a:spcPts val="0"/>
            </a:spcAft>
            <a:buClrTx/>
            <a:buSzTx/>
            <a:buFontTx/>
            <a:buNone/>
            <a:tabLst/>
            <a:defRPr/>
          </a:pPr>
          <a:endParaRPr kumimoji="0" lang="en-US" sz="1200" b="0" i="0" u="none" strike="noStrike" kern="1200" cap="none" spc="0" normalizeH="0" baseline="0" noProof="0" dirty="0" err="1">
            <a:ln>
              <a:noFill/>
            </a:ln>
            <a:solidFill>
              <a:schemeClr val="bg2"/>
            </a:solidFill>
            <a:effectLst/>
            <a:uLnTx/>
            <a:uFillTx/>
            <a:latin typeface="Arial Nova" panose="020B0504020202020204" pitchFamily="34" charset="0"/>
            <a:ea typeface="+mn-ea"/>
            <a:cs typeface="+mn-cs"/>
            <a:sym typeface="Calibri"/>
          </a:endParaRPr>
        </a:p>
      </cdr:txBody>
    </cdr:sp>
  </cdr:relSizeAnchor>
</c:userShapes>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0D31822-FCE8-416B-8740-6F26113DFD67}" type="datetimeFigureOut">
              <a:rPr lang="en-US" smtClean="0"/>
              <a:t>4/17/2026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FB541DA-179D-42F1-8484-1A4DDE3EA1E3}" type="slidenum">
              <a:rPr lang="en-US" smtClean="0"/>
              <a:t>‹#›</a:t>
            </a:fld>
            <a:endParaRPr lang="en-US"/>
          </a:p>
        </p:txBody>
      </p:sp>
    </p:spTree>
    <p:extLst>
      <p:ext uri="{BB962C8B-B14F-4D97-AF65-F5344CB8AC3E}">
        <p14:creationId xmlns:p14="http://schemas.microsoft.com/office/powerpoint/2010/main" val="7496017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F15FF2-0B39-F8D9-9148-E20EAB4082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3F20DBE-158B-D677-64C3-EC375C49CE5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6FD5A25-A2AD-4776-83DF-247077D5740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7687E31-B408-E2BB-2980-E9EB5877AA8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DF0BA79-C207-EF4A-BA0F-D4812C40E990}"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821854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F60E1B-6223-116F-C057-CC6B429C621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1E9BB3-8CFE-DBAD-2872-99EA4900D2C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1754526-303E-9AF1-4699-141DB80B1771}"/>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898CF37A-E73A-AF7B-B1E7-80AF9BBE949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DF0BA79-C207-EF4A-BA0F-D4812C40E990}"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5145592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A9E123-3FB8-D4E3-D57C-7D9F9191E91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12D4063-1E9E-9280-950C-7171E73FA26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33D7131-AB49-9A9E-9670-D2BE5E3B1819}"/>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7D825338-4C61-7547-232A-3FAF23452BE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DF0BA79-C207-EF4A-BA0F-D4812C40E990}"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4667244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243C2E-669F-AA76-B2B8-794CCC6E247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601C03-467D-F204-54B0-4D9A3F04732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E14AAE0-1EB2-1EEB-FED2-443E986815E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FB19B1B-6C26-7D85-81F3-3CF5EA61FFC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DF0BA79-C207-EF4A-BA0F-D4812C40E990}"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662618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C21260-E0CD-5066-2985-C9149A2DDFF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5BF3136-056D-AD17-A6FE-7FCB608869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AFEE807-85C1-42C1-79F6-3CF54E1E072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14F32F03-C48A-3B9C-9319-45672957B78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DF0BA79-C207-EF4A-BA0F-D4812C40E990}"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6004908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4A644B-2E7B-0A38-0A01-507C3DCDCB4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10F134-896C-82F7-1EAC-DCC1774256F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A46F69A-091C-211C-4442-BD4B9A211EA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61542CB8-6DB0-E0F0-75D4-218103495A8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DF0BA79-C207-EF4A-BA0F-D4812C40E990}"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2715610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077953-BD1B-9171-5448-8B4BFD61F48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BFD6A3-938A-6C96-13B0-CB7FE67A20E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077D637-024A-E42E-CCC5-845CE4572F6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608B768-703D-51B4-B455-952EE2FA55C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DF0BA79-C207-EF4A-BA0F-D4812C40E990}"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402299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A97C116-61A5-4486-B1C0-1A89B5C51734}"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16646882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E0EEB7-16E1-F9B7-690D-C209D526D47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783C05-5EC4-D773-C601-5FADA4108E5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43B2B7B-AC73-04A7-65B7-33D941CA325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9912493-9570-13D1-3FB3-71740C2F89D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A97C116-61A5-4486-B1C0-1A89B5C51734}"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627819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0B1ECC9-3168-588E-E2EF-0C6B1324AAD8}"/>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0808F878-FBF2-F707-5570-F24F60BAA757}"/>
              </a:ext>
            </a:extLst>
          </p:cNvPr>
          <p:cNvSpPr txBox="1">
            <a:spLocks noGrp="1"/>
          </p:cNvSpPr>
          <p:nvPr>
            <p:ph type="body" sz="quarter" idx="1"/>
          </p:nvPr>
        </p:nvSpPr>
        <p:spPr/>
        <p:txBody>
          <a:bodyPr/>
          <a:lstStyle/>
          <a:p>
            <a:endParaRPr lang="en-US" dirty="0"/>
          </a:p>
        </p:txBody>
      </p:sp>
      <p:sp>
        <p:nvSpPr>
          <p:cNvPr id="4" name="Slide Number Placeholder 3">
            <a:extLst>
              <a:ext uri="{FF2B5EF4-FFF2-40B4-BE49-F238E27FC236}">
                <a16:creationId xmlns:a16="http://schemas.microsoft.com/office/drawing/2014/main" id="{073C23FE-5414-C43F-A2FD-5AF460D4D31E}"/>
              </a:ext>
            </a:extLst>
          </p:cNvPr>
          <p:cNvSpPr txBox="1"/>
          <p:nvPr/>
        </p:nvSpPr>
        <p:spPr>
          <a:xfrm>
            <a:off x="3884608" y="8685208"/>
            <a:ext cx="2971800" cy="458791"/>
          </a:xfrm>
          <a:prstGeom prst="rect">
            <a:avLst/>
          </a:prstGeom>
          <a:noFill/>
          <a:ln cap="flat">
            <a:noFill/>
          </a:ln>
        </p:spPr>
        <p:txBody>
          <a:bodyPr vert="horz" wrap="square" lIns="91440" tIns="45720" rIns="91440" bIns="45720" anchor="b" anchorCtr="0" compatLnSpc="1">
            <a:noAutofit/>
          </a:bodyPr>
          <a:lstStyle/>
          <a:p>
            <a:pPr marL="0" marR="0" lvl="0" indent="0" algn="r"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fld id="{303DA1E6-74BF-48E9-BB2E-92A855F829E7}" type="slidenum">
              <a:rPr kumimoji="0" sz="1800" b="0" i="0" u="none" strike="noStrike" kern="0" cap="none" spc="0" normalizeH="0" baseline="0" noProof="0">
                <a:ln>
                  <a:noFill/>
                </a:ln>
                <a:solidFill>
                  <a:srgbClr val="000000"/>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t>17</a:t>
            </a:fld>
            <a:endParaRPr kumimoji="0" lang="en-US" sz="1200" b="0" i="0" u="none" strike="noStrike" kern="1200" cap="none" spc="0" normalizeH="0" baseline="0" noProof="0">
              <a:ln>
                <a:noFill/>
              </a:ln>
              <a:solidFill>
                <a:srgbClr val="000000"/>
              </a:solidFill>
              <a:effectLst/>
              <a:uLnTx/>
              <a:uFillTx/>
              <a:latin typeface="Aptos"/>
              <a:ea typeface="+mn-ea"/>
              <a:cs typeface="+mn-cs"/>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DF0BA79-C207-EF4A-BA0F-D4812C40E990}"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4867590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FB541DA-179D-42F1-8484-1A4DDE3EA1E3}"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71276354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jpe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7.jpeg"/><Relationship Id="rId1" Type="http://schemas.openxmlformats.org/officeDocument/2006/relationships/slideMaster" Target="../slideMasters/slideMaster1.xml"/><Relationship Id="rId4" Type="http://schemas.openxmlformats.org/officeDocument/2006/relationships/image" Target="../media/image11.sv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Master" Target="../slideMasters/slideMaster2.xml"/><Relationship Id="rId4" Type="http://schemas.openxmlformats.org/officeDocument/2006/relationships/image" Target="../media/image4.pn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jpeg"/><Relationship Id="rId1" Type="http://schemas.openxmlformats.org/officeDocument/2006/relationships/slideMaster" Target="../slideMasters/slideMaster2.xml"/><Relationship Id="rId4" Type="http://schemas.openxmlformats.org/officeDocument/2006/relationships/image" Target="../media/image4.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7.jpeg"/><Relationship Id="rId1" Type="http://schemas.openxmlformats.org/officeDocument/2006/relationships/slideMaster" Target="../slideMasters/slideMaster2.xml"/><Relationship Id="rId4" Type="http://schemas.openxmlformats.org/officeDocument/2006/relationships/image" Target="../media/image11.sv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Master" Target="../slideMasters/slideMaster4.xml"/><Relationship Id="rId4" Type="http://schemas.openxmlformats.org/officeDocument/2006/relationships/image" Target="../media/image4.png"/></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jpeg"/><Relationship Id="rId1" Type="http://schemas.openxmlformats.org/officeDocument/2006/relationships/slideMaster" Target="../slideMasters/slideMaster4.xml"/><Relationship Id="rId4" Type="http://schemas.openxmlformats.org/officeDocument/2006/relationships/image" Target="../media/image4.png"/></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4.xml"/><Relationship Id="rId4" Type="http://schemas.openxmlformats.org/officeDocument/2006/relationships/image" Target="../media/image4.png"/></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7.jpeg"/><Relationship Id="rId1" Type="http://schemas.openxmlformats.org/officeDocument/2006/relationships/slideMaster" Target="../slideMasters/slideMaster4.xml"/><Relationship Id="rId5" Type="http://schemas.openxmlformats.org/officeDocument/2006/relationships/image" Target="../media/image15.png"/><Relationship Id="rId4" Type="http://schemas.openxmlformats.org/officeDocument/2006/relationships/image" Target="../media/image11.sv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5.jpeg"/><Relationship Id="rId1" Type="http://schemas.openxmlformats.org/officeDocument/2006/relationships/slideMaster" Target="../slideMasters/slideMaster5.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7.jpeg"/><Relationship Id="rId1" Type="http://schemas.openxmlformats.org/officeDocument/2006/relationships/slideMaster" Target="../slideMasters/slideMaster5.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8.png"/><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7.jpeg"/><Relationship Id="rId1" Type="http://schemas.openxmlformats.org/officeDocument/2006/relationships/slideMaster" Target="../slideMasters/slideMaster5.xml"/><Relationship Id="rId4" Type="http://schemas.openxmlformats.org/officeDocument/2006/relationships/image" Target="../media/image19.sv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jpeg"/><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jpeg"/><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8.png"/><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24.jpeg"/><Relationship Id="rId1" Type="http://schemas.openxmlformats.org/officeDocument/2006/relationships/slideMaster" Target="../slideMasters/slideMaster6.xml"/><Relationship Id="rId4" Type="http://schemas.openxmlformats.org/officeDocument/2006/relationships/image" Target="../media/image11.svg"/></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Master" Target="../slideMasters/slideMaster7.xml"/></Relationships>
</file>

<file path=ppt/slideLayouts/_rels/slideLayout7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jpeg"/><Relationship Id="rId1" Type="http://schemas.openxmlformats.org/officeDocument/2006/relationships/slideMaster" Target="../slideMasters/slideMaster7.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7.jpeg"/><Relationship Id="rId1" Type="http://schemas.openxmlformats.org/officeDocument/2006/relationships/slideMaster" Target="../slideMasters/slideMaster7.xml"/><Relationship Id="rId4" Type="http://schemas.openxmlformats.org/officeDocument/2006/relationships/image" Target="../media/image11.sv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 Nab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ight Triangle 1">
            <a:extLst>
              <a:ext uri="{FF2B5EF4-FFF2-40B4-BE49-F238E27FC236}">
                <a16:creationId xmlns:a16="http://schemas.microsoft.com/office/drawing/2014/main" id="{C6C9C98D-378E-0B5D-E771-1E95F147F947}"/>
              </a:ext>
            </a:extLst>
          </p:cNvPr>
          <p:cNvSpPr/>
          <p:nvPr/>
        </p:nvSpPr>
        <p:spPr>
          <a:xfrm>
            <a:off x="-19877" y="-9938"/>
            <a:ext cx="8726556" cy="6917635"/>
          </a:xfrm>
          <a:custGeom>
            <a:avLst/>
            <a:gdLst>
              <a:gd name="connsiteX0" fmla="*/ 0 w 4244008"/>
              <a:gd name="connsiteY0" fmla="*/ 6858000 h 6858000"/>
              <a:gd name="connsiteX1" fmla="*/ 0 w 4244008"/>
              <a:gd name="connsiteY1" fmla="*/ 0 h 6858000"/>
              <a:gd name="connsiteX2" fmla="*/ 4244008 w 4244008"/>
              <a:gd name="connsiteY2" fmla="*/ 6858000 h 6858000"/>
              <a:gd name="connsiteX3" fmla="*/ 0 w 4244008"/>
              <a:gd name="connsiteY3" fmla="*/ 6858000 h 6858000"/>
              <a:gd name="connsiteX0" fmla="*/ 1 w 4244009"/>
              <a:gd name="connsiteY0" fmla="*/ 6858000 h 6858000"/>
              <a:gd name="connsiteX1" fmla="*/ 0 w 4244009"/>
              <a:gd name="connsiteY1" fmla="*/ 1023730 h 6858000"/>
              <a:gd name="connsiteX2" fmla="*/ 1 w 4244009"/>
              <a:gd name="connsiteY2" fmla="*/ 0 h 6858000"/>
              <a:gd name="connsiteX3" fmla="*/ 4244009 w 4244009"/>
              <a:gd name="connsiteY3" fmla="*/ 6858000 h 6858000"/>
              <a:gd name="connsiteX4" fmla="*/ 1 w 4244009"/>
              <a:gd name="connsiteY4" fmla="*/ 6858000 h 6858000"/>
              <a:gd name="connsiteX0" fmla="*/ 655983 w 4899991"/>
              <a:gd name="connsiteY0" fmla="*/ 6912905 h 6912905"/>
              <a:gd name="connsiteX1" fmla="*/ 0 w 4899991"/>
              <a:gd name="connsiteY1" fmla="*/ 104600 h 6912905"/>
              <a:gd name="connsiteX2" fmla="*/ 655983 w 4899991"/>
              <a:gd name="connsiteY2" fmla="*/ 54905 h 6912905"/>
              <a:gd name="connsiteX3" fmla="*/ 4899991 w 4899991"/>
              <a:gd name="connsiteY3" fmla="*/ 6912905 h 6912905"/>
              <a:gd name="connsiteX4" fmla="*/ 655983 w 4899991"/>
              <a:gd name="connsiteY4" fmla="*/ 6912905 h 6912905"/>
              <a:gd name="connsiteX0" fmla="*/ 19878 w 4899991"/>
              <a:gd name="connsiteY0" fmla="*/ 6922844 h 6922844"/>
              <a:gd name="connsiteX1" fmla="*/ 0 w 4899991"/>
              <a:gd name="connsiteY1" fmla="*/ 104600 h 6922844"/>
              <a:gd name="connsiteX2" fmla="*/ 655983 w 4899991"/>
              <a:gd name="connsiteY2" fmla="*/ 54905 h 6922844"/>
              <a:gd name="connsiteX3" fmla="*/ 4899991 w 4899991"/>
              <a:gd name="connsiteY3" fmla="*/ 6912905 h 6922844"/>
              <a:gd name="connsiteX4" fmla="*/ 19878 w 4899991"/>
              <a:gd name="connsiteY4" fmla="*/ 6922844 h 6922844"/>
              <a:gd name="connsiteX0" fmla="*/ 19878 w 4899991"/>
              <a:gd name="connsiteY0" fmla="*/ 6983106 h 6983106"/>
              <a:gd name="connsiteX1" fmla="*/ 0 w 4899991"/>
              <a:gd name="connsiteY1" fmla="*/ 164862 h 6983106"/>
              <a:gd name="connsiteX2" fmla="*/ 655983 w 4899991"/>
              <a:gd name="connsiteY2" fmla="*/ 115167 h 6983106"/>
              <a:gd name="connsiteX3" fmla="*/ 4899991 w 4899991"/>
              <a:gd name="connsiteY3" fmla="*/ 6973167 h 6983106"/>
              <a:gd name="connsiteX4" fmla="*/ 19878 w 4899991"/>
              <a:gd name="connsiteY4" fmla="*/ 6983106 h 6983106"/>
              <a:gd name="connsiteX0" fmla="*/ 19878 w 4899991"/>
              <a:gd name="connsiteY0" fmla="*/ 6867939 h 6867939"/>
              <a:gd name="connsiteX1" fmla="*/ 0 w 4899991"/>
              <a:gd name="connsiteY1" fmla="*/ 49695 h 6867939"/>
              <a:gd name="connsiteX2" fmla="*/ 655983 w 4899991"/>
              <a:gd name="connsiteY2" fmla="*/ 0 h 6867939"/>
              <a:gd name="connsiteX3" fmla="*/ 4899991 w 4899991"/>
              <a:gd name="connsiteY3" fmla="*/ 6858000 h 6867939"/>
              <a:gd name="connsiteX4" fmla="*/ 19878 w 4899991"/>
              <a:gd name="connsiteY4" fmla="*/ 6867939 h 6867939"/>
              <a:gd name="connsiteX0" fmla="*/ 29817 w 4909930"/>
              <a:gd name="connsiteY0" fmla="*/ 6877879 h 6877879"/>
              <a:gd name="connsiteX1" fmla="*/ 0 w 4909930"/>
              <a:gd name="connsiteY1" fmla="*/ 0 h 6877879"/>
              <a:gd name="connsiteX2" fmla="*/ 665922 w 4909930"/>
              <a:gd name="connsiteY2" fmla="*/ 9940 h 6877879"/>
              <a:gd name="connsiteX3" fmla="*/ 4909930 w 4909930"/>
              <a:gd name="connsiteY3" fmla="*/ 6867940 h 6877879"/>
              <a:gd name="connsiteX4" fmla="*/ 29817 w 4909930"/>
              <a:gd name="connsiteY4" fmla="*/ 6877879 h 6877879"/>
              <a:gd name="connsiteX0" fmla="*/ 29817 w 4909930"/>
              <a:gd name="connsiteY0" fmla="*/ 6877879 h 6877879"/>
              <a:gd name="connsiteX1" fmla="*/ 0 w 4909930"/>
              <a:gd name="connsiteY1" fmla="*/ 0 h 6877879"/>
              <a:gd name="connsiteX2" fmla="*/ 665922 w 4909930"/>
              <a:gd name="connsiteY2" fmla="*/ 9940 h 6877879"/>
              <a:gd name="connsiteX3" fmla="*/ 4909930 w 4909930"/>
              <a:gd name="connsiteY3" fmla="*/ 6867940 h 6877879"/>
              <a:gd name="connsiteX4" fmla="*/ 29817 w 4909930"/>
              <a:gd name="connsiteY4" fmla="*/ 6877879 h 6877879"/>
              <a:gd name="connsiteX0" fmla="*/ 29817 w 4909930"/>
              <a:gd name="connsiteY0" fmla="*/ 6877879 h 6877879"/>
              <a:gd name="connsiteX1" fmla="*/ 0 w 4909930"/>
              <a:gd name="connsiteY1" fmla="*/ 0 h 6877879"/>
              <a:gd name="connsiteX2" fmla="*/ 665922 w 4909930"/>
              <a:gd name="connsiteY2" fmla="*/ 9940 h 6877879"/>
              <a:gd name="connsiteX3" fmla="*/ 4909930 w 4909930"/>
              <a:gd name="connsiteY3" fmla="*/ 6867940 h 6877879"/>
              <a:gd name="connsiteX4" fmla="*/ 29817 w 4909930"/>
              <a:gd name="connsiteY4" fmla="*/ 6877879 h 6877879"/>
              <a:gd name="connsiteX0" fmla="*/ 29817 w 4909930"/>
              <a:gd name="connsiteY0" fmla="*/ 6881616 h 6881616"/>
              <a:gd name="connsiteX1" fmla="*/ 0 w 4909930"/>
              <a:gd name="connsiteY1" fmla="*/ 3737 h 6881616"/>
              <a:gd name="connsiteX2" fmla="*/ 665922 w 4909930"/>
              <a:gd name="connsiteY2" fmla="*/ 13677 h 6881616"/>
              <a:gd name="connsiteX3" fmla="*/ 4909930 w 4909930"/>
              <a:gd name="connsiteY3" fmla="*/ 6871677 h 6881616"/>
              <a:gd name="connsiteX4" fmla="*/ 29817 w 4909930"/>
              <a:gd name="connsiteY4" fmla="*/ 6881616 h 6881616"/>
              <a:gd name="connsiteX0" fmla="*/ 29817 w 4909930"/>
              <a:gd name="connsiteY0" fmla="*/ 6867939 h 6867939"/>
              <a:gd name="connsiteX1" fmla="*/ 0 w 4909930"/>
              <a:gd name="connsiteY1" fmla="*/ 9938 h 6867939"/>
              <a:gd name="connsiteX2" fmla="*/ 665922 w 4909930"/>
              <a:gd name="connsiteY2" fmla="*/ 0 h 6867939"/>
              <a:gd name="connsiteX3" fmla="*/ 4909930 w 4909930"/>
              <a:gd name="connsiteY3" fmla="*/ 6858000 h 6867939"/>
              <a:gd name="connsiteX4" fmla="*/ 29817 w 4909930"/>
              <a:gd name="connsiteY4" fmla="*/ 6867939 h 6867939"/>
              <a:gd name="connsiteX0" fmla="*/ 39756 w 4919869"/>
              <a:gd name="connsiteY0" fmla="*/ 6881616 h 6881616"/>
              <a:gd name="connsiteX1" fmla="*/ 0 w 4919869"/>
              <a:gd name="connsiteY1" fmla="*/ 3737 h 6881616"/>
              <a:gd name="connsiteX2" fmla="*/ 675861 w 4919869"/>
              <a:gd name="connsiteY2" fmla="*/ 13677 h 6881616"/>
              <a:gd name="connsiteX3" fmla="*/ 4919869 w 4919869"/>
              <a:gd name="connsiteY3" fmla="*/ 6871677 h 6881616"/>
              <a:gd name="connsiteX4" fmla="*/ 39756 w 4919869"/>
              <a:gd name="connsiteY4" fmla="*/ 6881616 h 6881616"/>
              <a:gd name="connsiteX0" fmla="*/ 4084982 w 8965095"/>
              <a:gd name="connsiteY0" fmla="*/ 6873159 h 6873159"/>
              <a:gd name="connsiteX1" fmla="*/ 0 w 8965095"/>
              <a:gd name="connsiteY1" fmla="*/ 5220 h 6873159"/>
              <a:gd name="connsiteX2" fmla="*/ 4721087 w 8965095"/>
              <a:gd name="connsiteY2" fmla="*/ 5220 h 6873159"/>
              <a:gd name="connsiteX3" fmla="*/ 8965095 w 8965095"/>
              <a:gd name="connsiteY3" fmla="*/ 6863220 h 6873159"/>
              <a:gd name="connsiteX4" fmla="*/ 4084982 w 8965095"/>
              <a:gd name="connsiteY4" fmla="*/ 6873159 h 6873159"/>
              <a:gd name="connsiteX0" fmla="*/ 19877 w 8965095"/>
              <a:gd name="connsiteY0" fmla="*/ 6853281 h 6863220"/>
              <a:gd name="connsiteX1" fmla="*/ 0 w 8965095"/>
              <a:gd name="connsiteY1" fmla="*/ 5220 h 6863220"/>
              <a:gd name="connsiteX2" fmla="*/ 4721087 w 8965095"/>
              <a:gd name="connsiteY2" fmla="*/ 5220 h 6863220"/>
              <a:gd name="connsiteX3" fmla="*/ 8965095 w 8965095"/>
              <a:gd name="connsiteY3" fmla="*/ 6863220 h 6863220"/>
              <a:gd name="connsiteX4" fmla="*/ 19877 w 8965095"/>
              <a:gd name="connsiteY4" fmla="*/ 6853281 h 6863220"/>
              <a:gd name="connsiteX0" fmla="*/ 0 w 8975035"/>
              <a:gd name="connsiteY0" fmla="*/ 6873159 h 6873159"/>
              <a:gd name="connsiteX1" fmla="*/ 9940 w 8975035"/>
              <a:gd name="connsiteY1" fmla="*/ 5220 h 6873159"/>
              <a:gd name="connsiteX2" fmla="*/ 4731027 w 8975035"/>
              <a:gd name="connsiteY2" fmla="*/ 5220 h 6873159"/>
              <a:gd name="connsiteX3" fmla="*/ 8975035 w 8975035"/>
              <a:gd name="connsiteY3" fmla="*/ 6863220 h 6873159"/>
              <a:gd name="connsiteX4" fmla="*/ 0 w 8975035"/>
              <a:gd name="connsiteY4" fmla="*/ 6873159 h 6873159"/>
              <a:gd name="connsiteX0" fmla="*/ 318051 w 8965095"/>
              <a:gd name="connsiteY0" fmla="*/ 6893037 h 6893037"/>
              <a:gd name="connsiteX1" fmla="*/ 0 w 8965095"/>
              <a:gd name="connsiteY1" fmla="*/ 5220 h 6893037"/>
              <a:gd name="connsiteX2" fmla="*/ 4721087 w 8965095"/>
              <a:gd name="connsiteY2" fmla="*/ 5220 h 6893037"/>
              <a:gd name="connsiteX3" fmla="*/ 8965095 w 8965095"/>
              <a:gd name="connsiteY3" fmla="*/ 6863220 h 6893037"/>
              <a:gd name="connsiteX4" fmla="*/ 318051 w 8965095"/>
              <a:gd name="connsiteY4" fmla="*/ 6893037 h 6893037"/>
              <a:gd name="connsiteX0" fmla="*/ 248477 w 8965095"/>
              <a:gd name="connsiteY0" fmla="*/ 6912916 h 6912916"/>
              <a:gd name="connsiteX1" fmla="*/ 0 w 8965095"/>
              <a:gd name="connsiteY1" fmla="*/ 5220 h 6912916"/>
              <a:gd name="connsiteX2" fmla="*/ 4721087 w 8965095"/>
              <a:gd name="connsiteY2" fmla="*/ 5220 h 6912916"/>
              <a:gd name="connsiteX3" fmla="*/ 8965095 w 8965095"/>
              <a:gd name="connsiteY3" fmla="*/ 6863220 h 6912916"/>
              <a:gd name="connsiteX4" fmla="*/ 248477 w 8965095"/>
              <a:gd name="connsiteY4" fmla="*/ 6912916 h 6912916"/>
              <a:gd name="connsiteX0" fmla="*/ 89451 w 8806069"/>
              <a:gd name="connsiteY0" fmla="*/ 6907696 h 6907696"/>
              <a:gd name="connsiteX1" fmla="*/ 0 w 8806069"/>
              <a:gd name="connsiteY1" fmla="*/ 39756 h 6907696"/>
              <a:gd name="connsiteX2" fmla="*/ 4562061 w 8806069"/>
              <a:gd name="connsiteY2" fmla="*/ 0 h 6907696"/>
              <a:gd name="connsiteX3" fmla="*/ 8806069 w 8806069"/>
              <a:gd name="connsiteY3" fmla="*/ 6858000 h 6907696"/>
              <a:gd name="connsiteX4" fmla="*/ 89451 w 8806069"/>
              <a:gd name="connsiteY4" fmla="*/ 6907696 h 6907696"/>
              <a:gd name="connsiteX0" fmla="*/ 0 w 8716618"/>
              <a:gd name="connsiteY0" fmla="*/ 6907696 h 6907696"/>
              <a:gd name="connsiteX1" fmla="*/ 1 w 8716618"/>
              <a:gd name="connsiteY1" fmla="*/ 9939 h 6907696"/>
              <a:gd name="connsiteX2" fmla="*/ 4472610 w 8716618"/>
              <a:gd name="connsiteY2" fmla="*/ 0 h 6907696"/>
              <a:gd name="connsiteX3" fmla="*/ 8716618 w 8716618"/>
              <a:gd name="connsiteY3" fmla="*/ 6858000 h 6907696"/>
              <a:gd name="connsiteX4" fmla="*/ 0 w 8716618"/>
              <a:gd name="connsiteY4" fmla="*/ 6907696 h 6907696"/>
              <a:gd name="connsiteX0" fmla="*/ 9938 w 8726556"/>
              <a:gd name="connsiteY0" fmla="*/ 6921372 h 6921372"/>
              <a:gd name="connsiteX1" fmla="*/ 0 w 8726556"/>
              <a:gd name="connsiteY1" fmla="*/ 3737 h 6921372"/>
              <a:gd name="connsiteX2" fmla="*/ 4482548 w 8726556"/>
              <a:gd name="connsiteY2" fmla="*/ 13676 h 6921372"/>
              <a:gd name="connsiteX3" fmla="*/ 8726556 w 8726556"/>
              <a:gd name="connsiteY3" fmla="*/ 6871676 h 6921372"/>
              <a:gd name="connsiteX4" fmla="*/ 9938 w 8726556"/>
              <a:gd name="connsiteY4" fmla="*/ 6921372 h 6921372"/>
              <a:gd name="connsiteX0" fmla="*/ 9938 w 8726556"/>
              <a:gd name="connsiteY0" fmla="*/ 6917635 h 6917635"/>
              <a:gd name="connsiteX1" fmla="*/ 0 w 8726556"/>
              <a:gd name="connsiteY1" fmla="*/ 0 h 6917635"/>
              <a:gd name="connsiteX2" fmla="*/ 4482548 w 8726556"/>
              <a:gd name="connsiteY2" fmla="*/ 9939 h 6917635"/>
              <a:gd name="connsiteX3" fmla="*/ 8726556 w 8726556"/>
              <a:gd name="connsiteY3" fmla="*/ 6867939 h 6917635"/>
              <a:gd name="connsiteX4" fmla="*/ 9938 w 8726556"/>
              <a:gd name="connsiteY4" fmla="*/ 6917635 h 69176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26556" h="6917635">
                <a:moveTo>
                  <a:pt x="9938" y="6917635"/>
                </a:moveTo>
                <a:cubicBezTo>
                  <a:pt x="9938" y="4972878"/>
                  <a:pt x="14908" y="3438939"/>
                  <a:pt x="0" y="0"/>
                </a:cubicBezTo>
                <a:lnTo>
                  <a:pt x="4482548" y="9939"/>
                </a:lnTo>
                <a:lnTo>
                  <a:pt x="8726556" y="6867939"/>
                </a:lnTo>
                <a:lnTo>
                  <a:pt x="9938" y="6917635"/>
                </a:lnTo>
                <a:close/>
              </a:path>
            </a:pathLst>
          </a:custGeom>
          <a:solidFill>
            <a:schemeClr val="bg1"/>
          </a:solidFill>
          <a:ln w="12700" cap="flat">
            <a:noFill/>
            <a:miter lim="400000"/>
          </a:ln>
          <a:effectLst>
            <a:outerShdw blurRad="171482" dist="89822" algn="l" rotWithShape="0">
              <a:srgbClr val="063958">
                <a:alpha val="91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lstStyle/>
          <a:p>
            <a:pPr lvl="0" algn="ctr"/>
            <a:endParaRPr lang="en-US" sz="1200" dirty="0">
              <a:solidFill>
                <a:srgbClr val="50626A"/>
              </a:solidFill>
              <a:latin typeface="Arial" panose="020B0604020202020204" pitchFamily="34" charset="0"/>
              <a:ea typeface="+mn-ea"/>
              <a:cs typeface="+mn-cs"/>
              <a:sym typeface="Calibri"/>
            </a:endParaRPr>
          </a:p>
        </p:txBody>
      </p:sp>
      <p:pic>
        <p:nvPicPr>
          <p:cNvPr id="8" name="Picture 7">
            <a:extLst>
              <a:ext uri="{FF2B5EF4-FFF2-40B4-BE49-F238E27FC236}">
                <a16:creationId xmlns:a16="http://schemas.microsoft.com/office/drawing/2014/main" id="{A884A716-13EB-3776-396E-6D16BE0888EC}"/>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2663686" y="1840635"/>
            <a:ext cx="2082579" cy="1356776"/>
          </a:xfrm>
          <a:prstGeom prst="rect">
            <a:avLst/>
          </a:prstGeom>
          <a:effectLst/>
        </p:spPr>
      </p:pic>
      <p:sp>
        <p:nvSpPr>
          <p:cNvPr id="5" name="Text Placeholder 4">
            <a:extLst>
              <a:ext uri="{FF2B5EF4-FFF2-40B4-BE49-F238E27FC236}">
                <a16:creationId xmlns:a16="http://schemas.microsoft.com/office/drawing/2014/main" id="{22B9F82C-68FB-4B3D-B24C-42E74B805B74}"/>
              </a:ext>
            </a:extLst>
          </p:cNvPr>
          <p:cNvSpPr>
            <a:spLocks noGrp="1"/>
          </p:cNvSpPr>
          <p:nvPr>
            <p:ph type="body" sz="quarter" idx="11" hasCustomPrompt="1"/>
          </p:nvPr>
        </p:nvSpPr>
        <p:spPr>
          <a:xfrm>
            <a:off x="407503" y="4603632"/>
            <a:ext cx="4096512" cy="219456"/>
          </a:xfrm>
        </p:spPr>
        <p:txBody>
          <a:bodyPr lIns="91440" anchor="ctr">
            <a:noAutofit/>
          </a:bodyPr>
          <a:lstStyle>
            <a:lvl1pPr marL="0" indent="0">
              <a:buNone/>
              <a:defRPr sz="1600" b="0" i="0">
                <a:solidFill>
                  <a:schemeClr val="bg2"/>
                </a:solidFill>
                <a:effectLst/>
                <a:latin typeface="Arial" panose="020B0604020202020204" pitchFamily="34" charset="0"/>
              </a:defRPr>
            </a:lvl1pPr>
          </a:lstStyle>
          <a:p>
            <a:pPr lvl="0"/>
            <a:r>
              <a:rPr lang="en-US"/>
              <a:t>Click to edit text</a:t>
            </a:r>
          </a:p>
        </p:txBody>
      </p:sp>
      <p:sp>
        <p:nvSpPr>
          <p:cNvPr id="4" name="Title 3">
            <a:extLst>
              <a:ext uri="{FF2B5EF4-FFF2-40B4-BE49-F238E27FC236}">
                <a16:creationId xmlns:a16="http://schemas.microsoft.com/office/drawing/2014/main" id="{1C1E6077-226C-F089-3ECE-23E0EFE5B774}"/>
              </a:ext>
            </a:extLst>
          </p:cNvPr>
          <p:cNvSpPr>
            <a:spLocks noGrp="1"/>
          </p:cNvSpPr>
          <p:nvPr>
            <p:ph type="title"/>
          </p:nvPr>
        </p:nvSpPr>
        <p:spPr>
          <a:xfrm>
            <a:off x="407503" y="3586375"/>
            <a:ext cx="5864087" cy="808138"/>
          </a:xfrm>
        </p:spPr>
        <p:txBody>
          <a:bodyPr lIns="91440"/>
          <a:lstStyle/>
          <a:p>
            <a:r>
              <a:rPr lang="en-US"/>
              <a:t>Click to edit Master title style</a:t>
            </a:r>
          </a:p>
        </p:txBody>
      </p:sp>
      <p:pic>
        <p:nvPicPr>
          <p:cNvPr id="3" name="図 2">
            <a:extLst>
              <a:ext uri="{FF2B5EF4-FFF2-40B4-BE49-F238E27FC236}">
                <a16:creationId xmlns:a16="http://schemas.microsoft.com/office/drawing/2014/main" id="{56AF0D92-870F-4CA1-330E-948383C5834D}"/>
              </a:ext>
            </a:extLst>
          </p:cNvPr>
          <p:cNvPicPr>
            <a:picLocks noChangeAspect="1"/>
          </p:cNvPicPr>
          <p:nvPr userDrawn="1"/>
        </p:nvPicPr>
        <p:blipFill rotWithShape="1">
          <a:blip r:embed="rId4"/>
          <a:srcRect l="23141" r="22363"/>
          <a:stretch/>
        </p:blipFill>
        <p:spPr>
          <a:xfrm>
            <a:off x="731639" y="1701582"/>
            <a:ext cx="1844584" cy="1675959"/>
          </a:xfrm>
          <a:prstGeom prst="rect">
            <a:avLst/>
          </a:prstGeom>
        </p:spPr>
      </p:pic>
    </p:spTree>
    <p:extLst>
      <p:ext uri="{BB962C8B-B14F-4D97-AF65-F5344CB8AC3E}">
        <p14:creationId xmlns:p14="http://schemas.microsoft.com/office/powerpoint/2010/main" val="28031809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Nabs 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D1665B39-5A65-20DC-416D-D7106520AEB9}"/>
              </a:ext>
            </a:extLst>
          </p:cNvPr>
          <p:cNvSpPr/>
          <p:nvPr/>
        </p:nvSpPr>
        <p:spPr>
          <a:xfrm>
            <a:off x="0" y="1669775"/>
            <a:ext cx="12192000" cy="3766930"/>
          </a:xfrm>
          <a:prstGeom prst="rect">
            <a:avLst/>
          </a:prstGeom>
          <a:solidFill>
            <a:schemeClr val="bg1">
              <a:alpha val="87619"/>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p>
        </p:txBody>
      </p:sp>
      <p:sp>
        <p:nvSpPr>
          <p:cNvPr id="6" name="Right Triangle 1">
            <a:extLst>
              <a:ext uri="{FF2B5EF4-FFF2-40B4-BE49-F238E27FC236}">
                <a16:creationId xmlns:a16="http://schemas.microsoft.com/office/drawing/2014/main" id="{6181DB09-2547-7198-4AA8-746B7585D9AD}"/>
              </a:ext>
            </a:extLst>
          </p:cNvPr>
          <p:cNvSpPr/>
          <p:nvPr/>
        </p:nvSpPr>
        <p:spPr>
          <a:xfrm>
            <a:off x="-16909" y="-9111"/>
            <a:ext cx="5615608" cy="6906870"/>
          </a:xfrm>
          <a:custGeom>
            <a:avLst/>
            <a:gdLst>
              <a:gd name="connsiteX0" fmla="*/ 0 w 4244008"/>
              <a:gd name="connsiteY0" fmla="*/ 6858000 h 6858000"/>
              <a:gd name="connsiteX1" fmla="*/ 0 w 4244008"/>
              <a:gd name="connsiteY1" fmla="*/ 0 h 6858000"/>
              <a:gd name="connsiteX2" fmla="*/ 4244008 w 4244008"/>
              <a:gd name="connsiteY2" fmla="*/ 6858000 h 6858000"/>
              <a:gd name="connsiteX3" fmla="*/ 0 w 4244008"/>
              <a:gd name="connsiteY3" fmla="*/ 6858000 h 6858000"/>
              <a:gd name="connsiteX0" fmla="*/ 1 w 4244009"/>
              <a:gd name="connsiteY0" fmla="*/ 6858000 h 6858000"/>
              <a:gd name="connsiteX1" fmla="*/ 0 w 4244009"/>
              <a:gd name="connsiteY1" fmla="*/ 1023730 h 6858000"/>
              <a:gd name="connsiteX2" fmla="*/ 1 w 4244009"/>
              <a:gd name="connsiteY2" fmla="*/ 0 h 6858000"/>
              <a:gd name="connsiteX3" fmla="*/ 4244009 w 4244009"/>
              <a:gd name="connsiteY3" fmla="*/ 6858000 h 6858000"/>
              <a:gd name="connsiteX4" fmla="*/ 1 w 4244009"/>
              <a:gd name="connsiteY4" fmla="*/ 6858000 h 6858000"/>
              <a:gd name="connsiteX0" fmla="*/ 655983 w 4899991"/>
              <a:gd name="connsiteY0" fmla="*/ 6912905 h 6912905"/>
              <a:gd name="connsiteX1" fmla="*/ 0 w 4899991"/>
              <a:gd name="connsiteY1" fmla="*/ 104600 h 6912905"/>
              <a:gd name="connsiteX2" fmla="*/ 655983 w 4899991"/>
              <a:gd name="connsiteY2" fmla="*/ 54905 h 6912905"/>
              <a:gd name="connsiteX3" fmla="*/ 4899991 w 4899991"/>
              <a:gd name="connsiteY3" fmla="*/ 6912905 h 6912905"/>
              <a:gd name="connsiteX4" fmla="*/ 655983 w 4899991"/>
              <a:gd name="connsiteY4" fmla="*/ 6912905 h 6912905"/>
              <a:gd name="connsiteX0" fmla="*/ 19878 w 4899991"/>
              <a:gd name="connsiteY0" fmla="*/ 6922844 h 6922844"/>
              <a:gd name="connsiteX1" fmla="*/ 0 w 4899991"/>
              <a:gd name="connsiteY1" fmla="*/ 104600 h 6922844"/>
              <a:gd name="connsiteX2" fmla="*/ 655983 w 4899991"/>
              <a:gd name="connsiteY2" fmla="*/ 54905 h 6922844"/>
              <a:gd name="connsiteX3" fmla="*/ 4899991 w 4899991"/>
              <a:gd name="connsiteY3" fmla="*/ 6912905 h 6922844"/>
              <a:gd name="connsiteX4" fmla="*/ 19878 w 4899991"/>
              <a:gd name="connsiteY4" fmla="*/ 6922844 h 6922844"/>
              <a:gd name="connsiteX0" fmla="*/ 19878 w 4899991"/>
              <a:gd name="connsiteY0" fmla="*/ 6983106 h 6983106"/>
              <a:gd name="connsiteX1" fmla="*/ 0 w 4899991"/>
              <a:gd name="connsiteY1" fmla="*/ 164862 h 6983106"/>
              <a:gd name="connsiteX2" fmla="*/ 655983 w 4899991"/>
              <a:gd name="connsiteY2" fmla="*/ 115167 h 6983106"/>
              <a:gd name="connsiteX3" fmla="*/ 4899991 w 4899991"/>
              <a:gd name="connsiteY3" fmla="*/ 6973167 h 6983106"/>
              <a:gd name="connsiteX4" fmla="*/ 19878 w 4899991"/>
              <a:gd name="connsiteY4" fmla="*/ 6983106 h 6983106"/>
              <a:gd name="connsiteX0" fmla="*/ 19878 w 4899991"/>
              <a:gd name="connsiteY0" fmla="*/ 6867939 h 6867939"/>
              <a:gd name="connsiteX1" fmla="*/ 0 w 4899991"/>
              <a:gd name="connsiteY1" fmla="*/ 49695 h 6867939"/>
              <a:gd name="connsiteX2" fmla="*/ 655983 w 4899991"/>
              <a:gd name="connsiteY2" fmla="*/ 0 h 6867939"/>
              <a:gd name="connsiteX3" fmla="*/ 4899991 w 4899991"/>
              <a:gd name="connsiteY3" fmla="*/ 6858000 h 6867939"/>
              <a:gd name="connsiteX4" fmla="*/ 19878 w 4899991"/>
              <a:gd name="connsiteY4" fmla="*/ 6867939 h 6867939"/>
              <a:gd name="connsiteX0" fmla="*/ 29817 w 4909930"/>
              <a:gd name="connsiteY0" fmla="*/ 6877879 h 6877879"/>
              <a:gd name="connsiteX1" fmla="*/ 0 w 4909930"/>
              <a:gd name="connsiteY1" fmla="*/ 0 h 6877879"/>
              <a:gd name="connsiteX2" fmla="*/ 665922 w 4909930"/>
              <a:gd name="connsiteY2" fmla="*/ 9940 h 6877879"/>
              <a:gd name="connsiteX3" fmla="*/ 4909930 w 4909930"/>
              <a:gd name="connsiteY3" fmla="*/ 6867940 h 6877879"/>
              <a:gd name="connsiteX4" fmla="*/ 29817 w 4909930"/>
              <a:gd name="connsiteY4" fmla="*/ 6877879 h 6877879"/>
              <a:gd name="connsiteX0" fmla="*/ 29817 w 4909930"/>
              <a:gd name="connsiteY0" fmla="*/ 6877879 h 6877879"/>
              <a:gd name="connsiteX1" fmla="*/ 0 w 4909930"/>
              <a:gd name="connsiteY1" fmla="*/ 0 h 6877879"/>
              <a:gd name="connsiteX2" fmla="*/ 665922 w 4909930"/>
              <a:gd name="connsiteY2" fmla="*/ 9940 h 6877879"/>
              <a:gd name="connsiteX3" fmla="*/ 4909930 w 4909930"/>
              <a:gd name="connsiteY3" fmla="*/ 6867940 h 6877879"/>
              <a:gd name="connsiteX4" fmla="*/ 29817 w 4909930"/>
              <a:gd name="connsiteY4" fmla="*/ 6877879 h 6877879"/>
              <a:gd name="connsiteX0" fmla="*/ 29817 w 4909930"/>
              <a:gd name="connsiteY0" fmla="*/ 6877879 h 6877879"/>
              <a:gd name="connsiteX1" fmla="*/ 0 w 4909930"/>
              <a:gd name="connsiteY1" fmla="*/ 0 h 6877879"/>
              <a:gd name="connsiteX2" fmla="*/ 665922 w 4909930"/>
              <a:gd name="connsiteY2" fmla="*/ 9940 h 6877879"/>
              <a:gd name="connsiteX3" fmla="*/ 4909930 w 4909930"/>
              <a:gd name="connsiteY3" fmla="*/ 6867940 h 6877879"/>
              <a:gd name="connsiteX4" fmla="*/ 29817 w 4909930"/>
              <a:gd name="connsiteY4" fmla="*/ 6877879 h 6877879"/>
              <a:gd name="connsiteX0" fmla="*/ 29817 w 4909930"/>
              <a:gd name="connsiteY0" fmla="*/ 6881616 h 6881616"/>
              <a:gd name="connsiteX1" fmla="*/ 0 w 4909930"/>
              <a:gd name="connsiteY1" fmla="*/ 3737 h 6881616"/>
              <a:gd name="connsiteX2" fmla="*/ 665922 w 4909930"/>
              <a:gd name="connsiteY2" fmla="*/ 13677 h 6881616"/>
              <a:gd name="connsiteX3" fmla="*/ 4909930 w 4909930"/>
              <a:gd name="connsiteY3" fmla="*/ 6871677 h 6881616"/>
              <a:gd name="connsiteX4" fmla="*/ 29817 w 4909930"/>
              <a:gd name="connsiteY4" fmla="*/ 6881616 h 6881616"/>
              <a:gd name="connsiteX0" fmla="*/ 29817 w 4909930"/>
              <a:gd name="connsiteY0" fmla="*/ 6867939 h 6867939"/>
              <a:gd name="connsiteX1" fmla="*/ 0 w 4909930"/>
              <a:gd name="connsiteY1" fmla="*/ 9938 h 6867939"/>
              <a:gd name="connsiteX2" fmla="*/ 665922 w 4909930"/>
              <a:gd name="connsiteY2" fmla="*/ 0 h 6867939"/>
              <a:gd name="connsiteX3" fmla="*/ 4909930 w 4909930"/>
              <a:gd name="connsiteY3" fmla="*/ 6858000 h 6867939"/>
              <a:gd name="connsiteX4" fmla="*/ 29817 w 4909930"/>
              <a:gd name="connsiteY4" fmla="*/ 6867939 h 6867939"/>
              <a:gd name="connsiteX0" fmla="*/ 39756 w 4919869"/>
              <a:gd name="connsiteY0" fmla="*/ 6881616 h 6881616"/>
              <a:gd name="connsiteX1" fmla="*/ 0 w 4919869"/>
              <a:gd name="connsiteY1" fmla="*/ 3737 h 6881616"/>
              <a:gd name="connsiteX2" fmla="*/ 675861 w 4919869"/>
              <a:gd name="connsiteY2" fmla="*/ 13677 h 6881616"/>
              <a:gd name="connsiteX3" fmla="*/ 4919869 w 4919869"/>
              <a:gd name="connsiteY3" fmla="*/ 6871677 h 6881616"/>
              <a:gd name="connsiteX4" fmla="*/ 39756 w 4919869"/>
              <a:gd name="connsiteY4" fmla="*/ 6881616 h 6881616"/>
              <a:gd name="connsiteX0" fmla="*/ 4084982 w 8965095"/>
              <a:gd name="connsiteY0" fmla="*/ 6873159 h 6873159"/>
              <a:gd name="connsiteX1" fmla="*/ 0 w 8965095"/>
              <a:gd name="connsiteY1" fmla="*/ 5220 h 6873159"/>
              <a:gd name="connsiteX2" fmla="*/ 4721087 w 8965095"/>
              <a:gd name="connsiteY2" fmla="*/ 5220 h 6873159"/>
              <a:gd name="connsiteX3" fmla="*/ 8965095 w 8965095"/>
              <a:gd name="connsiteY3" fmla="*/ 6863220 h 6873159"/>
              <a:gd name="connsiteX4" fmla="*/ 4084982 w 8965095"/>
              <a:gd name="connsiteY4" fmla="*/ 6873159 h 6873159"/>
              <a:gd name="connsiteX0" fmla="*/ 19877 w 8965095"/>
              <a:gd name="connsiteY0" fmla="*/ 6853281 h 6863220"/>
              <a:gd name="connsiteX1" fmla="*/ 0 w 8965095"/>
              <a:gd name="connsiteY1" fmla="*/ 5220 h 6863220"/>
              <a:gd name="connsiteX2" fmla="*/ 4721087 w 8965095"/>
              <a:gd name="connsiteY2" fmla="*/ 5220 h 6863220"/>
              <a:gd name="connsiteX3" fmla="*/ 8965095 w 8965095"/>
              <a:gd name="connsiteY3" fmla="*/ 6863220 h 6863220"/>
              <a:gd name="connsiteX4" fmla="*/ 19877 w 8965095"/>
              <a:gd name="connsiteY4" fmla="*/ 6853281 h 6863220"/>
              <a:gd name="connsiteX0" fmla="*/ 0 w 8975035"/>
              <a:gd name="connsiteY0" fmla="*/ 6873159 h 6873159"/>
              <a:gd name="connsiteX1" fmla="*/ 9940 w 8975035"/>
              <a:gd name="connsiteY1" fmla="*/ 5220 h 6873159"/>
              <a:gd name="connsiteX2" fmla="*/ 4731027 w 8975035"/>
              <a:gd name="connsiteY2" fmla="*/ 5220 h 6873159"/>
              <a:gd name="connsiteX3" fmla="*/ 8975035 w 8975035"/>
              <a:gd name="connsiteY3" fmla="*/ 6863220 h 6873159"/>
              <a:gd name="connsiteX4" fmla="*/ 0 w 8975035"/>
              <a:gd name="connsiteY4" fmla="*/ 6873159 h 6873159"/>
              <a:gd name="connsiteX0" fmla="*/ 318051 w 8965095"/>
              <a:gd name="connsiteY0" fmla="*/ 6893037 h 6893037"/>
              <a:gd name="connsiteX1" fmla="*/ 0 w 8965095"/>
              <a:gd name="connsiteY1" fmla="*/ 5220 h 6893037"/>
              <a:gd name="connsiteX2" fmla="*/ 4721087 w 8965095"/>
              <a:gd name="connsiteY2" fmla="*/ 5220 h 6893037"/>
              <a:gd name="connsiteX3" fmla="*/ 8965095 w 8965095"/>
              <a:gd name="connsiteY3" fmla="*/ 6863220 h 6893037"/>
              <a:gd name="connsiteX4" fmla="*/ 318051 w 8965095"/>
              <a:gd name="connsiteY4" fmla="*/ 6893037 h 6893037"/>
              <a:gd name="connsiteX0" fmla="*/ 248477 w 8965095"/>
              <a:gd name="connsiteY0" fmla="*/ 6912916 h 6912916"/>
              <a:gd name="connsiteX1" fmla="*/ 0 w 8965095"/>
              <a:gd name="connsiteY1" fmla="*/ 5220 h 6912916"/>
              <a:gd name="connsiteX2" fmla="*/ 4721087 w 8965095"/>
              <a:gd name="connsiteY2" fmla="*/ 5220 h 6912916"/>
              <a:gd name="connsiteX3" fmla="*/ 8965095 w 8965095"/>
              <a:gd name="connsiteY3" fmla="*/ 6863220 h 6912916"/>
              <a:gd name="connsiteX4" fmla="*/ 248477 w 8965095"/>
              <a:gd name="connsiteY4" fmla="*/ 6912916 h 6912916"/>
              <a:gd name="connsiteX0" fmla="*/ 89451 w 8806069"/>
              <a:gd name="connsiteY0" fmla="*/ 6907696 h 6907696"/>
              <a:gd name="connsiteX1" fmla="*/ 0 w 8806069"/>
              <a:gd name="connsiteY1" fmla="*/ 39756 h 6907696"/>
              <a:gd name="connsiteX2" fmla="*/ 4562061 w 8806069"/>
              <a:gd name="connsiteY2" fmla="*/ 0 h 6907696"/>
              <a:gd name="connsiteX3" fmla="*/ 8806069 w 8806069"/>
              <a:gd name="connsiteY3" fmla="*/ 6858000 h 6907696"/>
              <a:gd name="connsiteX4" fmla="*/ 89451 w 8806069"/>
              <a:gd name="connsiteY4" fmla="*/ 6907696 h 6907696"/>
              <a:gd name="connsiteX0" fmla="*/ 0 w 8716618"/>
              <a:gd name="connsiteY0" fmla="*/ 6907696 h 6907696"/>
              <a:gd name="connsiteX1" fmla="*/ 1 w 8716618"/>
              <a:gd name="connsiteY1" fmla="*/ 9939 h 6907696"/>
              <a:gd name="connsiteX2" fmla="*/ 4472610 w 8716618"/>
              <a:gd name="connsiteY2" fmla="*/ 0 h 6907696"/>
              <a:gd name="connsiteX3" fmla="*/ 8716618 w 8716618"/>
              <a:gd name="connsiteY3" fmla="*/ 6858000 h 6907696"/>
              <a:gd name="connsiteX4" fmla="*/ 0 w 8716618"/>
              <a:gd name="connsiteY4" fmla="*/ 6907696 h 6907696"/>
              <a:gd name="connsiteX0" fmla="*/ 9938 w 8726556"/>
              <a:gd name="connsiteY0" fmla="*/ 6921372 h 6921372"/>
              <a:gd name="connsiteX1" fmla="*/ 0 w 8726556"/>
              <a:gd name="connsiteY1" fmla="*/ 3737 h 6921372"/>
              <a:gd name="connsiteX2" fmla="*/ 4482548 w 8726556"/>
              <a:gd name="connsiteY2" fmla="*/ 13676 h 6921372"/>
              <a:gd name="connsiteX3" fmla="*/ 8726556 w 8726556"/>
              <a:gd name="connsiteY3" fmla="*/ 6871676 h 6921372"/>
              <a:gd name="connsiteX4" fmla="*/ 9938 w 8726556"/>
              <a:gd name="connsiteY4" fmla="*/ 6921372 h 6921372"/>
              <a:gd name="connsiteX0" fmla="*/ 9938 w 8726556"/>
              <a:gd name="connsiteY0" fmla="*/ 6917635 h 6917635"/>
              <a:gd name="connsiteX1" fmla="*/ 0 w 8726556"/>
              <a:gd name="connsiteY1" fmla="*/ 0 h 6917635"/>
              <a:gd name="connsiteX2" fmla="*/ 4482548 w 8726556"/>
              <a:gd name="connsiteY2" fmla="*/ 9939 h 6917635"/>
              <a:gd name="connsiteX3" fmla="*/ 8726556 w 8726556"/>
              <a:gd name="connsiteY3" fmla="*/ 6867939 h 6917635"/>
              <a:gd name="connsiteX4" fmla="*/ 9938 w 8726556"/>
              <a:gd name="connsiteY4" fmla="*/ 6917635 h 6917635"/>
              <a:gd name="connsiteX0" fmla="*/ 0 w 8716618"/>
              <a:gd name="connsiteY0" fmla="*/ 6907696 h 6907696"/>
              <a:gd name="connsiteX1" fmla="*/ 1470992 w 8716618"/>
              <a:gd name="connsiteY1" fmla="*/ 168965 h 6907696"/>
              <a:gd name="connsiteX2" fmla="*/ 4472610 w 8716618"/>
              <a:gd name="connsiteY2" fmla="*/ 0 h 6907696"/>
              <a:gd name="connsiteX3" fmla="*/ 8716618 w 8716618"/>
              <a:gd name="connsiteY3" fmla="*/ 6858000 h 6907696"/>
              <a:gd name="connsiteX4" fmla="*/ 0 w 8716618"/>
              <a:gd name="connsiteY4" fmla="*/ 6907696 h 6907696"/>
              <a:gd name="connsiteX0" fmla="*/ 0 w 8716618"/>
              <a:gd name="connsiteY0" fmla="*/ 6907696 h 6907696"/>
              <a:gd name="connsiteX1" fmla="*/ 3110949 w 8716618"/>
              <a:gd name="connsiteY1" fmla="*/ 9939 h 6907696"/>
              <a:gd name="connsiteX2" fmla="*/ 4472610 w 8716618"/>
              <a:gd name="connsiteY2" fmla="*/ 0 h 6907696"/>
              <a:gd name="connsiteX3" fmla="*/ 8716618 w 8716618"/>
              <a:gd name="connsiteY3" fmla="*/ 6858000 h 6907696"/>
              <a:gd name="connsiteX4" fmla="*/ 0 w 8716618"/>
              <a:gd name="connsiteY4" fmla="*/ 6907696 h 6907696"/>
              <a:gd name="connsiteX0" fmla="*/ 0 w 5724940"/>
              <a:gd name="connsiteY0" fmla="*/ 6907696 h 6907696"/>
              <a:gd name="connsiteX1" fmla="*/ 119271 w 5724940"/>
              <a:gd name="connsiteY1" fmla="*/ 9939 h 6907696"/>
              <a:gd name="connsiteX2" fmla="*/ 1480932 w 5724940"/>
              <a:gd name="connsiteY2" fmla="*/ 0 h 6907696"/>
              <a:gd name="connsiteX3" fmla="*/ 5724940 w 5724940"/>
              <a:gd name="connsiteY3" fmla="*/ 6858000 h 6907696"/>
              <a:gd name="connsiteX4" fmla="*/ 0 w 5724940"/>
              <a:gd name="connsiteY4" fmla="*/ 6907696 h 6907696"/>
              <a:gd name="connsiteX0" fmla="*/ 29816 w 5605669"/>
              <a:gd name="connsiteY0" fmla="*/ 6907696 h 6907696"/>
              <a:gd name="connsiteX1" fmla="*/ 0 w 5605669"/>
              <a:gd name="connsiteY1" fmla="*/ 9939 h 6907696"/>
              <a:gd name="connsiteX2" fmla="*/ 1361661 w 5605669"/>
              <a:gd name="connsiteY2" fmla="*/ 0 h 6907696"/>
              <a:gd name="connsiteX3" fmla="*/ 5605669 w 5605669"/>
              <a:gd name="connsiteY3" fmla="*/ 6858000 h 6907696"/>
              <a:gd name="connsiteX4" fmla="*/ 29816 w 5605669"/>
              <a:gd name="connsiteY4" fmla="*/ 6907696 h 6907696"/>
              <a:gd name="connsiteX0" fmla="*/ 69573 w 5605669"/>
              <a:gd name="connsiteY0" fmla="*/ 6937513 h 6937513"/>
              <a:gd name="connsiteX1" fmla="*/ 0 w 5605669"/>
              <a:gd name="connsiteY1" fmla="*/ 9939 h 6937513"/>
              <a:gd name="connsiteX2" fmla="*/ 1361661 w 5605669"/>
              <a:gd name="connsiteY2" fmla="*/ 0 h 6937513"/>
              <a:gd name="connsiteX3" fmla="*/ 5605669 w 5605669"/>
              <a:gd name="connsiteY3" fmla="*/ 6858000 h 6937513"/>
              <a:gd name="connsiteX4" fmla="*/ 69573 w 5605669"/>
              <a:gd name="connsiteY4" fmla="*/ 6937513 h 6937513"/>
              <a:gd name="connsiteX0" fmla="*/ 0 w 5605670"/>
              <a:gd name="connsiteY0" fmla="*/ 6897757 h 6897757"/>
              <a:gd name="connsiteX1" fmla="*/ 1 w 5605670"/>
              <a:gd name="connsiteY1" fmla="*/ 9939 h 6897757"/>
              <a:gd name="connsiteX2" fmla="*/ 1361662 w 5605670"/>
              <a:gd name="connsiteY2" fmla="*/ 0 h 6897757"/>
              <a:gd name="connsiteX3" fmla="*/ 5605670 w 5605670"/>
              <a:gd name="connsiteY3" fmla="*/ 6858000 h 6897757"/>
              <a:gd name="connsiteX4" fmla="*/ 0 w 5605670"/>
              <a:gd name="connsiteY4" fmla="*/ 6897757 h 6897757"/>
              <a:gd name="connsiteX0" fmla="*/ 9938 w 5615608"/>
              <a:gd name="connsiteY0" fmla="*/ 6897757 h 6897757"/>
              <a:gd name="connsiteX1" fmla="*/ 0 w 5615608"/>
              <a:gd name="connsiteY1" fmla="*/ 9939 h 6897757"/>
              <a:gd name="connsiteX2" fmla="*/ 1371600 w 5615608"/>
              <a:gd name="connsiteY2" fmla="*/ 0 h 6897757"/>
              <a:gd name="connsiteX3" fmla="*/ 5615608 w 5615608"/>
              <a:gd name="connsiteY3" fmla="*/ 6858000 h 6897757"/>
              <a:gd name="connsiteX4" fmla="*/ 9938 w 5615608"/>
              <a:gd name="connsiteY4" fmla="*/ 6897757 h 6897757"/>
              <a:gd name="connsiteX0" fmla="*/ 9938 w 5615608"/>
              <a:gd name="connsiteY0" fmla="*/ 6906868 h 6906868"/>
              <a:gd name="connsiteX1" fmla="*/ 0 w 5615608"/>
              <a:gd name="connsiteY1" fmla="*/ 0 h 6906868"/>
              <a:gd name="connsiteX2" fmla="*/ 1371600 w 5615608"/>
              <a:gd name="connsiteY2" fmla="*/ 9111 h 6906868"/>
              <a:gd name="connsiteX3" fmla="*/ 5615608 w 5615608"/>
              <a:gd name="connsiteY3" fmla="*/ 6867111 h 6906868"/>
              <a:gd name="connsiteX4" fmla="*/ 9938 w 5615608"/>
              <a:gd name="connsiteY4" fmla="*/ 6906868 h 6906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15608" h="6906868">
                <a:moveTo>
                  <a:pt x="9938" y="6906868"/>
                </a:moveTo>
                <a:cubicBezTo>
                  <a:pt x="9938" y="4962111"/>
                  <a:pt x="14908" y="3438939"/>
                  <a:pt x="0" y="0"/>
                </a:cubicBezTo>
                <a:lnTo>
                  <a:pt x="1371600" y="9111"/>
                </a:lnTo>
                <a:lnTo>
                  <a:pt x="5615608" y="6867111"/>
                </a:lnTo>
                <a:lnTo>
                  <a:pt x="9938" y="6906868"/>
                </a:lnTo>
                <a:close/>
              </a:path>
            </a:pathLst>
          </a:custGeom>
          <a:solidFill>
            <a:schemeClr val="bg1"/>
          </a:solidFill>
          <a:ln w="12700" cap="flat">
            <a:noFill/>
            <a:miter lim="400000"/>
          </a:ln>
          <a:effectLst>
            <a:outerShdw blurRad="267942" dist="38100" algn="l" rotWithShape="0">
              <a:srgbClr val="063958">
                <a:alpha val="56121"/>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lstStyle/>
          <a:p>
            <a:pPr marL="0" marR="0" indent="0" algn="ctr" defTabSz="914400" rtl="0" fontAlgn="auto" latinLnBrk="0" hangingPunct="0">
              <a:lnSpc>
                <a:spcPct val="100000"/>
              </a:lnSpc>
              <a:spcBef>
                <a:spcPts val="0"/>
              </a:spcBef>
              <a:spcAft>
                <a:spcPts val="0"/>
              </a:spcAft>
              <a:buClrTx/>
              <a:buSzTx/>
              <a:buFontTx/>
              <a:buNone/>
              <a:tabLst/>
            </a:pPr>
            <a:endParaRPr kumimoji="0" lang="en-US" sz="1200" b="0" i="0" u="none" strike="noStrike" cap="none" spc="0" normalizeH="0" baseline="0" dirty="0">
              <a:ln>
                <a:noFill/>
              </a:ln>
              <a:solidFill>
                <a:srgbClr val="50626A"/>
              </a:solidFill>
              <a:effectLst/>
              <a:uFillTx/>
              <a:latin typeface="Arial" panose="020B0604020202020204" pitchFamily="34" charset="0"/>
              <a:ea typeface="+mn-ea"/>
              <a:cs typeface="+mn-cs"/>
              <a:sym typeface="Calibri"/>
            </a:endParaRPr>
          </a:p>
        </p:txBody>
      </p:sp>
      <p:pic>
        <p:nvPicPr>
          <p:cNvPr id="7" name="Picture 6">
            <a:extLst>
              <a:ext uri="{FF2B5EF4-FFF2-40B4-BE49-F238E27FC236}">
                <a16:creationId xmlns:a16="http://schemas.microsoft.com/office/drawing/2014/main" id="{C911EF92-FB4D-FDCE-E79B-83AF9AF1519E}"/>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622064" y="3172968"/>
            <a:ext cx="1566288" cy="1020419"/>
          </a:xfrm>
          <a:prstGeom prst="rect">
            <a:avLst/>
          </a:prstGeom>
        </p:spPr>
      </p:pic>
      <p:sp>
        <p:nvSpPr>
          <p:cNvPr id="3" name="Title 2">
            <a:extLst>
              <a:ext uri="{FF2B5EF4-FFF2-40B4-BE49-F238E27FC236}">
                <a16:creationId xmlns:a16="http://schemas.microsoft.com/office/drawing/2014/main" id="{2B2A4150-9DA6-42D1-284D-733A65D0B695}"/>
              </a:ext>
            </a:extLst>
          </p:cNvPr>
          <p:cNvSpPr>
            <a:spLocks noGrp="1"/>
          </p:cNvSpPr>
          <p:nvPr>
            <p:ph type="title"/>
          </p:nvPr>
        </p:nvSpPr>
        <p:spPr>
          <a:xfrm>
            <a:off x="4297680" y="3172968"/>
            <a:ext cx="7911229" cy="808138"/>
          </a:xfrm>
        </p:spPr>
        <p:txBody>
          <a:bodyPr/>
          <a:lstStyle>
            <a:lvl1pPr>
              <a:defRPr sz="3200">
                <a:solidFill>
                  <a:schemeClr val="accent4"/>
                </a:solidFill>
              </a:defRPr>
            </a:lvl1pPr>
          </a:lstStyle>
          <a:p>
            <a:r>
              <a:rPr lang="en-US"/>
              <a:t>Click to edit Master title style</a:t>
            </a:r>
          </a:p>
        </p:txBody>
      </p:sp>
      <p:pic>
        <p:nvPicPr>
          <p:cNvPr id="2" name="図 1">
            <a:extLst>
              <a:ext uri="{FF2B5EF4-FFF2-40B4-BE49-F238E27FC236}">
                <a16:creationId xmlns:a16="http://schemas.microsoft.com/office/drawing/2014/main" id="{4C5D6158-75ED-89D4-C789-A40024BCB768}"/>
              </a:ext>
            </a:extLst>
          </p:cNvPr>
          <p:cNvPicPr>
            <a:picLocks noChangeAspect="1"/>
          </p:cNvPicPr>
          <p:nvPr userDrawn="1"/>
        </p:nvPicPr>
        <p:blipFill rotWithShape="1">
          <a:blip r:embed="rId4"/>
          <a:srcRect l="23141" r="22363"/>
          <a:stretch/>
        </p:blipFill>
        <p:spPr>
          <a:xfrm>
            <a:off x="55776" y="2926084"/>
            <a:ext cx="1566288" cy="1423104"/>
          </a:xfrm>
          <a:prstGeom prst="rect">
            <a:avLst/>
          </a:prstGeom>
        </p:spPr>
      </p:pic>
    </p:spTree>
    <p:extLst>
      <p:ext uri="{BB962C8B-B14F-4D97-AF65-F5344CB8AC3E}">
        <p14:creationId xmlns:p14="http://schemas.microsoft.com/office/powerpoint/2010/main" val="39821770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56">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amp;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5B625F-C15A-4238-ABAC-07D8ECC9190F}"/>
              </a:ext>
            </a:extLst>
          </p:cNvPr>
          <p:cNvSpPr>
            <a:spLocks noGrp="1"/>
          </p:cNvSpPr>
          <p:nvPr>
            <p:ph type="title"/>
          </p:nvPr>
        </p:nvSpPr>
        <p:spPr/>
        <p:txBody>
          <a:bodyPr/>
          <a:lstStyle/>
          <a:p>
            <a:r>
              <a:rPr lang="en-US"/>
              <a:t>Click to edit Master title style</a:t>
            </a:r>
          </a:p>
        </p:txBody>
      </p:sp>
      <p:sp>
        <p:nvSpPr>
          <p:cNvPr id="3" name="Slide Number Placeholder 2">
            <a:extLst>
              <a:ext uri="{FF2B5EF4-FFF2-40B4-BE49-F238E27FC236}">
                <a16:creationId xmlns:a16="http://schemas.microsoft.com/office/drawing/2014/main" id="{93700611-B61B-4ABD-BE4D-17E6DAC9A66F}"/>
              </a:ext>
            </a:extLst>
          </p:cNvPr>
          <p:cNvSpPr>
            <a:spLocks noGrp="1"/>
          </p:cNvSpPr>
          <p:nvPr>
            <p:ph type="sldNum" sz="quarter" idx="10"/>
          </p:nvPr>
        </p:nvSpPr>
        <p:spPr/>
        <p:txBody>
          <a:bodyPr/>
          <a:lstStyle/>
          <a:p>
            <a:fld id="{2B143D1D-9801-49CA-88C0-178C03B6937F}" type="slidenum">
              <a:rPr lang="en-US" smtClean="0"/>
              <a:t>‹#›</a:t>
            </a:fld>
            <a:endParaRPr lang="en-US" dirty="0"/>
          </a:p>
        </p:txBody>
      </p:sp>
      <p:sp>
        <p:nvSpPr>
          <p:cNvPr id="4" name="Body Level One…">
            <a:extLst>
              <a:ext uri="{FF2B5EF4-FFF2-40B4-BE49-F238E27FC236}">
                <a16:creationId xmlns:a16="http://schemas.microsoft.com/office/drawing/2014/main" id="{40EBB8DB-A9D6-4FF1-A2F3-96E6783B8182}"/>
              </a:ext>
            </a:extLst>
          </p:cNvPr>
          <p:cNvSpPr txBox="1">
            <a:spLocks noGrp="1"/>
          </p:cNvSpPr>
          <p:nvPr>
            <p:ph idx="1"/>
          </p:nvPr>
        </p:nvSpPr>
        <p:spPr>
          <a:xfrm>
            <a:off x="347472" y="1280160"/>
            <a:ext cx="11460020" cy="5081908"/>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45719" rIns="45719">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a:extLst>
              <a:ext uri="{FF2B5EF4-FFF2-40B4-BE49-F238E27FC236}">
                <a16:creationId xmlns:a16="http://schemas.microsoft.com/office/drawing/2014/main" id="{2A693616-0248-8133-F288-F4E37CFA4D70}"/>
              </a:ext>
            </a:extLst>
          </p:cNvPr>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39239833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mp; Content w/ Note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5B625F-C15A-4238-ABAC-07D8ECC9190F}"/>
              </a:ext>
            </a:extLst>
          </p:cNvPr>
          <p:cNvSpPr>
            <a:spLocks noGrp="1"/>
          </p:cNvSpPr>
          <p:nvPr>
            <p:ph type="title"/>
          </p:nvPr>
        </p:nvSpPr>
        <p:spPr/>
        <p:txBody>
          <a:bodyPr/>
          <a:lstStyle/>
          <a:p>
            <a:r>
              <a:rPr lang="en-US"/>
              <a:t>Click to edit Master title style</a:t>
            </a:r>
          </a:p>
        </p:txBody>
      </p:sp>
      <p:sp>
        <p:nvSpPr>
          <p:cNvPr id="4" name="Body Level One…">
            <a:extLst>
              <a:ext uri="{FF2B5EF4-FFF2-40B4-BE49-F238E27FC236}">
                <a16:creationId xmlns:a16="http://schemas.microsoft.com/office/drawing/2014/main" id="{40EBB8DB-A9D6-4FF1-A2F3-96E6783B8182}"/>
              </a:ext>
            </a:extLst>
          </p:cNvPr>
          <p:cNvSpPr txBox="1">
            <a:spLocks noGrp="1"/>
          </p:cNvSpPr>
          <p:nvPr>
            <p:ph idx="1"/>
          </p:nvPr>
        </p:nvSpPr>
        <p:spPr>
          <a:xfrm>
            <a:off x="347472" y="1280160"/>
            <a:ext cx="11522128" cy="435133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ext Placeholder 5">
            <a:extLst>
              <a:ext uri="{FF2B5EF4-FFF2-40B4-BE49-F238E27FC236}">
                <a16:creationId xmlns:a16="http://schemas.microsoft.com/office/drawing/2014/main" id="{4CB08785-6C13-4F42-AEB0-A7E31B949AD0}"/>
              </a:ext>
            </a:extLst>
          </p:cNvPr>
          <p:cNvSpPr>
            <a:spLocks noGrp="1"/>
          </p:cNvSpPr>
          <p:nvPr>
            <p:ph type="body" sz="quarter" idx="11" hasCustomPrompt="1"/>
          </p:nvPr>
        </p:nvSpPr>
        <p:spPr>
          <a:xfrm>
            <a:off x="272233" y="6036177"/>
            <a:ext cx="10070406" cy="365125"/>
          </a:xfrm>
        </p:spPr>
        <p:txBody>
          <a:bodyPr lIns="91440" anchor="b">
            <a:noAutofit/>
          </a:bodyPr>
          <a:lstStyle>
            <a:lvl1pPr marL="0" indent="0">
              <a:buNone/>
              <a:defRPr sz="900">
                <a:solidFill>
                  <a:schemeClr val="tx1">
                    <a:lumMod val="50000"/>
                    <a:lumOff val="50000"/>
                  </a:schemeClr>
                </a:solidFill>
              </a:defRPr>
            </a:lvl1pPr>
          </a:lstStyle>
          <a:p>
            <a:pPr lvl="0"/>
            <a:r>
              <a:rPr lang="en-US"/>
              <a:t>Footnotes</a:t>
            </a:r>
          </a:p>
        </p:txBody>
      </p:sp>
      <p:sp>
        <p:nvSpPr>
          <p:cNvPr id="6" name="Footer Placeholder 5">
            <a:extLst>
              <a:ext uri="{FF2B5EF4-FFF2-40B4-BE49-F238E27FC236}">
                <a16:creationId xmlns:a16="http://schemas.microsoft.com/office/drawing/2014/main" id="{A861A535-BA79-05B3-5AF6-6BE830EA6687}"/>
              </a:ext>
            </a:extLst>
          </p:cNvPr>
          <p:cNvSpPr>
            <a:spLocks noGrp="1"/>
          </p:cNvSpPr>
          <p:nvPr>
            <p:ph type="ftr" sz="quarter" idx="12"/>
          </p:nvPr>
        </p:nvSpPr>
        <p:spPr/>
        <p:txBody>
          <a:bodyPr/>
          <a:lstStyle/>
          <a:p>
            <a:endParaRPr lang="en-US" dirty="0"/>
          </a:p>
        </p:txBody>
      </p:sp>
      <p:sp>
        <p:nvSpPr>
          <p:cNvPr id="7" name="Slide Number Placeholder 6">
            <a:extLst>
              <a:ext uri="{FF2B5EF4-FFF2-40B4-BE49-F238E27FC236}">
                <a16:creationId xmlns:a16="http://schemas.microsoft.com/office/drawing/2014/main" id="{B3BC38D2-B36B-D29F-9AA7-994F07556DE1}"/>
              </a:ext>
            </a:extLst>
          </p:cNvPr>
          <p:cNvSpPr>
            <a:spLocks noGrp="1"/>
          </p:cNvSpPr>
          <p:nvPr>
            <p:ph type="sldNum" sz="quarter" idx="13"/>
          </p:nvPr>
        </p:nvSpPr>
        <p:spPr/>
        <p:txBody>
          <a:bodyPr/>
          <a:lstStyle/>
          <a:p>
            <a:fld id="{2B143D1D-9801-49CA-88C0-178C03B6937F}" type="slidenum">
              <a:rPr lang="en-US" smtClean="0"/>
              <a:t>‹#›</a:t>
            </a:fld>
            <a:endParaRPr lang="en-US" dirty="0"/>
          </a:p>
        </p:txBody>
      </p:sp>
    </p:spTree>
    <p:extLst>
      <p:ext uri="{BB962C8B-B14F-4D97-AF65-F5344CB8AC3E}">
        <p14:creationId xmlns:p14="http://schemas.microsoft.com/office/powerpoint/2010/main" val="26748024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Title Only Dark">
    <p:bg>
      <p:bgPr>
        <a:gradFill>
          <a:gsLst>
            <a:gs pos="1000">
              <a:schemeClr val="accent6"/>
            </a:gs>
            <a:gs pos="100000">
              <a:srgbClr val="000738"/>
            </a:gs>
            <a:gs pos="42000">
              <a:srgbClr val="063958"/>
            </a:gs>
          </a:gsLst>
          <a:path path="circle">
            <a:fillToRect l="100000" t="100000"/>
          </a:path>
        </a:gradFill>
        <a:effectLst/>
      </p:bgPr>
    </p:bg>
    <p:spTree>
      <p:nvGrpSpPr>
        <p:cNvPr id="1" name=""/>
        <p:cNvGrpSpPr/>
        <p:nvPr/>
      </p:nvGrpSpPr>
      <p:grpSpPr>
        <a:xfrm>
          <a:off x="0" y="0"/>
          <a:ext cx="0" cy="0"/>
          <a:chOff x="0" y="0"/>
          <a:chExt cx="0" cy="0"/>
        </a:xfrm>
      </p:grpSpPr>
      <p:sp>
        <p:nvSpPr>
          <p:cNvPr id="35" name="Title Text"/>
          <p:cNvSpPr txBox="1">
            <a:spLocks noGrp="1"/>
          </p:cNvSpPr>
          <p:nvPr>
            <p:ph type="title"/>
          </p:nvPr>
        </p:nvSpPr>
        <p:spPr>
          <a:prstGeom prst="rect">
            <a:avLst/>
          </a:prstGeom>
        </p:spPr>
        <p:txBody>
          <a:bodyPr/>
          <a:lstStyle>
            <a:lvl1pPr>
              <a:defRPr>
                <a:solidFill>
                  <a:schemeClr val="bg1"/>
                </a:solidFill>
              </a:defRPr>
            </a:lvl1pPr>
          </a:lstStyle>
          <a:p>
            <a:r>
              <a:rPr lang="en-US"/>
              <a:t>Click to edit Master title style</a:t>
            </a:r>
            <a:endParaRPr/>
          </a:p>
        </p:txBody>
      </p:sp>
      <p:sp>
        <p:nvSpPr>
          <p:cNvPr id="3" name="Slide Number Placeholder 2">
            <a:extLst>
              <a:ext uri="{FF2B5EF4-FFF2-40B4-BE49-F238E27FC236}">
                <a16:creationId xmlns:a16="http://schemas.microsoft.com/office/drawing/2014/main" id="{B3C47A46-FF53-3EF5-3718-12552EC56F59}"/>
              </a:ext>
            </a:extLst>
          </p:cNvPr>
          <p:cNvSpPr>
            <a:spLocks noGrp="1"/>
          </p:cNvSpPr>
          <p:nvPr>
            <p:ph type="sldNum" sz="quarter" idx="11"/>
          </p:nvPr>
        </p:nvSpPr>
        <p:spPr>
          <a:xfrm>
            <a:off x="296055" y="6412748"/>
            <a:ext cx="426564" cy="365125"/>
          </a:xfrm>
        </p:spPr>
        <p:txBody>
          <a:bodyPr/>
          <a:lstStyle>
            <a:lvl1pPr>
              <a:defRPr>
                <a:solidFill>
                  <a:schemeClr val="bg1"/>
                </a:solidFill>
              </a:defRPr>
            </a:lvl1pPr>
          </a:lstStyle>
          <a:p>
            <a:fld id="{2B143D1D-9801-49CA-88C0-178C03B6937F}" type="slidenum">
              <a:rPr lang="en-US" smtClean="0"/>
              <a:pPr/>
              <a:t>‹#›</a:t>
            </a:fld>
            <a:endParaRPr lang="en-US" dirty="0"/>
          </a:p>
        </p:txBody>
      </p:sp>
      <p:sp>
        <p:nvSpPr>
          <p:cNvPr id="4" name="Footer Placeholder 3">
            <a:extLst>
              <a:ext uri="{FF2B5EF4-FFF2-40B4-BE49-F238E27FC236}">
                <a16:creationId xmlns:a16="http://schemas.microsoft.com/office/drawing/2014/main" id="{90D8638C-4F5F-7956-F266-42A2C6FB1BF5}"/>
              </a:ext>
            </a:extLst>
          </p:cNvPr>
          <p:cNvSpPr>
            <a:spLocks noGrp="1"/>
          </p:cNvSpPr>
          <p:nvPr>
            <p:ph type="ftr" sz="quarter" idx="12"/>
          </p:nvPr>
        </p:nvSpPr>
        <p:spPr/>
        <p:txBody>
          <a:bodyPr/>
          <a:lstStyle>
            <a:lvl1pPr>
              <a:defRPr>
                <a:solidFill>
                  <a:schemeClr val="bg1"/>
                </a:solidFill>
              </a:defRPr>
            </a:lvl1pPr>
          </a:lstStyle>
          <a:p>
            <a:endParaRPr lang="en-US" dirty="0"/>
          </a:p>
        </p:txBody>
      </p:sp>
      <p:pic>
        <p:nvPicPr>
          <p:cNvPr id="5" name="Graphic 4">
            <a:extLst>
              <a:ext uri="{FF2B5EF4-FFF2-40B4-BE49-F238E27FC236}">
                <a16:creationId xmlns:a16="http://schemas.microsoft.com/office/drawing/2014/main" id="{C1F8C85C-BFAA-DC82-25E9-742DA6EB15A1}"/>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806884" y="6082764"/>
            <a:ext cx="1082711" cy="721807"/>
          </a:xfrm>
          <a:prstGeom prst="rect">
            <a:avLst/>
          </a:prstGeom>
        </p:spPr>
      </p:pic>
    </p:spTree>
    <p:extLst>
      <p:ext uri="{BB962C8B-B14F-4D97-AF65-F5344CB8AC3E}">
        <p14:creationId xmlns:p14="http://schemas.microsoft.com/office/powerpoint/2010/main" val="18004822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Left Side">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2C5727E7-0CEB-3F42-D5D8-424A5AAAB81E}"/>
              </a:ext>
            </a:extLst>
          </p:cNvPr>
          <p:cNvPicPr>
            <a:picLocks noChangeAspect="1"/>
          </p:cNvPicPr>
          <p:nvPr/>
        </p:nvPicPr>
        <p:blipFill>
          <a:blip r:embed="rId2">
            <a:extLst>
              <a:ext uri="{28A0092B-C50C-407E-A947-70E740481C1C}">
                <a14:useLocalDpi xmlns:a14="http://schemas.microsoft.com/office/drawing/2010/main" val="0"/>
              </a:ext>
            </a:extLst>
          </a:blip>
          <a:srcRect l="28718" r="28718"/>
          <a:stretch/>
        </p:blipFill>
        <p:spPr>
          <a:xfrm>
            <a:off x="-3810" y="0"/>
            <a:ext cx="5176311" cy="6858000"/>
          </a:xfrm>
          <a:prstGeom prst="rect">
            <a:avLst/>
          </a:prstGeom>
        </p:spPr>
      </p:pic>
      <p:sp>
        <p:nvSpPr>
          <p:cNvPr id="8" name="Rectangle 7">
            <a:extLst>
              <a:ext uri="{FF2B5EF4-FFF2-40B4-BE49-F238E27FC236}">
                <a16:creationId xmlns:a16="http://schemas.microsoft.com/office/drawing/2014/main" id="{945E0678-FA16-AB81-99E1-753A53DF58AD}"/>
              </a:ext>
            </a:extLst>
          </p:cNvPr>
          <p:cNvSpPr/>
          <p:nvPr userDrawn="1"/>
        </p:nvSpPr>
        <p:spPr>
          <a:xfrm>
            <a:off x="0" y="-1"/>
            <a:ext cx="5176311" cy="5880539"/>
          </a:xfrm>
          <a:prstGeom prst="rect">
            <a:avLst/>
          </a:prstGeom>
          <a:gradFill flip="none" rotWithShape="1">
            <a:gsLst>
              <a:gs pos="0">
                <a:schemeClr val="accent6">
                  <a:alpha val="0"/>
                </a:schemeClr>
              </a:gs>
              <a:gs pos="95000">
                <a:schemeClr val="bg2"/>
              </a:gs>
            </a:gsLst>
            <a:lin ang="16200000" scaled="1"/>
            <a:tileRect/>
          </a:gra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lstStyle/>
          <a:p>
            <a:pPr marL="0" marR="0" indent="0" algn="ctr" defTabSz="914400" rtl="0" fontAlgn="auto" latinLnBrk="0" hangingPunct="0">
              <a:lnSpc>
                <a:spcPct val="100000"/>
              </a:lnSpc>
              <a:spcBef>
                <a:spcPts val="0"/>
              </a:spcBef>
              <a:spcAft>
                <a:spcPts val="0"/>
              </a:spcAft>
              <a:buClrTx/>
              <a:buSzTx/>
              <a:buFontTx/>
              <a:buNone/>
              <a:tabLst/>
            </a:pPr>
            <a:endParaRPr kumimoji="0" lang="en-US" sz="1200" b="0" i="0" u="none" strike="noStrike" cap="none" spc="0" normalizeH="0" baseline="0" dirty="0">
              <a:ln>
                <a:noFill/>
              </a:ln>
              <a:solidFill>
                <a:srgbClr val="50626A"/>
              </a:solidFill>
              <a:effectLst/>
              <a:uFillTx/>
              <a:latin typeface="Arial" panose="020B0604020202020204" pitchFamily="34" charset="0"/>
              <a:ea typeface="+mn-ea"/>
              <a:cs typeface="+mn-cs"/>
              <a:sym typeface="Calibri"/>
            </a:endParaRPr>
          </a:p>
        </p:txBody>
      </p:sp>
      <p:sp>
        <p:nvSpPr>
          <p:cNvPr id="2" name="Title 1">
            <a:extLst>
              <a:ext uri="{FF2B5EF4-FFF2-40B4-BE49-F238E27FC236}">
                <a16:creationId xmlns:a16="http://schemas.microsoft.com/office/drawing/2014/main" id="{4A5B625F-C15A-4238-ABAC-07D8ECC9190F}"/>
              </a:ext>
            </a:extLst>
          </p:cNvPr>
          <p:cNvSpPr>
            <a:spLocks noGrp="1"/>
          </p:cNvSpPr>
          <p:nvPr>
            <p:ph type="title"/>
          </p:nvPr>
        </p:nvSpPr>
        <p:spPr>
          <a:xfrm>
            <a:off x="272233" y="317212"/>
            <a:ext cx="4518131" cy="1892587"/>
          </a:xfrm>
        </p:spPr>
        <p:txBody>
          <a:bodyPr/>
          <a:lstStyle>
            <a:lvl1pPr>
              <a:defRPr>
                <a:solidFill>
                  <a:schemeClr val="bg1"/>
                </a:solidFill>
              </a:defRPr>
            </a:lvl1pPr>
          </a:lstStyle>
          <a:p>
            <a:r>
              <a:rPr lang="en-US"/>
              <a:t>Click to edit Master title style</a:t>
            </a:r>
          </a:p>
        </p:txBody>
      </p:sp>
      <p:sp>
        <p:nvSpPr>
          <p:cNvPr id="3" name="Slide Number Placeholder 2">
            <a:extLst>
              <a:ext uri="{FF2B5EF4-FFF2-40B4-BE49-F238E27FC236}">
                <a16:creationId xmlns:a16="http://schemas.microsoft.com/office/drawing/2014/main" id="{93700611-B61B-4ABD-BE4D-17E6DAC9A66F}"/>
              </a:ext>
            </a:extLst>
          </p:cNvPr>
          <p:cNvSpPr>
            <a:spLocks noGrp="1"/>
          </p:cNvSpPr>
          <p:nvPr>
            <p:ph type="sldNum" sz="quarter" idx="10"/>
          </p:nvPr>
        </p:nvSpPr>
        <p:spPr/>
        <p:txBody>
          <a:bodyPr/>
          <a:lstStyle>
            <a:lvl1pPr>
              <a:defRPr>
                <a:solidFill>
                  <a:schemeClr val="bg1"/>
                </a:solidFill>
              </a:defRPr>
            </a:lvl1pPr>
          </a:lstStyle>
          <a:p>
            <a:fld id="{2B143D1D-9801-49CA-88C0-178C03B6937F}" type="slidenum">
              <a:rPr lang="en-US" smtClean="0"/>
              <a:t>‹#›</a:t>
            </a:fld>
            <a:endParaRPr lang="en-US" dirty="0"/>
          </a:p>
        </p:txBody>
      </p:sp>
      <p:sp>
        <p:nvSpPr>
          <p:cNvPr id="4" name="Body Level One…">
            <a:extLst>
              <a:ext uri="{FF2B5EF4-FFF2-40B4-BE49-F238E27FC236}">
                <a16:creationId xmlns:a16="http://schemas.microsoft.com/office/drawing/2014/main" id="{40EBB8DB-A9D6-4FF1-A2F3-96E6783B8182}"/>
              </a:ext>
            </a:extLst>
          </p:cNvPr>
          <p:cNvSpPr txBox="1">
            <a:spLocks noGrp="1"/>
          </p:cNvSpPr>
          <p:nvPr>
            <p:ph idx="1"/>
          </p:nvPr>
        </p:nvSpPr>
        <p:spPr>
          <a:xfrm>
            <a:off x="5581933" y="560356"/>
            <a:ext cx="6398195" cy="551659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a:extLst>
              <a:ext uri="{FF2B5EF4-FFF2-40B4-BE49-F238E27FC236}">
                <a16:creationId xmlns:a16="http://schemas.microsoft.com/office/drawing/2014/main" id="{D1649BBA-C546-F173-EE3F-1CF65B3DB20A}"/>
              </a:ext>
            </a:extLst>
          </p:cNvPr>
          <p:cNvSpPr>
            <a:spLocks noGrp="1"/>
          </p:cNvSpPr>
          <p:nvPr>
            <p:ph type="ftr" sz="quarter" idx="11"/>
          </p:nvPr>
        </p:nvSpPr>
        <p:spPr/>
        <p:txBody>
          <a:bodyPr/>
          <a:lstStyle>
            <a:lvl1pPr>
              <a:defRPr>
                <a:solidFill>
                  <a:schemeClr val="bg1"/>
                </a:solidFill>
              </a:defRPr>
            </a:lvl1pPr>
          </a:lstStyle>
          <a:p>
            <a:endParaRPr lang="en-US" dirty="0"/>
          </a:p>
        </p:txBody>
      </p:sp>
    </p:spTree>
    <p:extLst>
      <p:ext uri="{BB962C8B-B14F-4D97-AF65-F5344CB8AC3E}">
        <p14:creationId xmlns:p14="http://schemas.microsoft.com/office/powerpoint/2010/main" val="36851016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Right Side">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2C5727E7-0CEB-3F42-D5D8-424A5AAAB81E}"/>
              </a:ext>
            </a:extLst>
          </p:cNvPr>
          <p:cNvPicPr>
            <a:picLocks noChangeAspect="1"/>
          </p:cNvPicPr>
          <p:nvPr/>
        </p:nvPicPr>
        <p:blipFill rotWithShape="1">
          <a:blip r:embed="rId2">
            <a:extLst>
              <a:ext uri="{28A0092B-C50C-407E-A947-70E740481C1C}">
                <a14:useLocalDpi xmlns:a14="http://schemas.microsoft.com/office/drawing/2010/main" val="0"/>
              </a:ext>
            </a:extLst>
          </a:blip>
          <a:srcRect l="26689" r="30747"/>
          <a:stretch/>
        </p:blipFill>
        <p:spPr>
          <a:xfrm flipH="1" flipV="1">
            <a:off x="7015689" y="0"/>
            <a:ext cx="5176311" cy="6858000"/>
          </a:xfrm>
          <a:prstGeom prst="rect">
            <a:avLst/>
          </a:prstGeom>
        </p:spPr>
      </p:pic>
      <p:sp>
        <p:nvSpPr>
          <p:cNvPr id="7" name="Rectangle 6">
            <a:extLst>
              <a:ext uri="{FF2B5EF4-FFF2-40B4-BE49-F238E27FC236}">
                <a16:creationId xmlns:a16="http://schemas.microsoft.com/office/drawing/2014/main" id="{F06027A1-0D62-16F7-30CE-41BFE8B26C7C}"/>
              </a:ext>
            </a:extLst>
          </p:cNvPr>
          <p:cNvSpPr/>
          <p:nvPr/>
        </p:nvSpPr>
        <p:spPr>
          <a:xfrm>
            <a:off x="7015689" y="-1"/>
            <a:ext cx="5176311" cy="6777874"/>
          </a:xfrm>
          <a:prstGeom prst="rect">
            <a:avLst/>
          </a:prstGeom>
          <a:gradFill flip="none" rotWithShape="1">
            <a:gsLst>
              <a:gs pos="0">
                <a:schemeClr val="accent6">
                  <a:alpha val="0"/>
                </a:schemeClr>
              </a:gs>
              <a:gs pos="95000">
                <a:schemeClr val="bg2"/>
              </a:gs>
            </a:gsLst>
            <a:lin ang="16200000" scaled="1"/>
            <a:tileRect/>
          </a:gra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lstStyle/>
          <a:p>
            <a:pPr marL="0" marR="0" indent="0" algn="ctr" defTabSz="914400" rtl="0" fontAlgn="auto" latinLnBrk="0" hangingPunct="0">
              <a:lnSpc>
                <a:spcPct val="100000"/>
              </a:lnSpc>
              <a:spcBef>
                <a:spcPts val="0"/>
              </a:spcBef>
              <a:spcAft>
                <a:spcPts val="0"/>
              </a:spcAft>
              <a:buClrTx/>
              <a:buSzTx/>
              <a:buFontTx/>
              <a:buNone/>
              <a:tabLst/>
            </a:pPr>
            <a:endParaRPr kumimoji="0" lang="en-US" sz="1200" b="0" i="0" u="none" strike="noStrike" cap="none" spc="0" normalizeH="0" baseline="0" dirty="0">
              <a:ln>
                <a:noFill/>
              </a:ln>
              <a:solidFill>
                <a:srgbClr val="50626A"/>
              </a:solidFill>
              <a:effectLst/>
              <a:uFillTx/>
              <a:latin typeface="Arial" panose="020B0604020202020204" pitchFamily="34" charset="0"/>
              <a:ea typeface="+mn-ea"/>
              <a:cs typeface="+mn-cs"/>
              <a:sym typeface="Calibri"/>
            </a:endParaRPr>
          </a:p>
        </p:txBody>
      </p:sp>
      <p:sp>
        <p:nvSpPr>
          <p:cNvPr id="4" name="Body Level One…">
            <a:extLst>
              <a:ext uri="{FF2B5EF4-FFF2-40B4-BE49-F238E27FC236}">
                <a16:creationId xmlns:a16="http://schemas.microsoft.com/office/drawing/2014/main" id="{40EBB8DB-A9D6-4FF1-A2F3-96E6783B8182}"/>
              </a:ext>
            </a:extLst>
          </p:cNvPr>
          <p:cNvSpPr txBox="1">
            <a:spLocks noGrp="1"/>
          </p:cNvSpPr>
          <p:nvPr>
            <p:ph idx="1"/>
          </p:nvPr>
        </p:nvSpPr>
        <p:spPr>
          <a:xfrm>
            <a:off x="347472" y="1242203"/>
            <a:ext cx="6398195" cy="496809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8" name="Title 7">
            <a:extLst>
              <a:ext uri="{FF2B5EF4-FFF2-40B4-BE49-F238E27FC236}">
                <a16:creationId xmlns:a16="http://schemas.microsoft.com/office/drawing/2014/main" id="{0FB071E8-809B-6890-C6B9-812E8369D165}"/>
              </a:ext>
            </a:extLst>
          </p:cNvPr>
          <p:cNvSpPr>
            <a:spLocks noGrp="1"/>
          </p:cNvSpPr>
          <p:nvPr>
            <p:ph type="title"/>
          </p:nvPr>
        </p:nvSpPr>
        <p:spPr/>
        <p:txBody>
          <a:bodyPr/>
          <a:lstStyle/>
          <a:p>
            <a:r>
              <a:rPr lang="en-US"/>
              <a:t>Click to edit Master title style</a:t>
            </a:r>
          </a:p>
        </p:txBody>
      </p:sp>
      <p:sp>
        <p:nvSpPr>
          <p:cNvPr id="5" name="Footer Placeholder 4">
            <a:extLst>
              <a:ext uri="{FF2B5EF4-FFF2-40B4-BE49-F238E27FC236}">
                <a16:creationId xmlns:a16="http://schemas.microsoft.com/office/drawing/2014/main" id="{3B21BB59-32EF-F98A-2990-317BB5943E8A}"/>
              </a:ext>
            </a:extLst>
          </p:cNvPr>
          <p:cNvSpPr>
            <a:spLocks noGrp="1"/>
          </p:cNvSpPr>
          <p:nvPr>
            <p:ph type="ftr" sz="quarter" idx="10"/>
          </p:nvPr>
        </p:nvSpPr>
        <p:spPr/>
        <p:txBody>
          <a:bodyPr/>
          <a:lstStyle/>
          <a:p>
            <a:endParaRPr lang="en-US" dirty="0"/>
          </a:p>
        </p:txBody>
      </p:sp>
      <p:sp>
        <p:nvSpPr>
          <p:cNvPr id="10" name="Slide Number Placeholder 9">
            <a:extLst>
              <a:ext uri="{FF2B5EF4-FFF2-40B4-BE49-F238E27FC236}">
                <a16:creationId xmlns:a16="http://schemas.microsoft.com/office/drawing/2014/main" id="{5B7AFE7E-7CB0-FD25-F78E-7DA5692308E7}"/>
              </a:ext>
            </a:extLst>
          </p:cNvPr>
          <p:cNvSpPr>
            <a:spLocks noGrp="1"/>
          </p:cNvSpPr>
          <p:nvPr>
            <p:ph type="sldNum" sz="quarter" idx="11"/>
          </p:nvPr>
        </p:nvSpPr>
        <p:spPr/>
        <p:txBody>
          <a:bodyPr/>
          <a:lstStyle/>
          <a:p>
            <a:fld id="{2B143D1D-9801-49CA-88C0-178C03B6937F}" type="slidenum">
              <a:rPr lang="en-US" smtClean="0"/>
              <a:t>‹#›</a:t>
            </a:fld>
            <a:endParaRPr lang="en-US" dirty="0"/>
          </a:p>
        </p:txBody>
      </p:sp>
      <p:pic>
        <p:nvPicPr>
          <p:cNvPr id="3" name="Picture 2">
            <a:extLst>
              <a:ext uri="{FF2B5EF4-FFF2-40B4-BE49-F238E27FC236}">
                <a16:creationId xmlns:a16="http://schemas.microsoft.com/office/drawing/2014/main" id="{7424F124-A258-66DC-3AAE-6DDE6D9BAB50}"/>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10886330" y="6126042"/>
            <a:ext cx="934494" cy="620833"/>
          </a:xfrm>
          <a:prstGeom prst="rect">
            <a:avLst/>
          </a:prstGeom>
          <a:effectLst/>
        </p:spPr>
      </p:pic>
    </p:spTree>
    <p:extLst>
      <p:ext uri="{BB962C8B-B14F-4D97-AF65-F5344CB8AC3E}">
        <p14:creationId xmlns:p14="http://schemas.microsoft.com/office/powerpoint/2010/main" val="11899864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dirty="0"/>
              <a:t>Click to edit Master title style</a:t>
            </a:r>
          </a:p>
        </p:txBody>
      </p:sp>
      <p:sp>
        <p:nvSpPr>
          <p:cNvPr id="3" name="Content Placeholder 2"/>
          <p:cNvSpPr>
            <a:spLocks noGrp="1"/>
          </p:cNvSpPr>
          <p:nvPr>
            <p:ph idx="1"/>
          </p:nvPr>
        </p:nvSpPr>
        <p:spPr/>
        <p:txBody>
          <a:bodyPr/>
          <a:lstStyle>
            <a:lvl1pPr>
              <a:spcBef>
                <a:spcPts val="1867"/>
              </a:spcBef>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endParaRPr lang="en-US" dirty="0"/>
          </a:p>
        </p:txBody>
      </p:sp>
    </p:spTree>
    <p:extLst>
      <p:ext uri="{BB962C8B-B14F-4D97-AF65-F5344CB8AC3E}">
        <p14:creationId xmlns:p14="http://schemas.microsoft.com/office/powerpoint/2010/main" val="3792275632"/>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584200" y="1097350"/>
            <a:ext cx="11216640" cy="49377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r>
              <a:rPr lang="en-US"/>
              <a:t>Footer for Disclaimer Text</a:t>
            </a:r>
          </a:p>
        </p:txBody>
      </p:sp>
      <p:sp>
        <p:nvSpPr>
          <p:cNvPr id="6" name="Slide Number Placeholder 5"/>
          <p:cNvSpPr>
            <a:spLocks noGrp="1"/>
          </p:cNvSpPr>
          <p:nvPr>
            <p:ph type="sldNum" sz="quarter" idx="12"/>
          </p:nvPr>
        </p:nvSpPr>
        <p:spPr/>
        <p:txBody>
          <a:bodyPr/>
          <a:lstStyle/>
          <a:p>
            <a:fld id="{C0543ED3-111B-4842-9D2D-918F903AB236}" type="slidenum">
              <a:rPr lang="en-US" smtClean="0"/>
              <a:t>‹#›</a:t>
            </a:fld>
            <a:endParaRPr lang="en-US"/>
          </a:p>
        </p:txBody>
      </p:sp>
      <p:sp>
        <p:nvSpPr>
          <p:cNvPr id="8" name="Title 1">
            <a:extLst>
              <a:ext uri="{FF2B5EF4-FFF2-40B4-BE49-F238E27FC236}">
                <a16:creationId xmlns:a16="http://schemas.microsoft.com/office/drawing/2014/main" id="{B5F21A9D-C709-4722-BAF7-7EFE6AE15C00}"/>
              </a:ext>
            </a:extLst>
          </p:cNvPr>
          <p:cNvSpPr>
            <a:spLocks noGrp="1"/>
          </p:cNvSpPr>
          <p:nvPr>
            <p:ph type="ctrTitle"/>
          </p:nvPr>
        </p:nvSpPr>
        <p:spPr>
          <a:xfrm>
            <a:off x="919656" y="664237"/>
            <a:ext cx="10363200" cy="319596"/>
          </a:xfrm>
          <a:prstGeom prst="rect">
            <a:avLst/>
          </a:prstGeom>
        </p:spPr>
        <p:txBody>
          <a:bodyPr vert="horz" lIns="0" tIns="0" rIns="0" bIns="0" rtlCol="0" anchor="ctr">
            <a:normAutofit/>
          </a:bodyPr>
          <a:lstStyle>
            <a:lvl1pPr algn="ctr">
              <a:defRPr lang="en-US" sz="1800" dirty="0">
                <a:solidFill>
                  <a:schemeClr val="bg1"/>
                </a:solidFill>
              </a:defRPr>
            </a:lvl1pPr>
          </a:lstStyle>
          <a:p>
            <a:pPr lvl="0"/>
            <a:endParaRPr lang="en-US"/>
          </a:p>
        </p:txBody>
      </p:sp>
    </p:spTree>
    <p:extLst>
      <p:ext uri="{BB962C8B-B14F-4D97-AF65-F5344CB8AC3E}">
        <p14:creationId xmlns:p14="http://schemas.microsoft.com/office/powerpoint/2010/main" val="2708982801"/>
      </p:ext>
    </p:extLst>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p:cSld name="Compariso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38EABC0-EFC6-D243-946E-F42B969FE9B9}"/>
              </a:ext>
            </a:extLst>
          </p:cNvPr>
          <p:cNvSpPr>
            <a:spLocks noGrp="1"/>
          </p:cNvSpPr>
          <p:nvPr>
            <p:ph type="body" idx="1"/>
          </p:nvPr>
        </p:nvSpPr>
        <p:spPr>
          <a:xfrm>
            <a:off x="347472" y="1144401"/>
            <a:ext cx="5760625" cy="823912"/>
          </a:xfrm>
        </p:spPr>
        <p:txBody>
          <a:bodyPr anchor="b"/>
          <a:lstStyle>
            <a:lvl1pPr marL="0" indent="0">
              <a:buNone/>
              <a:defRPr sz="2000" b="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CB5420B-0671-9947-8ACD-9947290B10A6}"/>
              </a:ext>
            </a:extLst>
          </p:cNvPr>
          <p:cNvSpPr>
            <a:spLocks noGrp="1"/>
          </p:cNvSpPr>
          <p:nvPr>
            <p:ph sz="half" idx="2"/>
          </p:nvPr>
        </p:nvSpPr>
        <p:spPr>
          <a:xfrm>
            <a:off x="347472" y="1968312"/>
            <a:ext cx="5760625" cy="404585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DBC9F15-7C0B-4444-AE75-34E3127776B9}"/>
              </a:ext>
            </a:extLst>
          </p:cNvPr>
          <p:cNvSpPr>
            <a:spLocks noGrp="1"/>
          </p:cNvSpPr>
          <p:nvPr>
            <p:ph type="body" sz="quarter" idx="3"/>
          </p:nvPr>
        </p:nvSpPr>
        <p:spPr>
          <a:xfrm>
            <a:off x="6318913" y="1144401"/>
            <a:ext cx="5517485" cy="823912"/>
          </a:xfrm>
        </p:spPr>
        <p:txBody>
          <a:bodyPr anchor="b"/>
          <a:lstStyle>
            <a:lvl1pPr marL="0" indent="0">
              <a:buNone/>
              <a:defRPr sz="2000" b="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8CAFEF0-01F2-2E44-94D8-FD3D3CE15F1F}"/>
              </a:ext>
            </a:extLst>
          </p:cNvPr>
          <p:cNvSpPr>
            <a:spLocks noGrp="1"/>
          </p:cNvSpPr>
          <p:nvPr>
            <p:ph sz="quarter" idx="4"/>
          </p:nvPr>
        </p:nvSpPr>
        <p:spPr>
          <a:xfrm>
            <a:off x="6318913" y="1968312"/>
            <a:ext cx="5517485" cy="404585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itle 11">
            <a:extLst>
              <a:ext uri="{FF2B5EF4-FFF2-40B4-BE49-F238E27FC236}">
                <a16:creationId xmlns:a16="http://schemas.microsoft.com/office/drawing/2014/main" id="{A53AB65E-510E-4C42-BD7A-EC2B31E26B1F}"/>
              </a:ext>
            </a:extLst>
          </p:cNvPr>
          <p:cNvSpPr>
            <a:spLocks noGrp="1"/>
          </p:cNvSpPr>
          <p:nvPr>
            <p:ph type="title"/>
          </p:nvPr>
        </p:nvSpPr>
        <p:spPr/>
        <p:txBody>
          <a:bodyPr/>
          <a:lstStyle/>
          <a:p>
            <a:r>
              <a:rPr lang="en-US"/>
              <a:t>Click to edit Master title style</a:t>
            </a:r>
          </a:p>
        </p:txBody>
      </p:sp>
      <p:sp>
        <p:nvSpPr>
          <p:cNvPr id="2" name="Footer Placeholder 1">
            <a:extLst>
              <a:ext uri="{FF2B5EF4-FFF2-40B4-BE49-F238E27FC236}">
                <a16:creationId xmlns:a16="http://schemas.microsoft.com/office/drawing/2014/main" id="{F17E5D93-47C7-C366-2531-FB5F387B5132}"/>
              </a:ext>
            </a:extLst>
          </p:cNvPr>
          <p:cNvSpPr>
            <a:spLocks noGrp="1"/>
          </p:cNvSpPr>
          <p:nvPr>
            <p:ph type="ftr" sz="quarter" idx="13"/>
          </p:nvPr>
        </p:nvSpPr>
        <p:spPr/>
        <p:txBody>
          <a:bodyPr/>
          <a:lstStyle/>
          <a:p>
            <a:endParaRPr lang="en-US"/>
          </a:p>
        </p:txBody>
      </p:sp>
      <p:sp>
        <p:nvSpPr>
          <p:cNvPr id="7" name="Slide Number Placeholder 6">
            <a:extLst>
              <a:ext uri="{FF2B5EF4-FFF2-40B4-BE49-F238E27FC236}">
                <a16:creationId xmlns:a16="http://schemas.microsoft.com/office/drawing/2014/main" id="{E7A034DA-6BF8-D5C0-A344-983B2CDFAB2B}"/>
              </a:ext>
            </a:extLst>
          </p:cNvPr>
          <p:cNvSpPr>
            <a:spLocks noGrp="1"/>
          </p:cNvSpPr>
          <p:nvPr>
            <p:ph type="sldNum" sz="quarter" idx="14"/>
          </p:nvPr>
        </p:nvSpPr>
        <p:spPr/>
        <p:txBody>
          <a:bodyPr/>
          <a:lstStyle/>
          <a:p>
            <a:fld id="{2B143D1D-9801-49CA-88C0-178C03B6937F}" type="slidenum">
              <a:rPr lang="en-US" smtClean="0"/>
              <a:t>‹#›</a:t>
            </a:fld>
            <a:endParaRPr lang="en-US"/>
          </a:p>
        </p:txBody>
      </p:sp>
    </p:spTree>
    <p:extLst>
      <p:ext uri="{BB962C8B-B14F-4D97-AF65-F5344CB8AC3E}">
        <p14:creationId xmlns:p14="http://schemas.microsoft.com/office/powerpoint/2010/main" val="4116339178"/>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4" name="Footer Placeholder 3"/>
          <p:cNvSpPr>
            <a:spLocks noGrp="1"/>
          </p:cNvSpPr>
          <p:nvPr>
            <p:ph type="ftr" sz="quarter" idx="11"/>
          </p:nvPr>
        </p:nvSpPr>
        <p:spPr/>
        <p:txBody>
          <a:bodyPr/>
          <a:lstStyle>
            <a:lvl1pPr>
              <a:defRPr>
                <a:latin typeface="Montserrat" panose="00000500000000000000" pitchFamily="2"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lumMod val="50000"/>
                  <a:lumOff val="50000"/>
                </a:srgbClr>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357811476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839789" y="898413"/>
            <a:ext cx="5157787" cy="688295"/>
          </a:xfrm>
        </p:spPr>
        <p:txBody>
          <a:bodyPr anchor="b">
            <a:normAutofit/>
          </a:bodyPr>
          <a:lstStyle>
            <a:lvl1pPr marL="0" indent="0">
              <a:buNone/>
              <a:defRPr sz="22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9" y="1609856"/>
            <a:ext cx="5157787" cy="4605750"/>
          </a:xfrm>
        </p:spPr>
        <p:txBody>
          <a:bodyPr vert="horz" lIns="91440" tIns="45720" rIns="91440" bIns="45720" rtlCol="0">
            <a:normAutofit/>
          </a:bodyPr>
          <a:lstStyle>
            <a:lvl1pPr>
              <a:defRPr lang="en-US" sz="1800" smtClean="0"/>
            </a:lvl1pPr>
            <a:lvl2pPr>
              <a:defRPr lang="en-US" sz="1600" smtClean="0"/>
            </a:lvl2pPr>
            <a:lvl3pPr>
              <a:defRPr lang="en-US" sz="1400" smtClean="0"/>
            </a:lvl3pPr>
            <a:lvl4pPr>
              <a:defRPr lang="en-US" sz="1200" smtClean="0"/>
            </a:lvl4pPr>
            <a:lvl5pPr>
              <a:defRPr lang="en-US" sz="1100" dirty="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2" y="898413"/>
            <a:ext cx="5183188" cy="688295"/>
          </a:xfrm>
        </p:spPr>
        <p:txBody>
          <a:bodyPr anchor="b">
            <a:normAutofit/>
          </a:bodyPr>
          <a:lstStyle>
            <a:lvl1pPr marL="0" indent="0">
              <a:buNone/>
              <a:defRPr sz="22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2" y="1609856"/>
            <a:ext cx="5183188" cy="4605750"/>
          </a:xfrm>
        </p:spPr>
        <p:txBody>
          <a:bodyPr vert="horz" lIns="91440" tIns="45720" rIns="91440" bIns="45720" rtlCol="0">
            <a:normAutofit/>
          </a:bodyPr>
          <a:lstStyle>
            <a:lvl1pPr>
              <a:defRPr lang="en-US" sz="1800" smtClean="0"/>
            </a:lvl1pPr>
            <a:lvl2pPr>
              <a:defRPr lang="en-US" sz="1600" smtClean="0"/>
            </a:lvl2pPr>
            <a:lvl3pPr>
              <a:defRPr lang="en-US" sz="1400" smtClean="0"/>
            </a:lvl3pPr>
            <a:lvl4pPr>
              <a:defRPr lang="en-US" sz="1200" smtClean="0"/>
            </a:lvl4pPr>
            <a:lvl5pPr>
              <a:defRPr lang="en-US" sz="1100" dirty="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lumMod val="50000"/>
                    <a:lumOff val="50000"/>
                  </a:srgbClr>
                </a:solidFill>
                <a:effectLst/>
                <a:uLnTx/>
                <a:uFillTx/>
                <a:latin typeface="Arial" panose="020B0604020202020204" pitchFamily="34" charset="0"/>
                <a:ea typeface="+mn-ea"/>
                <a:cs typeface="+mn-cs"/>
              </a:rPr>
              <a:t>Footer for Disclaimer Text</a:t>
            </a:r>
          </a:p>
        </p:txBody>
      </p:sp>
      <p:sp>
        <p:nvSpPr>
          <p:cNvPr id="9" name="Slide Number Placeholder 8"/>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C0543ED3-111B-4842-9D2D-918F903AB236}" type="slidenum">
              <a:rPr kumimoji="0" lang="en-US" sz="900" b="0" i="0" u="none" strike="noStrike" kern="1200" cap="none" spc="0" normalizeH="0" baseline="0" noProof="0" smtClean="0">
                <a:ln>
                  <a:noFill/>
                </a:ln>
                <a:solidFill>
                  <a:srgbClr val="FFFFFF">
                    <a:lumMod val="50000"/>
                  </a:srgbClr>
                </a:solidFill>
                <a:effectLst/>
                <a:uLnTx/>
                <a:uFillTx/>
                <a:latin typeface="Arial" panose="020B06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en-US" sz="900" b="0" i="0" u="none" strike="noStrike" kern="1200" cap="none" spc="0" normalizeH="0" baseline="0" noProof="0">
              <a:ln>
                <a:noFill/>
              </a:ln>
              <a:solidFill>
                <a:srgbClr val="FFFFFF">
                  <a:lumMod val="50000"/>
                </a:srgbClr>
              </a:solidFill>
              <a:effectLst/>
              <a:uLnTx/>
              <a:uFillTx/>
              <a:latin typeface="Arial" panose="020B0604020202020204"/>
              <a:ea typeface="+mn-ea"/>
              <a:cs typeface="+mn-cs"/>
            </a:endParaRPr>
          </a:p>
        </p:txBody>
      </p:sp>
      <p:sp>
        <p:nvSpPr>
          <p:cNvPr id="2" name="Title 1">
            <a:extLst>
              <a:ext uri="{FF2B5EF4-FFF2-40B4-BE49-F238E27FC236}">
                <a16:creationId xmlns:a16="http://schemas.microsoft.com/office/drawing/2014/main" id="{D49139FD-7FAA-C320-1F74-EF8EFCBDD273}"/>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9543106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Title, Subtitle and Content">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6498492D-209F-8990-61CC-ED49CC0B3B74}"/>
              </a:ext>
            </a:extLst>
          </p:cNvPr>
          <p:cNvSpPr txBox="1">
            <a:spLocks noGrp="1"/>
          </p:cNvSpPr>
          <p:nvPr>
            <p:ph idx="4294967295"/>
          </p:nvPr>
        </p:nvSpPr>
        <p:spPr>
          <a:xfrm>
            <a:off x="347472" y="1501700"/>
            <a:ext cx="11523314" cy="4493855"/>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9">
            <a:extLst>
              <a:ext uri="{FF2B5EF4-FFF2-40B4-BE49-F238E27FC236}">
                <a16:creationId xmlns:a16="http://schemas.microsoft.com/office/drawing/2014/main" id="{5FEA786A-42C0-4767-2C74-11CE491F31C8}"/>
              </a:ext>
            </a:extLst>
          </p:cNvPr>
          <p:cNvSpPr txBox="1">
            <a:spLocks noGrp="1"/>
          </p:cNvSpPr>
          <p:nvPr>
            <p:ph type="title"/>
          </p:nvPr>
        </p:nvSpPr>
        <p:spPr/>
        <p:txBody>
          <a:bodyPr/>
          <a:lstStyle>
            <a:lvl1pPr>
              <a:defRPr/>
            </a:lvl1pPr>
          </a:lstStyle>
          <a:p>
            <a:pPr lvl="0"/>
            <a:r>
              <a:rPr lang="en-US"/>
              <a:t>Click to edit Master title style</a:t>
            </a:r>
          </a:p>
        </p:txBody>
      </p:sp>
      <p:sp>
        <p:nvSpPr>
          <p:cNvPr id="4" name="Footer Placeholder 1">
            <a:extLst>
              <a:ext uri="{FF2B5EF4-FFF2-40B4-BE49-F238E27FC236}">
                <a16:creationId xmlns:a16="http://schemas.microsoft.com/office/drawing/2014/main" id="{FF8173E8-E4FF-516B-C860-B860FD61411A}"/>
              </a:ext>
            </a:extLst>
          </p:cNvPr>
          <p:cNvSpPr txBox="1">
            <a:spLocks noGrp="1"/>
          </p:cNvSpPr>
          <p:nvPr>
            <p:ph type="ftr" sz="quarter" idx="9"/>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lumMod val="50000"/>
                  <a:lumOff val="50000"/>
                </a:srgbClr>
              </a:solidFill>
              <a:effectLst/>
              <a:uLnTx/>
              <a:uFillTx/>
              <a:latin typeface="Arial" panose="020B0604020202020204" pitchFamily="34" charset="0"/>
              <a:ea typeface="+mn-ea"/>
              <a:cs typeface="+mn-cs"/>
            </a:endParaRPr>
          </a:p>
        </p:txBody>
      </p:sp>
      <p:sp>
        <p:nvSpPr>
          <p:cNvPr id="5" name="Slide Number Placeholder 3">
            <a:extLst>
              <a:ext uri="{FF2B5EF4-FFF2-40B4-BE49-F238E27FC236}">
                <a16:creationId xmlns:a16="http://schemas.microsoft.com/office/drawing/2014/main" id="{D847A091-234C-1445-7BE7-DF6D67207D10}"/>
              </a:ext>
            </a:extLst>
          </p:cNvPr>
          <p:cNvSpPr txBox="1">
            <a:spLocks noGrp="1"/>
          </p:cNvSpPr>
          <p:nvPr>
            <p:ph type="sldNum" sz="quarter" idx="8"/>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1B00175C-503D-498E-97D9-C3362A169EBA}" type="slidenum">
              <a:rPr kumimoji="0" sz="900" b="0" i="0" u="none" strike="noStrike" kern="1200" cap="none" spc="0" normalizeH="0" baseline="0" noProof="0">
                <a:ln>
                  <a:noFill/>
                </a:ln>
                <a:solidFill>
                  <a:srgbClr val="FFFFFF">
                    <a:lumMod val="50000"/>
                  </a:srgbClr>
                </a:solidFill>
                <a:effectLst/>
                <a:uLnTx/>
                <a:uFillTx/>
                <a:latin typeface="Arial" panose="020B06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en-US" sz="900" b="0" i="0" u="none" strike="noStrike" kern="1200" cap="none" spc="0" normalizeH="0" baseline="0" noProof="0">
              <a:ln>
                <a:noFill/>
              </a:ln>
              <a:solidFill>
                <a:srgbClr val="FFFFFF">
                  <a:lumMod val="50000"/>
                </a:srgbClr>
              </a:solidFill>
              <a:effectLst/>
              <a:uLnTx/>
              <a:uFillTx/>
              <a:latin typeface="Arial" panose="020B0604020202020204"/>
              <a:ea typeface="+mn-ea"/>
              <a:cs typeface="+mn-cs"/>
            </a:endParaRPr>
          </a:p>
        </p:txBody>
      </p:sp>
      <p:sp>
        <p:nvSpPr>
          <p:cNvPr id="6" name="Text Placeholder 7">
            <a:extLst>
              <a:ext uri="{FF2B5EF4-FFF2-40B4-BE49-F238E27FC236}">
                <a16:creationId xmlns:a16="http://schemas.microsoft.com/office/drawing/2014/main" id="{8C70AC62-A0CB-5B2F-930F-6154D53B9646}"/>
              </a:ext>
            </a:extLst>
          </p:cNvPr>
          <p:cNvSpPr txBox="1">
            <a:spLocks noGrp="1"/>
          </p:cNvSpPr>
          <p:nvPr>
            <p:ph type="body" idx="4294967295"/>
          </p:nvPr>
        </p:nvSpPr>
        <p:spPr>
          <a:xfrm>
            <a:off x="308792" y="767007"/>
            <a:ext cx="11610978" cy="650879"/>
          </a:xfrm>
        </p:spPr>
        <p:txBody>
          <a:bodyPr anchor="ctr"/>
          <a:lstStyle>
            <a:lvl1pPr marL="0" indent="0">
              <a:buNone/>
              <a:defRPr sz="1800" i="1">
                <a:solidFill>
                  <a:srgbClr val="017298"/>
                </a:solidFill>
              </a:defRPr>
            </a:lvl1pPr>
          </a:lstStyle>
          <a:p>
            <a:pPr lvl="0"/>
            <a:r>
              <a:rPr lang="en-US"/>
              <a:t>Click to edit Master subtitle style</a:t>
            </a:r>
          </a:p>
        </p:txBody>
      </p:sp>
    </p:spTree>
    <p:extLst>
      <p:ext uri="{BB962C8B-B14F-4D97-AF65-F5344CB8AC3E}">
        <p14:creationId xmlns:p14="http://schemas.microsoft.com/office/powerpoint/2010/main" val="3706306693"/>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Title Slide - Nab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ight Triangle 1">
            <a:extLst>
              <a:ext uri="{FF2B5EF4-FFF2-40B4-BE49-F238E27FC236}">
                <a16:creationId xmlns:a16="http://schemas.microsoft.com/office/drawing/2014/main" id="{C6C9C98D-378E-0B5D-E771-1E95F147F947}"/>
              </a:ext>
            </a:extLst>
          </p:cNvPr>
          <p:cNvSpPr/>
          <p:nvPr/>
        </p:nvSpPr>
        <p:spPr>
          <a:xfrm>
            <a:off x="-19877" y="-9938"/>
            <a:ext cx="8726556" cy="6917635"/>
          </a:xfrm>
          <a:custGeom>
            <a:avLst/>
            <a:gdLst>
              <a:gd name="connsiteX0" fmla="*/ 0 w 4244008"/>
              <a:gd name="connsiteY0" fmla="*/ 6858000 h 6858000"/>
              <a:gd name="connsiteX1" fmla="*/ 0 w 4244008"/>
              <a:gd name="connsiteY1" fmla="*/ 0 h 6858000"/>
              <a:gd name="connsiteX2" fmla="*/ 4244008 w 4244008"/>
              <a:gd name="connsiteY2" fmla="*/ 6858000 h 6858000"/>
              <a:gd name="connsiteX3" fmla="*/ 0 w 4244008"/>
              <a:gd name="connsiteY3" fmla="*/ 6858000 h 6858000"/>
              <a:gd name="connsiteX0" fmla="*/ 1 w 4244009"/>
              <a:gd name="connsiteY0" fmla="*/ 6858000 h 6858000"/>
              <a:gd name="connsiteX1" fmla="*/ 0 w 4244009"/>
              <a:gd name="connsiteY1" fmla="*/ 1023730 h 6858000"/>
              <a:gd name="connsiteX2" fmla="*/ 1 w 4244009"/>
              <a:gd name="connsiteY2" fmla="*/ 0 h 6858000"/>
              <a:gd name="connsiteX3" fmla="*/ 4244009 w 4244009"/>
              <a:gd name="connsiteY3" fmla="*/ 6858000 h 6858000"/>
              <a:gd name="connsiteX4" fmla="*/ 1 w 4244009"/>
              <a:gd name="connsiteY4" fmla="*/ 6858000 h 6858000"/>
              <a:gd name="connsiteX0" fmla="*/ 655983 w 4899991"/>
              <a:gd name="connsiteY0" fmla="*/ 6912905 h 6912905"/>
              <a:gd name="connsiteX1" fmla="*/ 0 w 4899991"/>
              <a:gd name="connsiteY1" fmla="*/ 104600 h 6912905"/>
              <a:gd name="connsiteX2" fmla="*/ 655983 w 4899991"/>
              <a:gd name="connsiteY2" fmla="*/ 54905 h 6912905"/>
              <a:gd name="connsiteX3" fmla="*/ 4899991 w 4899991"/>
              <a:gd name="connsiteY3" fmla="*/ 6912905 h 6912905"/>
              <a:gd name="connsiteX4" fmla="*/ 655983 w 4899991"/>
              <a:gd name="connsiteY4" fmla="*/ 6912905 h 6912905"/>
              <a:gd name="connsiteX0" fmla="*/ 19878 w 4899991"/>
              <a:gd name="connsiteY0" fmla="*/ 6922844 h 6922844"/>
              <a:gd name="connsiteX1" fmla="*/ 0 w 4899991"/>
              <a:gd name="connsiteY1" fmla="*/ 104600 h 6922844"/>
              <a:gd name="connsiteX2" fmla="*/ 655983 w 4899991"/>
              <a:gd name="connsiteY2" fmla="*/ 54905 h 6922844"/>
              <a:gd name="connsiteX3" fmla="*/ 4899991 w 4899991"/>
              <a:gd name="connsiteY3" fmla="*/ 6912905 h 6922844"/>
              <a:gd name="connsiteX4" fmla="*/ 19878 w 4899991"/>
              <a:gd name="connsiteY4" fmla="*/ 6922844 h 6922844"/>
              <a:gd name="connsiteX0" fmla="*/ 19878 w 4899991"/>
              <a:gd name="connsiteY0" fmla="*/ 6983106 h 6983106"/>
              <a:gd name="connsiteX1" fmla="*/ 0 w 4899991"/>
              <a:gd name="connsiteY1" fmla="*/ 164862 h 6983106"/>
              <a:gd name="connsiteX2" fmla="*/ 655983 w 4899991"/>
              <a:gd name="connsiteY2" fmla="*/ 115167 h 6983106"/>
              <a:gd name="connsiteX3" fmla="*/ 4899991 w 4899991"/>
              <a:gd name="connsiteY3" fmla="*/ 6973167 h 6983106"/>
              <a:gd name="connsiteX4" fmla="*/ 19878 w 4899991"/>
              <a:gd name="connsiteY4" fmla="*/ 6983106 h 6983106"/>
              <a:gd name="connsiteX0" fmla="*/ 19878 w 4899991"/>
              <a:gd name="connsiteY0" fmla="*/ 6867939 h 6867939"/>
              <a:gd name="connsiteX1" fmla="*/ 0 w 4899991"/>
              <a:gd name="connsiteY1" fmla="*/ 49695 h 6867939"/>
              <a:gd name="connsiteX2" fmla="*/ 655983 w 4899991"/>
              <a:gd name="connsiteY2" fmla="*/ 0 h 6867939"/>
              <a:gd name="connsiteX3" fmla="*/ 4899991 w 4899991"/>
              <a:gd name="connsiteY3" fmla="*/ 6858000 h 6867939"/>
              <a:gd name="connsiteX4" fmla="*/ 19878 w 4899991"/>
              <a:gd name="connsiteY4" fmla="*/ 6867939 h 6867939"/>
              <a:gd name="connsiteX0" fmla="*/ 29817 w 4909930"/>
              <a:gd name="connsiteY0" fmla="*/ 6877879 h 6877879"/>
              <a:gd name="connsiteX1" fmla="*/ 0 w 4909930"/>
              <a:gd name="connsiteY1" fmla="*/ 0 h 6877879"/>
              <a:gd name="connsiteX2" fmla="*/ 665922 w 4909930"/>
              <a:gd name="connsiteY2" fmla="*/ 9940 h 6877879"/>
              <a:gd name="connsiteX3" fmla="*/ 4909930 w 4909930"/>
              <a:gd name="connsiteY3" fmla="*/ 6867940 h 6877879"/>
              <a:gd name="connsiteX4" fmla="*/ 29817 w 4909930"/>
              <a:gd name="connsiteY4" fmla="*/ 6877879 h 6877879"/>
              <a:gd name="connsiteX0" fmla="*/ 29817 w 4909930"/>
              <a:gd name="connsiteY0" fmla="*/ 6877879 h 6877879"/>
              <a:gd name="connsiteX1" fmla="*/ 0 w 4909930"/>
              <a:gd name="connsiteY1" fmla="*/ 0 h 6877879"/>
              <a:gd name="connsiteX2" fmla="*/ 665922 w 4909930"/>
              <a:gd name="connsiteY2" fmla="*/ 9940 h 6877879"/>
              <a:gd name="connsiteX3" fmla="*/ 4909930 w 4909930"/>
              <a:gd name="connsiteY3" fmla="*/ 6867940 h 6877879"/>
              <a:gd name="connsiteX4" fmla="*/ 29817 w 4909930"/>
              <a:gd name="connsiteY4" fmla="*/ 6877879 h 6877879"/>
              <a:gd name="connsiteX0" fmla="*/ 29817 w 4909930"/>
              <a:gd name="connsiteY0" fmla="*/ 6877879 h 6877879"/>
              <a:gd name="connsiteX1" fmla="*/ 0 w 4909930"/>
              <a:gd name="connsiteY1" fmla="*/ 0 h 6877879"/>
              <a:gd name="connsiteX2" fmla="*/ 665922 w 4909930"/>
              <a:gd name="connsiteY2" fmla="*/ 9940 h 6877879"/>
              <a:gd name="connsiteX3" fmla="*/ 4909930 w 4909930"/>
              <a:gd name="connsiteY3" fmla="*/ 6867940 h 6877879"/>
              <a:gd name="connsiteX4" fmla="*/ 29817 w 4909930"/>
              <a:gd name="connsiteY4" fmla="*/ 6877879 h 6877879"/>
              <a:gd name="connsiteX0" fmla="*/ 29817 w 4909930"/>
              <a:gd name="connsiteY0" fmla="*/ 6881616 h 6881616"/>
              <a:gd name="connsiteX1" fmla="*/ 0 w 4909930"/>
              <a:gd name="connsiteY1" fmla="*/ 3737 h 6881616"/>
              <a:gd name="connsiteX2" fmla="*/ 665922 w 4909930"/>
              <a:gd name="connsiteY2" fmla="*/ 13677 h 6881616"/>
              <a:gd name="connsiteX3" fmla="*/ 4909930 w 4909930"/>
              <a:gd name="connsiteY3" fmla="*/ 6871677 h 6881616"/>
              <a:gd name="connsiteX4" fmla="*/ 29817 w 4909930"/>
              <a:gd name="connsiteY4" fmla="*/ 6881616 h 6881616"/>
              <a:gd name="connsiteX0" fmla="*/ 29817 w 4909930"/>
              <a:gd name="connsiteY0" fmla="*/ 6867939 h 6867939"/>
              <a:gd name="connsiteX1" fmla="*/ 0 w 4909930"/>
              <a:gd name="connsiteY1" fmla="*/ 9938 h 6867939"/>
              <a:gd name="connsiteX2" fmla="*/ 665922 w 4909930"/>
              <a:gd name="connsiteY2" fmla="*/ 0 h 6867939"/>
              <a:gd name="connsiteX3" fmla="*/ 4909930 w 4909930"/>
              <a:gd name="connsiteY3" fmla="*/ 6858000 h 6867939"/>
              <a:gd name="connsiteX4" fmla="*/ 29817 w 4909930"/>
              <a:gd name="connsiteY4" fmla="*/ 6867939 h 6867939"/>
              <a:gd name="connsiteX0" fmla="*/ 39756 w 4919869"/>
              <a:gd name="connsiteY0" fmla="*/ 6881616 h 6881616"/>
              <a:gd name="connsiteX1" fmla="*/ 0 w 4919869"/>
              <a:gd name="connsiteY1" fmla="*/ 3737 h 6881616"/>
              <a:gd name="connsiteX2" fmla="*/ 675861 w 4919869"/>
              <a:gd name="connsiteY2" fmla="*/ 13677 h 6881616"/>
              <a:gd name="connsiteX3" fmla="*/ 4919869 w 4919869"/>
              <a:gd name="connsiteY3" fmla="*/ 6871677 h 6881616"/>
              <a:gd name="connsiteX4" fmla="*/ 39756 w 4919869"/>
              <a:gd name="connsiteY4" fmla="*/ 6881616 h 6881616"/>
              <a:gd name="connsiteX0" fmla="*/ 4084982 w 8965095"/>
              <a:gd name="connsiteY0" fmla="*/ 6873159 h 6873159"/>
              <a:gd name="connsiteX1" fmla="*/ 0 w 8965095"/>
              <a:gd name="connsiteY1" fmla="*/ 5220 h 6873159"/>
              <a:gd name="connsiteX2" fmla="*/ 4721087 w 8965095"/>
              <a:gd name="connsiteY2" fmla="*/ 5220 h 6873159"/>
              <a:gd name="connsiteX3" fmla="*/ 8965095 w 8965095"/>
              <a:gd name="connsiteY3" fmla="*/ 6863220 h 6873159"/>
              <a:gd name="connsiteX4" fmla="*/ 4084982 w 8965095"/>
              <a:gd name="connsiteY4" fmla="*/ 6873159 h 6873159"/>
              <a:gd name="connsiteX0" fmla="*/ 19877 w 8965095"/>
              <a:gd name="connsiteY0" fmla="*/ 6853281 h 6863220"/>
              <a:gd name="connsiteX1" fmla="*/ 0 w 8965095"/>
              <a:gd name="connsiteY1" fmla="*/ 5220 h 6863220"/>
              <a:gd name="connsiteX2" fmla="*/ 4721087 w 8965095"/>
              <a:gd name="connsiteY2" fmla="*/ 5220 h 6863220"/>
              <a:gd name="connsiteX3" fmla="*/ 8965095 w 8965095"/>
              <a:gd name="connsiteY3" fmla="*/ 6863220 h 6863220"/>
              <a:gd name="connsiteX4" fmla="*/ 19877 w 8965095"/>
              <a:gd name="connsiteY4" fmla="*/ 6853281 h 6863220"/>
              <a:gd name="connsiteX0" fmla="*/ 0 w 8975035"/>
              <a:gd name="connsiteY0" fmla="*/ 6873159 h 6873159"/>
              <a:gd name="connsiteX1" fmla="*/ 9940 w 8975035"/>
              <a:gd name="connsiteY1" fmla="*/ 5220 h 6873159"/>
              <a:gd name="connsiteX2" fmla="*/ 4731027 w 8975035"/>
              <a:gd name="connsiteY2" fmla="*/ 5220 h 6873159"/>
              <a:gd name="connsiteX3" fmla="*/ 8975035 w 8975035"/>
              <a:gd name="connsiteY3" fmla="*/ 6863220 h 6873159"/>
              <a:gd name="connsiteX4" fmla="*/ 0 w 8975035"/>
              <a:gd name="connsiteY4" fmla="*/ 6873159 h 6873159"/>
              <a:gd name="connsiteX0" fmla="*/ 318051 w 8965095"/>
              <a:gd name="connsiteY0" fmla="*/ 6893037 h 6893037"/>
              <a:gd name="connsiteX1" fmla="*/ 0 w 8965095"/>
              <a:gd name="connsiteY1" fmla="*/ 5220 h 6893037"/>
              <a:gd name="connsiteX2" fmla="*/ 4721087 w 8965095"/>
              <a:gd name="connsiteY2" fmla="*/ 5220 h 6893037"/>
              <a:gd name="connsiteX3" fmla="*/ 8965095 w 8965095"/>
              <a:gd name="connsiteY3" fmla="*/ 6863220 h 6893037"/>
              <a:gd name="connsiteX4" fmla="*/ 318051 w 8965095"/>
              <a:gd name="connsiteY4" fmla="*/ 6893037 h 6893037"/>
              <a:gd name="connsiteX0" fmla="*/ 248477 w 8965095"/>
              <a:gd name="connsiteY0" fmla="*/ 6912916 h 6912916"/>
              <a:gd name="connsiteX1" fmla="*/ 0 w 8965095"/>
              <a:gd name="connsiteY1" fmla="*/ 5220 h 6912916"/>
              <a:gd name="connsiteX2" fmla="*/ 4721087 w 8965095"/>
              <a:gd name="connsiteY2" fmla="*/ 5220 h 6912916"/>
              <a:gd name="connsiteX3" fmla="*/ 8965095 w 8965095"/>
              <a:gd name="connsiteY3" fmla="*/ 6863220 h 6912916"/>
              <a:gd name="connsiteX4" fmla="*/ 248477 w 8965095"/>
              <a:gd name="connsiteY4" fmla="*/ 6912916 h 6912916"/>
              <a:gd name="connsiteX0" fmla="*/ 89451 w 8806069"/>
              <a:gd name="connsiteY0" fmla="*/ 6907696 h 6907696"/>
              <a:gd name="connsiteX1" fmla="*/ 0 w 8806069"/>
              <a:gd name="connsiteY1" fmla="*/ 39756 h 6907696"/>
              <a:gd name="connsiteX2" fmla="*/ 4562061 w 8806069"/>
              <a:gd name="connsiteY2" fmla="*/ 0 h 6907696"/>
              <a:gd name="connsiteX3" fmla="*/ 8806069 w 8806069"/>
              <a:gd name="connsiteY3" fmla="*/ 6858000 h 6907696"/>
              <a:gd name="connsiteX4" fmla="*/ 89451 w 8806069"/>
              <a:gd name="connsiteY4" fmla="*/ 6907696 h 6907696"/>
              <a:gd name="connsiteX0" fmla="*/ 0 w 8716618"/>
              <a:gd name="connsiteY0" fmla="*/ 6907696 h 6907696"/>
              <a:gd name="connsiteX1" fmla="*/ 1 w 8716618"/>
              <a:gd name="connsiteY1" fmla="*/ 9939 h 6907696"/>
              <a:gd name="connsiteX2" fmla="*/ 4472610 w 8716618"/>
              <a:gd name="connsiteY2" fmla="*/ 0 h 6907696"/>
              <a:gd name="connsiteX3" fmla="*/ 8716618 w 8716618"/>
              <a:gd name="connsiteY3" fmla="*/ 6858000 h 6907696"/>
              <a:gd name="connsiteX4" fmla="*/ 0 w 8716618"/>
              <a:gd name="connsiteY4" fmla="*/ 6907696 h 6907696"/>
              <a:gd name="connsiteX0" fmla="*/ 9938 w 8726556"/>
              <a:gd name="connsiteY0" fmla="*/ 6921372 h 6921372"/>
              <a:gd name="connsiteX1" fmla="*/ 0 w 8726556"/>
              <a:gd name="connsiteY1" fmla="*/ 3737 h 6921372"/>
              <a:gd name="connsiteX2" fmla="*/ 4482548 w 8726556"/>
              <a:gd name="connsiteY2" fmla="*/ 13676 h 6921372"/>
              <a:gd name="connsiteX3" fmla="*/ 8726556 w 8726556"/>
              <a:gd name="connsiteY3" fmla="*/ 6871676 h 6921372"/>
              <a:gd name="connsiteX4" fmla="*/ 9938 w 8726556"/>
              <a:gd name="connsiteY4" fmla="*/ 6921372 h 6921372"/>
              <a:gd name="connsiteX0" fmla="*/ 9938 w 8726556"/>
              <a:gd name="connsiteY0" fmla="*/ 6917635 h 6917635"/>
              <a:gd name="connsiteX1" fmla="*/ 0 w 8726556"/>
              <a:gd name="connsiteY1" fmla="*/ 0 h 6917635"/>
              <a:gd name="connsiteX2" fmla="*/ 4482548 w 8726556"/>
              <a:gd name="connsiteY2" fmla="*/ 9939 h 6917635"/>
              <a:gd name="connsiteX3" fmla="*/ 8726556 w 8726556"/>
              <a:gd name="connsiteY3" fmla="*/ 6867939 h 6917635"/>
              <a:gd name="connsiteX4" fmla="*/ 9938 w 8726556"/>
              <a:gd name="connsiteY4" fmla="*/ 6917635 h 69176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26556" h="6917635">
                <a:moveTo>
                  <a:pt x="9938" y="6917635"/>
                </a:moveTo>
                <a:cubicBezTo>
                  <a:pt x="9938" y="4972878"/>
                  <a:pt x="14908" y="3438939"/>
                  <a:pt x="0" y="0"/>
                </a:cubicBezTo>
                <a:lnTo>
                  <a:pt x="4482548" y="9939"/>
                </a:lnTo>
                <a:lnTo>
                  <a:pt x="8726556" y="6867939"/>
                </a:lnTo>
                <a:lnTo>
                  <a:pt x="9938" y="6917635"/>
                </a:lnTo>
                <a:close/>
              </a:path>
            </a:pathLst>
          </a:custGeom>
          <a:solidFill>
            <a:schemeClr val="bg1"/>
          </a:solidFill>
          <a:ln w="12700" cap="flat">
            <a:noFill/>
            <a:miter lim="400000"/>
          </a:ln>
          <a:effectLst>
            <a:outerShdw blurRad="171482" dist="89822" algn="l" rotWithShape="0">
              <a:srgbClr val="063958">
                <a:alpha val="91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lstStyle/>
          <a:p>
            <a:pPr lvl="0" algn="ctr"/>
            <a:endParaRPr lang="en-US" sz="1200">
              <a:solidFill>
                <a:srgbClr val="50626A"/>
              </a:solidFill>
              <a:latin typeface="Arial" panose="020B0604020202020204" pitchFamily="34" charset="0"/>
              <a:ea typeface="+mn-ea"/>
              <a:cs typeface="+mn-cs"/>
              <a:sym typeface="Calibri"/>
            </a:endParaRPr>
          </a:p>
        </p:txBody>
      </p:sp>
      <p:pic>
        <p:nvPicPr>
          <p:cNvPr id="8" name="Picture 7">
            <a:extLst>
              <a:ext uri="{FF2B5EF4-FFF2-40B4-BE49-F238E27FC236}">
                <a16:creationId xmlns:a16="http://schemas.microsoft.com/office/drawing/2014/main" id="{A884A716-13EB-3776-396E-6D16BE0888EC}"/>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2663686" y="1840635"/>
            <a:ext cx="2082579" cy="1356776"/>
          </a:xfrm>
          <a:prstGeom prst="rect">
            <a:avLst/>
          </a:prstGeom>
          <a:effectLst/>
        </p:spPr>
      </p:pic>
      <p:sp>
        <p:nvSpPr>
          <p:cNvPr id="5" name="Text Placeholder 4">
            <a:extLst>
              <a:ext uri="{FF2B5EF4-FFF2-40B4-BE49-F238E27FC236}">
                <a16:creationId xmlns:a16="http://schemas.microsoft.com/office/drawing/2014/main" id="{22B9F82C-68FB-4B3D-B24C-42E74B805B74}"/>
              </a:ext>
            </a:extLst>
          </p:cNvPr>
          <p:cNvSpPr>
            <a:spLocks noGrp="1"/>
          </p:cNvSpPr>
          <p:nvPr>
            <p:ph type="body" sz="quarter" idx="11" hasCustomPrompt="1"/>
          </p:nvPr>
        </p:nvSpPr>
        <p:spPr>
          <a:xfrm>
            <a:off x="407503" y="4603632"/>
            <a:ext cx="4096512" cy="219456"/>
          </a:xfrm>
        </p:spPr>
        <p:txBody>
          <a:bodyPr lIns="91440" anchor="ctr">
            <a:noAutofit/>
          </a:bodyPr>
          <a:lstStyle>
            <a:lvl1pPr marL="0" indent="0">
              <a:buNone/>
              <a:defRPr sz="1600" b="0" i="0">
                <a:solidFill>
                  <a:schemeClr val="bg2"/>
                </a:solidFill>
                <a:effectLst/>
                <a:latin typeface="Arial" panose="020B0604020202020204" pitchFamily="34" charset="0"/>
              </a:defRPr>
            </a:lvl1pPr>
          </a:lstStyle>
          <a:p>
            <a:pPr lvl="0"/>
            <a:r>
              <a:rPr lang="en-US"/>
              <a:t>Click to edit text</a:t>
            </a:r>
          </a:p>
        </p:txBody>
      </p:sp>
      <p:sp>
        <p:nvSpPr>
          <p:cNvPr id="4" name="Title 3">
            <a:extLst>
              <a:ext uri="{FF2B5EF4-FFF2-40B4-BE49-F238E27FC236}">
                <a16:creationId xmlns:a16="http://schemas.microsoft.com/office/drawing/2014/main" id="{1C1E6077-226C-F089-3ECE-23E0EFE5B774}"/>
              </a:ext>
            </a:extLst>
          </p:cNvPr>
          <p:cNvSpPr>
            <a:spLocks noGrp="1"/>
          </p:cNvSpPr>
          <p:nvPr>
            <p:ph type="title"/>
          </p:nvPr>
        </p:nvSpPr>
        <p:spPr>
          <a:xfrm>
            <a:off x="407503" y="3586375"/>
            <a:ext cx="5864087" cy="808138"/>
          </a:xfrm>
        </p:spPr>
        <p:txBody>
          <a:bodyPr lIns="91440"/>
          <a:lstStyle/>
          <a:p>
            <a:r>
              <a:rPr lang="en-US"/>
              <a:t>Click to edit Master title style</a:t>
            </a:r>
          </a:p>
        </p:txBody>
      </p:sp>
      <p:pic>
        <p:nvPicPr>
          <p:cNvPr id="3" name="図 2">
            <a:extLst>
              <a:ext uri="{FF2B5EF4-FFF2-40B4-BE49-F238E27FC236}">
                <a16:creationId xmlns:a16="http://schemas.microsoft.com/office/drawing/2014/main" id="{56AF0D92-870F-4CA1-330E-948383C5834D}"/>
              </a:ext>
            </a:extLst>
          </p:cNvPr>
          <p:cNvPicPr>
            <a:picLocks noChangeAspect="1"/>
          </p:cNvPicPr>
          <p:nvPr userDrawn="1"/>
        </p:nvPicPr>
        <p:blipFill rotWithShape="1">
          <a:blip r:embed="rId4"/>
          <a:srcRect l="23141" r="22363"/>
          <a:stretch/>
        </p:blipFill>
        <p:spPr>
          <a:xfrm>
            <a:off x="731639" y="1701582"/>
            <a:ext cx="1844584" cy="1675959"/>
          </a:xfrm>
          <a:prstGeom prst="rect">
            <a:avLst/>
          </a:prstGeom>
        </p:spPr>
      </p:pic>
    </p:spTree>
    <p:extLst>
      <p:ext uri="{BB962C8B-B14F-4D97-AF65-F5344CB8AC3E}">
        <p14:creationId xmlns:p14="http://schemas.microsoft.com/office/powerpoint/2010/main" val="1397257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Nabs 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D1665B39-5A65-20DC-416D-D7106520AEB9}"/>
              </a:ext>
            </a:extLst>
          </p:cNvPr>
          <p:cNvSpPr/>
          <p:nvPr/>
        </p:nvSpPr>
        <p:spPr>
          <a:xfrm>
            <a:off x="0" y="1669775"/>
            <a:ext cx="12192000" cy="3766930"/>
          </a:xfrm>
          <a:prstGeom prst="rect">
            <a:avLst/>
          </a:prstGeom>
          <a:solidFill>
            <a:schemeClr val="bg1">
              <a:alpha val="87619"/>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6" name="Right Triangle 1">
            <a:extLst>
              <a:ext uri="{FF2B5EF4-FFF2-40B4-BE49-F238E27FC236}">
                <a16:creationId xmlns:a16="http://schemas.microsoft.com/office/drawing/2014/main" id="{6181DB09-2547-7198-4AA8-746B7585D9AD}"/>
              </a:ext>
            </a:extLst>
          </p:cNvPr>
          <p:cNvSpPr/>
          <p:nvPr/>
        </p:nvSpPr>
        <p:spPr>
          <a:xfrm>
            <a:off x="-16909" y="-9111"/>
            <a:ext cx="5615608" cy="6906870"/>
          </a:xfrm>
          <a:custGeom>
            <a:avLst/>
            <a:gdLst>
              <a:gd name="connsiteX0" fmla="*/ 0 w 4244008"/>
              <a:gd name="connsiteY0" fmla="*/ 6858000 h 6858000"/>
              <a:gd name="connsiteX1" fmla="*/ 0 w 4244008"/>
              <a:gd name="connsiteY1" fmla="*/ 0 h 6858000"/>
              <a:gd name="connsiteX2" fmla="*/ 4244008 w 4244008"/>
              <a:gd name="connsiteY2" fmla="*/ 6858000 h 6858000"/>
              <a:gd name="connsiteX3" fmla="*/ 0 w 4244008"/>
              <a:gd name="connsiteY3" fmla="*/ 6858000 h 6858000"/>
              <a:gd name="connsiteX0" fmla="*/ 1 w 4244009"/>
              <a:gd name="connsiteY0" fmla="*/ 6858000 h 6858000"/>
              <a:gd name="connsiteX1" fmla="*/ 0 w 4244009"/>
              <a:gd name="connsiteY1" fmla="*/ 1023730 h 6858000"/>
              <a:gd name="connsiteX2" fmla="*/ 1 w 4244009"/>
              <a:gd name="connsiteY2" fmla="*/ 0 h 6858000"/>
              <a:gd name="connsiteX3" fmla="*/ 4244009 w 4244009"/>
              <a:gd name="connsiteY3" fmla="*/ 6858000 h 6858000"/>
              <a:gd name="connsiteX4" fmla="*/ 1 w 4244009"/>
              <a:gd name="connsiteY4" fmla="*/ 6858000 h 6858000"/>
              <a:gd name="connsiteX0" fmla="*/ 655983 w 4899991"/>
              <a:gd name="connsiteY0" fmla="*/ 6912905 h 6912905"/>
              <a:gd name="connsiteX1" fmla="*/ 0 w 4899991"/>
              <a:gd name="connsiteY1" fmla="*/ 104600 h 6912905"/>
              <a:gd name="connsiteX2" fmla="*/ 655983 w 4899991"/>
              <a:gd name="connsiteY2" fmla="*/ 54905 h 6912905"/>
              <a:gd name="connsiteX3" fmla="*/ 4899991 w 4899991"/>
              <a:gd name="connsiteY3" fmla="*/ 6912905 h 6912905"/>
              <a:gd name="connsiteX4" fmla="*/ 655983 w 4899991"/>
              <a:gd name="connsiteY4" fmla="*/ 6912905 h 6912905"/>
              <a:gd name="connsiteX0" fmla="*/ 19878 w 4899991"/>
              <a:gd name="connsiteY0" fmla="*/ 6922844 h 6922844"/>
              <a:gd name="connsiteX1" fmla="*/ 0 w 4899991"/>
              <a:gd name="connsiteY1" fmla="*/ 104600 h 6922844"/>
              <a:gd name="connsiteX2" fmla="*/ 655983 w 4899991"/>
              <a:gd name="connsiteY2" fmla="*/ 54905 h 6922844"/>
              <a:gd name="connsiteX3" fmla="*/ 4899991 w 4899991"/>
              <a:gd name="connsiteY3" fmla="*/ 6912905 h 6922844"/>
              <a:gd name="connsiteX4" fmla="*/ 19878 w 4899991"/>
              <a:gd name="connsiteY4" fmla="*/ 6922844 h 6922844"/>
              <a:gd name="connsiteX0" fmla="*/ 19878 w 4899991"/>
              <a:gd name="connsiteY0" fmla="*/ 6983106 h 6983106"/>
              <a:gd name="connsiteX1" fmla="*/ 0 w 4899991"/>
              <a:gd name="connsiteY1" fmla="*/ 164862 h 6983106"/>
              <a:gd name="connsiteX2" fmla="*/ 655983 w 4899991"/>
              <a:gd name="connsiteY2" fmla="*/ 115167 h 6983106"/>
              <a:gd name="connsiteX3" fmla="*/ 4899991 w 4899991"/>
              <a:gd name="connsiteY3" fmla="*/ 6973167 h 6983106"/>
              <a:gd name="connsiteX4" fmla="*/ 19878 w 4899991"/>
              <a:gd name="connsiteY4" fmla="*/ 6983106 h 6983106"/>
              <a:gd name="connsiteX0" fmla="*/ 19878 w 4899991"/>
              <a:gd name="connsiteY0" fmla="*/ 6867939 h 6867939"/>
              <a:gd name="connsiteX1" fmla="*/ 0 w 4899991"/>
              <a:gd name="connsiteY1" fmla="*/ 49695 h 6867939"/>
              <a:gd name="connsiteX2" fmla="*/ 655983 w 4899991"/>
              <a:gd name="connsiteY2" fmla="*/ 0 h 6867939"/>
              <a:gd name="connsiteX3" fmla="*/ 4899991 w 4899991"/>
              <a:gd name="connsiteY3" fmla="*/ 6858000 h 6867939"/>
              <a:gd name="connsiteX4" fmla="*/ 19878 w 4899991"/>
              <a:gd name="connsiteY4" fmla="*/ 6867939 h 6867939"/>
              <a:gd name="connsiteX0" fmla="*/ 29817 w 4909930"/>
              <a:gd name="connsiteY0" fmla="*/ 6877879 h 6877879"/>
              <a:gd name="connsiteX1" fmla="*/ 0 w 4909930"/>
              <a:gd name="connsiteY1" fmla="*/ 0 h 6877879"/>
              <a:gd name="connsiteX2" fmla="*/ 665922 w 4909930"/>
              <a:gd name="connsiteY2" fmla="*/ 9940 h 6877879"/>
              <a:gd name="connsiteX3" fmla="*/ 4909930 w 4909930"/>
              <a:gd name="connsiteY3" fmla="*/ 6867940 h 6877879"/>
              <a:gd name="connsiteX4" fmla="*/ 29817 w 4909930"/>
              <a:gd name="connsiteY4" fmla="*/ 6877879 h 6877879"/>
              <a:gd name="connsiteX0" fmla="*/ 29817 w 4909930"/>
              <a:gd name="connsiteY0" fmla="*/ 6877879 h 6877879"/>
              <a:gd name="connsiteX1" fmla="*/ 0 w 4909930"/>
              <a:gd name="connsiteY1" fmla="*/ 0 h 6877879"/>
              <a:gd name="connsiteX2" fmla="*/ 665922 w 4909930"/>
              <a:gd name="connsiteY2" fmla="*/ 9940 h 6877879"/>
              <a:gd name="connsiteX3" fmla="*/ 4909930 w 4909930"/>
              <a:gd name="connsiteY3" fmla="*/ 6867940 h 6877879"/>
              <a:gd name="connsiteX4" fmla="*/ 29817 w 4909930"/>
              <a:gd name="connsiteY4" fmla="*/ 6877879 h 6877879"/>
              <a:gd name="connsiteX0" fmla="*/ 29817 w 4909930"/>
              <a:gd name="connsiteY0" fmla="*/ 6877879 h 6877879"/>
              <a:gd name="connsiteX1" fmla="*/ 0 w 4909930"/>
              <a:gd name="connsiteY1" fmla="*/ 0 h 6877879"/>
              <a:gd name="connsiteX2" fmla="*/ 665922 w 4909930"/>
              <a:gd name="connsiteY2" fmla="*/ 9940 h 6877879"/>
              <a:gd name="connsiteX3" fmla="*/ 4909930 w 4909930"/>
              <a:gd name="connsiteY3" fmla="*/ 6867940 h 6877879"/>
              <a:gd name="connsiteX4" fmla="*/ 29817 w 4909930"/>
              <a:gd name="connsiteY4" fmla="*/ 6877879 h 6877879"/>
              <a:gd name="connsiteX0" fmla="*/ 29817 w 4909930"/>
              <a:gd name="connsiteY0" fmla="*/ 6881616 h 6881616"/>
              <a:gd name="connsiteX1" fmla="*/ 0 w 4909930"/>
              <a:gd name="connsiteY1" fmla="*/ 3737 h 6881616"/>
              <a:gd name="connsiteX2" fmla="*/ 665922 w 4909930"/>
              <a:gd name="connsiteY2" fmla="*/ 13677 h 6881616"/>
              <a:gd name="connsiteX3" fmla="*/ 4909930 w 4909930"/>
              <a:gd name="connsiteY3" fmla="*/ 6871677 h 6881616"/>
              <a:gd name="connsiteX4" fmla="*/ 29817 w 4909930"/>
              <a:gd name="connsiteY4" fmla="*/ 6881616 h 6881616"/>
              <a:gd name="connsiteX0" fmla="*/ 29817 w 4909930"/>
              <a:gd name="connsiteY0" fmla="*/ 6867939 h 6867939"/>
              <a:gd name="connsiteX1" fmla="*/ 0 w 4909930"/>
              <a:gd name="connsiteY1" fmla="*/ 9938 h 6867939"/>
              <a:gd name="connsiteX2" fmla="*/ 665922 w 4909930"/>
              <a:gd name="connsiteY2" fmla="*/ 0 h 6867939"/>
              <a:gd name="connsiteX3" fmla="*/ 4909930 w 4909930"/>
              <a:gd name="connsiteY3" fmla="*/ 6858000 h 6867939"/>
              <a:gd name="connsiteX4" fmla="*/ 29817 w 4909930"/>
              <a:gd name="connsiteY4" fmla="*/ 6867939 h 6867939"/>
              <a:gd name="connsiteX0" fmla="*/ 39756 w 4919869"/>
              <a:gd name="connsiteY0" fmla="*/ 6881616 h 6881616"/>
              <a:gd name="connsiteX1" fmla="*/ 0 w 4919869"/>
              <a:gd name="connsiteY1" fmla="*/ 3737 h 6881616"/>
              <a:gd name="connsiteX2" fmla="*/ 675861 w 4919869"/>
              <a:gd name="connsiteY2" fmla="*/ 13677 h 6881616"/>
              <a:gd name="connsiteX3" fmla="*/ 4919869 w 4919869"/>
              <a:gd name="connsiteY3" fmla="*/ 6871677 h 6881616"/>
              <a:gd name="connsiteX4" fmla="*/ 39756 w 4919869"/>
              <a:gd name="connsiteY4" fmla="*/ 6881616 h 6881616"/>
              <a:gd name="connsiteX0" fmla="*/ 4084982 w 8965095"/>
              <a:gd name="connsiteY0" fmla="*/ 6873159 h 6873159"/>
              <a:gd name="connsiteX1" fmla="*/ 0 w 8965095"/>
              <a:gd name="connsiteY1" fmla="*/ 5220 h 6873159"/>
              <a:gd name="connsiteX2" fmla="*/ 4721087 w 8965095"/>
              <a:gd name="connsiteY2" fmla="*/ 5220 h 6873159"/>
              <a:gd name="connsiteX3" fmla="*/ 8965095 w 8965095"/>
              <a:gd name="connsiteY3" fmla="*/ 6863220 h 6873159"/>
              <a:gd name="connsiteX4" fmla="*/ 4084982 w 8965095"/>
              <a:gd name="connsiteY4" fmla="*/ 6873159 h 6873159"/>
              <a:gd name="connsiteX0" fmla="*/ 19877 w 8965095"/>
              <a:gd name="connsiteY0" fmla="*/ 6853281 h 6863220"/>
              <a:gd name="connsiteX1" fmla="*/ 0 w 8965095"/>
              <a:gd name="connsiteY1" fmla="*/ 5220 h 6863220"/>
              <a:gd name="connsiteX2" fmla="*/ 4721087 w 8965095"/>
              <a:gd name="connsiteY2" fmla="*/ 5220 h 6863220"/>
              <a:gd name="connsiteX3" fmla="*/ 8965095 w 8965095"/>
              <a:gd name="connsiteY3" fmla="*/ 6863220 h 6863220"/>
              <a:gd name="connsiteX4" fmla="*/ 19877 w 8965095"/>
              <a:gd name="connsiteY4" fmla="*/ 6853281 h 6863220"/>
              <a:gd name="connsiteX0" fmla="*/ 0 w 8975035"/>
              <a:gd name="connsiteY0" fmla="*/ 6873159 h 6873159"/>
              <a:gd name="connsiteX1" fmla="*/ 9940 w 8975035"/>
              <a:gd name="connsiteY1" fmla="*/ 5220 h 6873159"/>
              <a:gd name="connsiteX2" fmla="*/ 4731027 w 8975035"/>
              <a:gd name="connsiteY2" fmla="*/ 5220 h 6873159"/>
              <a:gd name="connsiteX3" fmla="*/ 8975035 w 8975035"/>
              <a:gd name="connsiteY3" fmla="*/ 6863220 h 6873159"/>
              <a:gd name="connsiteX4" fmla="*/ 0 w 8975035"/>
              <a:gd name="connsiteY4" fmla="*/ 6873159 h 6873159"/>
              <a:gd name="connsiteX0" fmla="*/ 318051 w 8965095"/>
              <a:gd name="connsiteY0" fmla="*/ 6893037 h 6893037"/>
              <a:gd name="connsiteX1" fmla="*/ 0 w 8965095"/>
              <a:gd name="connsiteY1" fmla="*/ 5220 h 6893037"/>
              <a:gd name="connsiteX2" fmla="*/ 4721087 w 8965095"/>
              <a:gd name="connsiteY2" fmla="*/ 5220 h 6893037"/>
              <a:gd name="connsiteX3" fmla="*/ 8965095 w 8965095"/>
              <a:gd name="connsiteY3" fmla="*/ 6863220 h 6893037"/>
              <a:gd name="connsiteX4" fmla="*/ 318051 w 8965095"/>
              <a:gd name="connsiteY4" fmla="*/ 6893037 h 6893037"/>
              <a:gd name="connsiteX0" fmla="*/ 248477 w 8965095"/>
              <a:gd name="connsiteY0" fmla="*/ 6912916 h 6912916"/>
              <a:gd name="connsiteX1" fmla="*/ 0 w 8965095"/>
              <a:gd name="connsiteY1" fmla="*/ 5220 h 6912916"/>
              <a:gd name="connsiteX2" fmla="*/ 4721087 w 8965095"/>
              <a:gd name="connsiteY2" fmla="*/ 5220 h 6912916"/>
              <a:gd name="connsiteX3" fmla="*/ 8965095 w 8965095"/>
              <a:gd name="connsiteY3" fmla="*/ 6863220 h 6912916"/>
              <a:gd name="connsiteX4" fmla="*/ 248477 w 8965095"/>
              <a:gd name="connsiteY4" fmla="*/ 6912916 h 6912916"/>
              <a:gd name="connsiteX0" fmla="*/ 89451 w 8806069"/>
              <a:gd name="connsiteY0" fmla="*/ 6907696 h 6907696"/>
              <a:gd name="connsiteX1" fmla="*/ 0 w 8806069"/>
              <a:gd name="connsiteY1" fmla="*/ 39756 h 6907696"/>
              <a:gd name="connsiteX2" fmla="*/ 4562061 w 8806069"/>
              <a:gd name="connsiteY2" fmla="*/ 0 h 6907696"/>
              <a:gd name="connsiteX3" fmla="*/ 8806069 w 8806069"/>
              <a:gd name="connsiteY3" fmla="*/ 6858000 h 6907696"/>
              <a:gd name="connsiteX4" fmla="*/ 89451 w 8806069"/>
              <a:gd name="connsiteY4" fmla="*/ 6907696 h 6907696"/>
              <a:gd name="connsiteX0" fmla="*/ 0 w 8716618"/>
              <a:gd name="connsiteY0" fmla="*/ 6907696 h 6907696"/>
              <a:gd name="connsiteX1" fmla="*/ 1 w 8716618"/>
              <a:gd name="connsiteY1" fmla="*/ 9939 h 6907696"/>
              <a:gd name="connsiteX2" fmla="*/ 4472610 w 8716618"/>
              <a:gd name="connsiteY2" fmla="*/ 0 h 6907696"/>
              <a:gd name="connsiteX3" fmla="*/ 8716618 w 8716618"/>
              <a:gd name="connsiteY3" fmla="*/ 6858000 h 6907696"/>
              <a:gd name="connsiteX4" fmla="*/ 0 w 8716618"/>
              <a:gd name="connsiteY4" fmla="*/ 6907696 h 6907696"/>
              <a:gd name="connsiteX0" fmla="*/ 9938 w 8726556"/>
              <a:gd name="connsiteY0" fmla="*/ 6921372 h 6921372"/>
              <a:gd name="connsiteX1" fmla="*/ 0 w 8726556"/>
              <a:gd name="connsiteY1" fmla="*/ 3737 h 6921372"/>
              <a:gd name="connsiteX2" fmla="*/ 4482548 w 8726556"/>
              <a:gd name="connsiteY2" fmla="*/ 13676 h 6921372"/>
              <a:gd name="connsiteX3" fmla="*/ 8726556 w 8726556"/>
              <a:gd name="connsiteY3" fmla="*/ 6871676 h 6921372"/>
              <a:gd name="connsiteX4" fmla="*/ 9938 w 8726556"/>
              <a:gd name="connsiteY4" fmla="*/ 6921372 h 6921372"/>
              <a:gd name="connsiteX0" fmla="*/ 9938 w 8726556"/>
              <a:gd name="connsiteY0" fmla="*/ 6917635 h 6917635"/>
              <a:gd name="connsiteX1" fmla="*/ 0 w 8726556"/>
              <a:gd name="connsiteY1" fmla="*/ 0 h 6917635"/>
              <a:gd name="connsiteX2" fmla="*/ 4482548 w 8726556"/>
              <a:gd name="connsiteY2" fmla="*/ 9939 h 6917635"/>
              <a:gd name="connsiteX3" fmla="*/ 8726556 w 8726556"/>
              <a:gd name="connsiteY3" fmla="*/ 6867939 h 6917635"/>
              <a:gd name="connsiteX4" fmla="*/ 9938 w 8726556"/>
              <a:gd name="connsiteY4" fmla="*/ 6917635 h 6917635"/>
              <a:gd name="connsiteX0" fmla="*/ 0 w 8716618"/>
              <a:gd name="connsiteY0" fmla="*/ 6907696 h 6907696"/>
              <a:gd name="connsiteX1" fmla="*/ 1470992 w 8716618"/>
              <a:gd name="connsiteY1" fmla="*/ 168965 h 6907696"/>
              <a:gd name="connsiteX2" fmla="*/ 4472610 w 8716618"/>
              <a:gd name="connsiteY2" fmla="*/ 0 h 6907696"/>
              <a:gd name="connsiteX3" fmla="*/ 8716618 w 8716618"/>
              <a:gd name="connsiteY3" fmla="*/ 6858000 h 6907696"/>
              <a:gd name="connsiteX4" fmla="*/ 0 w 8716618"/>
              <a:gd name="connsiteY4" fmla="*/ 6907696 h 6907696"/>
              <a:gd name="connsiteX0" fmla="*/ 0 w 8716618"/>
              <a:gd name="connsiteY0" fmla="*/ 6907696 h 6907696"/>
              <a:gd name="connsiteX1" fmla="*/ 3110949 w 8716618"/>
              <a:gd name="connsiteY1" fmla="*/ 9939 h 6907696"/>
              <a:gd name="connsiteX2" fmla="*/ 4472610 w 8716618"/>
              <a:gd name="connsiteY2" fmla="*/ 0 h 6907696"/>
              <a:gd name="connsiteX3" fmla="*/ 8716618 w 8716618"/>
              <a:gd name="connsiteY3" fmla="*/ 6858000 h 6907696"/>
              <a:gd name="connsiteX4" fmla="*/ 0 w 8716618"/>
              <a:gd name="connsiteY4" fmla="*/ 6907696 h 6907696"/>
              <a:gd name="connsiteX0" fmla="*/ 0 w 5724940"/>
              <a:gd name="connsiteY0" fmla="*/ 6907696 h 6907696"/>
              <a:gd name="connsiteX1" fmla="*/ 119271 w 5724940"/>
              <a:gd name="connsiteY1" fmla="*/ 9939 h 6907696"/>
              <a:gd name="connsiteX2" fmla="*/ 1480932 w 5724940"/>
              <a:gd name="connsiteY2" fmla="*/ 0 h 6907696"/>
              <a:gd name="connsiteX3" fmla="*/ 5724940 w 5724940"/>
              <a:gd name="connsiteY3" fmla="*/ 6858000 h 6907696"/>
              <a:gd name="connsiteX4" fmla="*/ 0 w 5724940"/>
              <a:gd name="connsiteY4" fmla="*/ 6907696 h 6907696"/>
              <a:gd name="connsiteX0" fmla="*/ 29816 w 5605669"/>
              <a:gd name="connsiteY0" fmla="*/ 6907696 h 6907696"/>
              <a:gd name="connsiteX1" fmla="*/ 0 w 5605669"/>
              <a:gd name="connsiteY1" fmla="*/ 9939 h 6907696"/>
              <a:gd name="connsiteX2" fmla="*/ 1361661 w 5605669"/>
              <a:gd name="connsiteY2" fmla="*/ 0 h 6907696"/>
              <a:gd name="connsiteX3" fmla="*/ 5605669 w 5605669"/>
              <a:gd name="connsiteY3" fmla="*/ 6858000 h 6907696"/>
              <a:gd name="connsiteX4" fmla="*/ 29816 w 5605669"/>
              <a:gd name="connsiteY4" fmla="*/ 6907696 h 6907696"/>
              <a:gd name="connsiteX0" fmla="*/ 69573 w 5605669"/>
              <a:gd name="connsiteY0" fmla="*/ 6937513 h 6937513"/>
              <a:gd name="connsiteX1" fmla="*/ 0 w 5605669"/>
              <a:gd name="connsiteY1" fmla="*/ 9939 h 6937513"/>
              <a:gd name="connsiteX2" fmla="*/ 1361661 w 5605669"/>
              <a:gd name="connsiteY2" fmla="*/ 0 h 6937513"/>
              <a:gd name="connsiteX3" fmla="*/ 5605669 w 5605669"/>
              <a:gd name="connsiteY3" fmla="*/ 6858000 h 6937513"/>
              <a:gd name="connsiteX4" fmla="*/ 69573 w 5605669"/>
              <a:gd name="connsiteY4" fmla="*/ 6937513 h 6937513"/>
              <a:gd name="connsiteX0" fmla="*/ 0 w 5605670"/>
              <a:gd name="connsiteY0" fmla="*/ 6897757 h 6897757"/>
              <a:gd name="connsiteX1" fmla="*/ 1 w 5605670"/>
              <a:gd name="connsiteY1" fmla="*/ 9939 h 6897757"/>
              <a:gd name="connsiteX2" fmla="*/ 1361662 w 5605670"/>
              <a:gd name="connsiteY2" fmla="*/ 0 h 6897757"/>
              <a:gd name="connsiteX3" fmla="*/ 5605670 w 5605670"/>
              <a:gd name="connsiteY3" fmla="*/ 6858000 h 6897757"/>
              <a:gd name="connsiteX4" fmla="*/ 0 w 5605670"/>
              <a:gd name="connsiteY4" fmla="*/ 6897757 h 6897757"/>
              <a:gd name="connsiteX0" fmla="*/ 9938 w 5615608"/>
              <a:gd name="connsiteY0" fmla="*/ 6897757 h 6897757"/>
              <a:gd name="connsiteX1" fmla="*/ 0 w 5615608"/>
              <a:gd name="connsiteY1" fmla="*/ 9939 h 6897757"/>
              <a:gd name="connsiteX2" fmla="*/ 1371600 w 5615608"/>
              <a:gd name="connsiteY2" fmla="*/ 0 h 6897757"/>
              <a:gd name="connsiteX3" fmla="*/ 5615608 w 5615608"/>
              <a:gd name="connsiteY3" fmla="*/ 6858000 h 6897757"/>
              <a:gd name="connsiteX4" fmla="*/ 9938 w 5615608"/>
              <a:gd name="connsiteY4" fmla="*/ 6897757 h 6897757"/>
              <a:gd name="connsiteX0" fmla="*/ 9938 w 5615608"/>
              <a:gd name="connsiteY0" fmla="*/ 6906868 h 6906868"/>
              <a:gd name="connsiteX1" fmla="*/ 0 w 5615608"/>
              <a:gd name="connsiteY1" fmla="*/ 0 h 6906868"/>
              <a:gd name="connsiteX2" fmla="*/ 1371600 w 5615608"/>
              <a:gd name="connsiteY2" fmla="*/ 9111 h 6906868"/>
              <a:gd name="connsiteX3" fmla="*/ 5615608 w 5615608"/>
              <a:gd name="connsiteY3" fmla="*/ 6867111 h 6906868"/>
              <a:gd name="connsiteX4" fmla="*/ 9938 w 5615608"/>
              <a:gd name="connsiteY4" fmla="*/ 6906868 h 6906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15608" h="6906868">
                <a:moveTo>
                  <a:pt x="9938" y="6906868"/>
                </a:moveTo>
                <a:cubicBezTo>
                  <a:pt x="9938" y="4962111"/>
                  <a:pt x="14908" y="3438939"/>
                  <a:pt x="0" y="0"/>
                </a:cubicBezTo>
                <a:lnTo>
                  <a:pt x="1371600" y="9111"/>
                </a:lnTo>
                <a:lnTo>
                  <a:pt x="5615608" y="6867111"/>
                </a:lnTo>
                <a:lnTo>
                  <a:pt x="9938" y="6906868"/>
                </a:lnTo>
                <a:close/>
              </a:path>
            </a:pathLst>
          </a:custGeom>
          <a:solidFill>
            <a:schemeClr val="bg1"/>
          </a:solidFill>
          <a:ln w="12700" cap="flat">
            <a:noFill/>
            <a:miter lim="400000"/>
          </a:ln>
          <a:effectLst>
            <a:outerShdw blurRad="267942" dist="38100" algn="l" rotWithShape="0">
              <a:srgbClr val="063958">
                <a:alpha val="56121"/>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lstStyle/>
          <a:p>
            <a:pPr marL="0" marR="0" indent="0" algn="ctr" defTabSz="914400" rtl="0" fontAlgn="auto" latinLnBrk="0" hangingPunct="0">
              <a:lnSpc>
                <a:spcPct val="100000"/>
              </a:lnSpc>
              <a:spcBef>
                <a:spcPts val="0"/>
              </a:spcBef>
              <a:spcAft>
                <a:spcPts val="0"/>
              </a:spcAft>
              <a:buClrTx/>
              <a:buSzTx/>
              <a:buFontTx/>
              <a:buNone/>
              <a:tabLst/>
            </a:pPr>
            <a:endParaRPr kumimoji="0" lang="en-US" sz="1200" b="0" i="0" u="none" strike="noStrike" cap="none" spc="0" normalizeH="0" baseline="0">
              <a:ln>
                <a:noFill/>
              </a:ln>
              <a:solidFill>
                <a:srgbClr val="50626A"/>
              </a:solidFill>
              <a:effectLst/>
              <a:uFillTx/>
              <a:latin typeface="Arial" panose="020B0604020202020204" pitchFamily="34" charset="0"/>
              <a:ea typeface="+mn-ea"/>
              <a:cs typeface="+mn-cs"/>
              <a:sym typeface="Calibri"/>
            </a:endParaRPr>
          </a:p>
        </p:txBody>
      </p:sp>
      <p:pic>
        <p:nvPicPr>
          <p:cNvPr id="7" name="Picture 6">
            <a:extLst>
              <a:ext uri="{FF2B5EF4-FFF2-40B4-BE49-F238E27FC236}">
                <a16:creationId xmlns:a16="http://schemas.microsoft.com/office/drawing/2014/main" id="{C911EF92-FB4D-FDCE-E79B-83AF9AF1519E}"/>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622064" y="3172968"/>
            <a:ext cx="1566288" cy="1020419"/>
          </a:xfrm>
          <a:prstGeom prst="rect">
            <a:avLst/>
          </a:prstGeom>
        </p:spPr>
      </p:pic>
      <p:sp>
        <p:nvSpPr>
          <p:cNvPr id="3" name="Title 2">
            <a:extLst>
              <a:ext uri="{FF2B5EF4-FFF2-40B4-BE49-F238E27FC236}">
                <a16:creationId xmlns:a16="http://schemas.microsoft.com/office/drawing/2014/main" id="{2B2A4150-9DA6-42D1-284D-733A65D0B695}"/>
              </a:ext>
            </a:extLst>
          </p:cNvPr>
          <p:cNvSpPr>
            <a:spLocks noGrp="1"/>
          </p:cNvSpPr>
          <p:nvPr>
            <p:ph type="title"/>
          </p:nvPr>
        </p:nvSpPr>
        <p:spPr>
          <a:xfrm>
            <a:off x="4297680" y="3172968"/>
            <a:ext cx="7911229" cy="808138"/>
          </a:xfrm>
        </p:spPr>
        <p:txBody>
          <a:bodyPr/>
          <a:lstStyle>
            <a:lvl1pPr>
              <a:defRPr sz="3200">
                <a:solidFill>
                  <a:schemeClr val="accent4"/>
                </a:solidFill>
              </a:defRPr>
            </a:lvl1pPr>
          </a:lstStyle>
          <a:p>
            <a:r>
              <a:rPr lang="en-US"/>
              <a:t>Click to edit Master title style</a:t>
            </a:r>
          </a:p>
        </p:txBody>
      </p:sp>
      <p:pic>
        <p:nvPicPr>
          <p:cNvPr id="2" name="図 1">
            <a:extLst>
              <a:ext uri="{FF2B5EF4-FFF2-40B4-BE49-F238E27FC236}">
                <a16:creationId xmlns:a16="http://schemas.microsoft.com/office/drawing/2014/main" id="{4C5D6158-75ED-89D4-C789-A40024BCB768}"/>
              </a:ext>
            </a:extLst>
          </p:cNvPr>
          <p:cNvPicPr>
            <a:picLocks noChangeAspect="1"/>
          </p:cNvPicPr>
          <p:nvPr userDrawn="1"/>
        </p:nvPicPr>
        <p:blipFill rotWithShape="1">
          <a:blip r:embed="rId4"/>
          <a:srcRect l="23141" r="22363"/>
          <a:stretch/>
        </p:blipFill>
        <p:spPr>
          <a:xfrm>
            <a:off x="55776" y="2926084"/>
            <a:ext cx="1566288" cy="1423104"/>
          </a:xfrm>
          <a:prstGeom prst="rect">
            <a:avLst/>
          </a:prstGeom>
        </p:spPr>
      </p:pic>
    </p:spTree>
    <p:extLst>
      <p:ext uri="{BB962C8B-B14F-4D97-AF65-F5344CB8AC3E}">
        <p14:creationId xmlns:p14="http://schemas.microsoft.com/office/powerpoint/2010/main" val="36943194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56">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itle &amp;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5B625F-C15A-4238-ABAC-07D8ECC9190F}"/>
              </a:ext>
            </a:extLst>
          </p:cNvPr>
          <p:cNvSpPr>
            <a:spLocks noGrp="1"/>
          </p:cNvSpPr>
          <p:nvPr>
            <p:ph type="title"/>
          </p:nvPr>
        </p:nvSpPr>
        <p:spPr/>
        <p:txBody>
          <a:bodyPr/>
          <a:lstStyle/>
          <a:p>
            <a:r>
              <a:rPr lang="en-US"/>
              <a:t>Click to edit Master title style</a:t>
            </a:r>
          </a:p>
        </p:txBody>
      </p:sp>
      <p:sp>
        <p:nvSpPr>
          <p:cNvPr id="3" name="Slide Number Placeholder 2">
            <a:extLst>
              <a:ext uri="{FF2B5EF4-FFF2-40B4-BE49-F238E27FC236}">
                <a16:creationId xmlns:a16="http://schemas.microsoft.com/office/drawing/2014/main" id="{93700611-B61B-4ABD-BE4D-17E6DAC9A66F}"/>
              </a:ext>
            </a:extLst>
          </p:cNvPr>
          <p:cNvSpPr>
            <a:spLocks noGrp="1"/>
          </p:cNvSpPr>
          <p:nvPr>
            <p:ph type="sldNum" sz="quarter" idx="10"/>
          </p:nvPr>
        </p:nvSpPr>
        <p:spPr/>
        <p:txBody>
          <a:bodyPr/>
          <a:lstStyle/>
          <a:p>
            <a:fld id="{2B143D1D-9801-49CA-88C0-178C03B6937F}" type="slidenum">
              <a:rPr lang="en-US" smtClean="0"/>
              <a:t>‹#›</a:t>
            </a:fld>
            <a:endParaRPr lang="en-US"/>
          </a:p>
        </p:txBody>
      </p:sp>
      <p:sp>
        <p:nvSpPr>
          <p:cNvPr id="4" name="Body Level One…">
            <a:extLst>
              <a:ext uri="{FF2B5EF4-FFF2-40B4-BE49-F238E27FC236}">
                <a16:creationId xmlns:a16="http://schemas.microsoft.com/office/drawing/2014/main" id="{40EBB8DB-A9D6-4FF1-A2F3-96E6783B8182}"/>
              </a:ext>
            </a:extLst>
          </p:cNvPr>
          <p:cNvSpPr txBox="1">
            <a:spLocks noGrp="1"/>
          </p:cNvSpPr>
          <p:nvPr>
            <p:ph idx="1"/>
          </p:nvPr>
        </p:nvSpPr>
        <p:spPr>
          <a:xfrm>
            <a:off x="347472" y="1280160"/>
            <a:ext cx="11460020" cy="508190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a:extLst>
              <a:ext uri="{FF2B5EF4-FFF2-40B4-BE49-F238E27FC236}">
                <a16:creationId xmlns:a16="http://schemas.microsoft.com/office/drawing/2014/main" id="{2A693616-0248-8133-F288-F4E37CFA4D70}"/>
              </a:ext>
            </a:extLst>
          </p:cNvPr>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22946474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amp; Content w/ Note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5B625F-C15A-4238-ABAC-07D8ECC9190F}"/>
              </a:ext>
            </a:extLst>
          </p:cNvPr>
          <p:cNvSpPr>
            <a:spLocks noGrp="1"/>
          </p:cNvSpPr>
          <p:nvPr>
            <p:ph type="title"/>
          </p:nvPr>
        </p:nvSpPr>
        <p:spPr/>
        <p:txBody>
          <a:bodyPr/>
          <a:lstStyle/>
          <a:p>
            <a:r>
              <a:rPr lang="en-US"/>
              <a:t>Click to edit Master title style</a:t>
            </a:r>
          </a:p>
        </p:txBody>
      </p:sp>
      <p:sp>
        <p:nvSpPr>
          <p:cNvPr id="4" name="Body Level One…">
            <a:extLst>
              <a:ext uri="{FF2B5EF4-FFF2-40B4-BE49-F238E27FC236}">
                <a16:creationId xmlns:a16="http://schemas.microsoft.com/office/drawing/2014/main" id="{40EBB8DB-A9D6-4FF1-A2F3-96E6783B8182}"/>
              </a:ext>
            </a:extLst>
          </p:cNvPr>
          <p:cNvSpPr txBox="1">
            <a:spLocks noGrp="1"/>
          </p:cNvSpPr>
          <p:nvPr>
            <p:ph idx="1"/>
          </p:nvPr>
        </p:nvSpPr>
        <p:spPr>
          <a:xfrm>
            <a:off x="347472" y="1280160"/>
            <a:ext cx="11522128" cy="4351339"/>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45719" rIns="45719">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ext Placeholder 5">
            <a:extLst>
              <a:ext uri="{FF2B5EF4-FFF2-40B4-BE49-F238E27FC236}">
                <a16:creationId xmlns:a16="http://schemas.microsoft.com/office/drawing/2014/main" id="{4CB08785-6C13-4F42-AEB0-A7E31B949AD0}"/>
              </a:ext>
            </a:extLst>
          </p:cNvPr>
          <p:cNvSpPr>
            <a:spLocks noGrp="1"/>
          </p:cNvSpPr>
          <p:nvPr>
            <p:ph type="body" sz="quarter" idx="11" hasCustomPrompt="1"/>
          </p:nvPr>
        </p:nvSpPr>
        <p:spPr>
          <a:xfrm>
            <a:off x="272233" y="6036177"/>
            <a:ext cx="10070406" cy="365125"/>
          </a:xfrm>
        </p:spPr>
        <p:txBody>
          <a:bodyPr lIns="91440" anchor="b">
            <a:noAutofit/>
          </a:bodyPr>
          <a:lstStyle>
            <a:lvl1pPr marL="0" indent="0">
              <a:buNone/>
              <a:defRPr sz="900">
                <a:solidFill>
                  <a:schemeClr val="tx1">
                    <a:lumMod val="50000"/>
                    <a:lumOff val="50000"/>
                  </a:schemeClr>
                </a:solidFill>
              </a:defRPr>
            </a:lvl1pPr>
          </a:lstStyle>
          <a:p>
            <a:pPr lvl="0"/>
            <a:r>
              <a:rPr lang="en-US"/>
              <a:t>Footnotes</a:t>
            </a:r>
          </a:p>
        </p:txBody>
      </p:sp>
      <p:sp>
        <p:nvSpPr>
          <p:cNvPr id="6" name="Footer Placeholder 5">
            <a:extLst>
              <a:ext uri="{FF2B5EF4-FFF2-40B4-BE49-F238E27FC236}">
                <a16:creationId xmlns:a16="http://schemas.microsoft.com/office/drawing/2014/main" id="{A861A535-BA79-05B3-5AF6-6BE830EA6687}"/>
              </a:ext>
            </a:extLst>
          </p:cNvPr>
          <p:cNvSpPr>
            <a:spLocks noGrp="1"/>
          </p:cNvSpPr>
          <p:nvPr>
            <p:ph type="ftr" sz="quarter" idx="12"/>
          </p:nvPr>
        </p:nvSpPr>
        <p:spPr/>
        <p:txBody>
          <a:bodyPr/>
          <a:lstStyle/>
          <a:p>
            <a:endParaRPr lang="en-US"/>
          </a:p>
        </p:txBody>
      </p:sp>
      <p:sp>
        <p:nvSpPr>
          <p:cNvPr id="7" name="Slide Number Placeholder 6">
            <a:extLst>
              <a:ext uri="{FF2B5EF4-FFF2-40B4-BE49-F238E27FC236}">
                <a16:creationId xmlns:a16="http://schemas.microsoft.com/office/drawing/2014/main" id="{B3BC38D2-B36B-D29F-9AA7-994F07556DE1}"/>
              </a:ext>
            </a:extLst>
          </p:cNvPr>
          <p:cNvSpPr>
            <a:spLocks noGrp="1"/>
          </p:cNvSpPr>
          <p:nvPr>
            <p:ph type="sldNum" sz="quarter" idx="13"/>
          </p:nvPr>
        </p:nvSpPr>
        <p:spPr/>
        <p:txBody>
          <a:bodyPr/>
          <a:lstStyle/>
          <a:p>
            <a:fld id="{2B143D1D-9801-49CA-88C0-178C03B6937F}" type="slidenum">
              <a:rPr lang="en-US" smtClean="0"/>
              <a:t>‹#›</a:t>
            </a:fld>
            <a:endParaRPr lang="en-US"/>
          </a:p>
        </p:txBody>
      </p:sp>
    </p:spTree>
    <p:extLst>
      <p:ext uri="{BB962C8B-B14F-4D97-AF65-F5344CB8AC3E}">
        <p14:creationId xmlns:p14="http://schemas.microsoft.com/office/powerpoint/2010/main" val="9631282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p:cSld name="Title Only Dark">
    <p:bg>
      <p:bgPr>
        <a:gradFill>
          <a:gsLst>
            <a:gs pos="1000">
              <a:schemeClr val="accent6"/>
            </a:gs>
            <a:gs pos="100000">
              <a:srgbClr val="000738"/>
            </a:gs>
            <a:gs pos="42000">
              <a:srgbClr val="063958"/>
            </a:gs>
          </a:gsLst>
          <a:path path="circle">
            <a:fillToRect l="100000" t="100000"/>
          </a:path>
        </a:gradFill>
        <a:effectLst/>
      </p:bgPr>
    </p:bg>
    <p:spTree>
      <p:nvGrpSpPr>
        <p:cNvPr id="1" name=""/>
        <p:cNvGrpSpPr/>
        <p:nvPr/>
      </p:nvGrpSpPr>
      <p:grpSpPr>
        <a:xfrm>
          <a:off x="0" y="0"/>
          <a:ext cx="0" cy="0"/>
          <a:chOff x="0" y="0"/>
          <a:chExt cx="0" cy="0"/>
        </a:xfrm>
      </p:grpSpPr>
      <p:sp>
        <p:nvSpPr>
          <p:cNvPr id="35" name="Title Text"/>
          <p:cNvSpPr txBox="1">
            <a:spLocks noGrp="1"/>
          </p:cNvSpPr>
          <p:nvPr>
            <p:ph type="title"/>
          </p:nvPr>
        </p:nvSpPr>
        <p:spPr>
          <a:prstGeom prst="rect">
            <a:avLst/>
          </a:prstGeom>
        </p:spPr>
        <p:txBody>
          <a:bodyPr/>
          <a:lstStyle>
            <a:lvl1pPr>
              <a:defRPr>
                <a:solidFill>
                  <a:schemeClr val="bg1"/>
                </a:solidFill>
              </a:defRPr>
            </a:lvl1pPr>
          </a:lstStyle>
          <a:p>
            <a:r>
              <a:rPr lang="en-US"/>
              <a:t>Click to edit Master title style</a:t>
            </a:r>
            <a:endParaRPr/>
          </a:p>
        </p:txBody>
      </p:sp>
      <p:sp>
        <p:nvSpPr>
          <p:cNvPr id="3" name="Slide Number Placeholder 2">
            <a:extLst>
              <a:ext uri="{FF2B5EF4-FFF2-40B4-BE49-F238E27FC236}">
                <a16:creationId xmlns:a16="http://schemas.microsoft.com/office/drawing/2014/main" id="{B3C47A46-FF53-3EF5-3718-12552EC56F59}"/>
              </a:ext>
            </a:extLst>
          </p:cNvPr>
          <p:cNvSpPr>
            <a:spLocks noGrp="1"/>
          </p:cNvSpPr>
          <p:nvPr>
            <p:ph type="sldNum" sz="quarter" idx="11"/>
          </p:nvPr>
        </p:nvSpPr>
        <p:spPr>
          <a:xfrm>
            <a:off x="296055" y="6412748"/>
            <a:ext cx="426564" cy="365125"/>
          </a:xfrm>
        </p:spPr>
        <p:txBody>
          <a:bodyPr/>
          <a:lstStyle>
            <a:lvl1pPr>
              <a:defRPr>
                <a:solidFill>
                  <a:schemeClr val="bg1"/>
                </a:solidFill>
              </a:defRPr>
            </a:lvl1pPr>
          </a:lstStyle>
          <a:p>
            <a:fld id="{2B143D1D-9801-49CA-88C0-178C03B6937F}" type="slidenum">
              <a:rPr lang="en-US" smtClean="0"/>
              <a:pPr/>
              <a:t>‹#›</a:t>
            </a:fld>
            <a:endParaRPr lang="en-US"/>
          </a:p>
        </p:txBody>
      </p:sp>
      <p:sp>
        <p:nvSpPr>
          <p:cNvPr id="4" name="Footer Placeholder 3">
            <a:extLst>
              <a:ext uri="{FF2B5EF4-FFF2-40B4-BE49-F238E27FC236}">
                <a16:creationId xmlns:a16="http://schemas.microsoft.com/office/drawing/2014/main" id="{90D8638C-4F5F-7956-F266-42A2C6FB1BF5}"/>
              </a:ext>
            </a:extLst>
          </p:cNvPr>
          <p:cNvSpPr>
            <a:spLocks noGrp="1"/>
          </p:cNvSpPr>
          <p:nvPr>
            <p:ph type="ftr" sz="quarter" idx="12"/>
          </p:nvPr>
        </p:nvSpPr>
        <p:spPr/>
        <p:txBody>
          <a:bodyPr/>
          <a:lstStyle>
            <a:lvl1pPr>
              <a:defRPr>
                <a:solidFill>
                  <a:schemeClr val="bg1"/>
                </a:solidFill>
              </a:defRPr>
            </a:lvl1pPr>
          </a:lstStyle>
          <a:p>
            <a:endParaRPr lang="en-US"/>
          </a:p>
        </p:txBody>
      </p:sp>
      <p:pic>
        <p:nvPicPr>
          <p:cNvPr id="5" name="Graphic 4">
            <a:extLst>
              <a:ext uri="{FF2B5EF4-FFF2-40B4-BE49-F238E27FC236}">
                <a16:creationId xmlns:a16="http://schemas.microsoft.com/office/drawing/2014/main" id="{C1F8C85C-BFAA-DC82-25E9-742DA6EB15A1}"/>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806884" y="6082764"/>
            <a:ext cx="1082711" cy="721807"/>
          </a:xfrm>
          <a:prstGeom prst="rect">
            <a:avLst/>
          </a:prstGeom>
        </p:spPr>
      </p:pic>
    </p:spTree>
    <p:extLst>
      <p:ext uri="{BB962C8B-B14F-4D97-AF65-F5344CB8AC3E}">
        <p14:creationId xmlns:p14="http://schemas.microsoft.com/office/powerpoint/2010/main" val="5879738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Left Side">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2C5727E7-0CEB-3F42-D5D8-424A5AAAB81E}"/>
              </a:ext>
            </a:extLst>
          </p:cNvPr>
          <p:cNvPicPr>
            <a:picLocks noChangeAspect="1"/>
          </p:cNvPicPr>
          <p:nvPr/>
        </p:nvPicPr>
        <p:blipFill>
          <a:blip r:embed="rId2">
            <a:extLst>
              <a:ext uri="{28A0092B-C50C-407E-A947-70E740481C1C}">
                <a14:useLocalDpi xmlns:a14="http://schemas.microsoft.com/office/drawing/2010/main" val="0"/>
              </a:ext>
            </a:extLst>
          </a:blip>
          <a:srcRect l="28718" r="28718"/>
          <a:stretch/>
        </p:blipFill>
        <p:spPr>
          <a:xfrm>
            <a:off x="-3810" y="0"/>
            <a:ext cx="5176311" cy="6858000"/>
          </a:xfrm>
          <a:prstGeom prst="rect">
            <a:avLst/>
          </a:prstGeom>
        </p:spPr>
      </p:pic>
      <p:sp>
        <p:nvSpPr>
          <p:cNvPr id="8" name="Rectangle 7">
            <a:extLst>
              <a:ext uri="{FF2B5EF4-FFF2-40B4-BE49-F238E27FC236}">
                <a16:creationId xmlns:a16="http://schemas.microsoft.com/office/drawing/2014/main" id="{945E0678-FA16-AB81-99E1-753A53DF58AD}"/>
              </a:ext>
            </a:extLst>
          </p:cNvPr>
          <p:cNvSpPr/>
          <p:nvPr userDrawn="1"/>
        </p:nvSpPr>
        <p:spPr>
          <a:xfrm>
            <a:off x="0" y="-1"/>
            <a:ext cx="5176311" cy="5880539"/>
          </a:xfrm>
          <a:prstGeom prst="rect">
            <a:avLst/>
          </a:prstGeom>
          <a:gradFill flip="none" rotWithShape="1">
            <a:gsLst>
              <a:gs pos="0">
                <a:schemeClr val="accent6">
                  <a:alpha val="0"/>
                </a:schemeClr>
              </a:gs>
              <a:gs pos="95000">
                <a:schemeClr val="bg2"/>
              </a:gs>
            </a:gsLst>
            <a:lin ang="16200000" scaled="1"/>
            <a:tileRect/>
          </a:gra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lstStyle/>
          <a:p>
            <a:pPr marL="0" marR="0" indent="0" algn="ctr" defTabSz="914400" rtl="0" fontAlgn="auto" latinLnBrk="0" hangingPunct="0">
              <a:lnSpc>
                <a:spcPct val="100000"/>
              </a:lnSpc>
              <a:spcBef>
                <a:spcPts val="0"/>
              </a:spcBef>
              <a:spcAft>
                <a:spcPts val="0"/>
              </a:spcAft>
              <a:buClrTx/>
              <a:buSzTx/>
              <a:buFontTx/>
              <a:buNone/>
              <a:tabLst/>
            </a:pPr>
            <a:endParaRPr kumimoji="0" lang="en-US" sz="1200" b="0" i="0" u="none" strike="noStrike" cap="none" spc="0" normalizeH="0" baseline="0">
              <a:ln>
                <a:noFill/>
              </a:ln>
              <a:solidFill>
                <a:srgbClr val="50626A"/>
              </a:solidFill>
              <a:effectLst/>
              <a:uFillTx/>
              <a:latin typeface="Arial" panose="020B0604020202020204" pitchFamily="34" charset="0"/>
              <a:ea typeface="+mn-ea"/>
              <a:cs typeface="+mn-cs"/>
              <a:sym typeface="Calibri"/>
            </a:endParaRPr>
          </a:p>
        </p:txBody>
      </p:sp>
      <p:sp>
        <p:nvSpPr>
          <p:cNvPr id="2" name="Title 1">
            <a:extLst>
              <a:ext uri="{FF2B5EF4-FFF2-40B4-BE49-F238E27FC236}">
                <a16:creationId xmlns:a16="http://schemas.microsoft.com/office/drawing/2014/main" id="{4A5B625F-C15A-4238-ABAC-07D8ECC9190F}"/>
              </a:ext>
            </a:extLst>
          </p:cNvPr>
          <p:cNvSpPr>
            <a:spLocks noGrp="1"/>
          </p:cNvSpPr>
          <p:nvPr>
            <p:ph type="title"/>
          </p:nvPr>
        </p:nvSpPr>
        <p:spPr>
          <a:xfrm>
            <a:off x="272233" y="317212"/>
            <a:ext cx="4518131" cy="1892587"/>
          </a:xfrm>
        </p:spPr>
        <p:txBody>
          <a:bodyPr/>
          <a:lstStyle>
            <a:lvl1pPr>
              <a:defRPr>
                <a:solidFill>
                  <a:schemeClr val="bg1"/>
                </a:solidFill>
              </a:defRPr>
            </a:lvl1pPr>
          </a:lstStyle>
          <a:p>
            <a:r>
              <a:rPr lang="en-US"/>
              <a:t>Click to edit Master title style</a:t>
            </a:r>
          </a:p>
        </p:txBody>
      </p:sp>
      <p:sp>
        <p:nvSpPr>
          <p:cNvPr id="3" name="Slide Number Placeholder 2">
            <a:extLst>
              <a:ext uri="{FF2B5EF4-FFF2-40B4-BE49-F238E27FC236}">
                <a16:creationId xmlns:a16="http://schemas.microsoft.com/office/drawing/2014/main" id="{93700611-B61B-4ABD-BE4D-17E6DAC9A66F}"/>
              </a:ext>
            </a:extLst>
          </p:cNvPr>
          <p:cNvSpPr>
            <a:spLocks noGrp="1"/>
          </p:cNvSpPr>
          <p:nvPr>
            <p:ph type="sldNum" sz="quarter" idx="10"/>
          </p:nvPr>
        </p:nvSpPr>
        <p:spPr/>
        <p:txBody>
          <a:bodyPr/>
          <a:lstStyle>
            <a:lvl1pPr>
              <a:defRPr>
                <a:solidFill>
                  <a:schemeClr val="bg1"/>
                </a:solidFill>
              </a:defRPr>
            </a:lvl1pPr>
          </a:lstStyle>
          <a:p>
            <a:fld id="{2B143D1D-9801-49CA-88C0-178C03B6937F}" type="slidenum">
              <a:rPr lang="en-US" smtClean="0"/>
              <a:t>‹#›</a:t>
            </a:fld>
            <a:endParaRPr lang="en-US"/>
          </a:p>
        </p:txBody>
      </p:sp>
      <p:sp>
        <p:nvSpPr>
          <p:cNvPr id="4" name="Body Level One…">
            <a:extLst>
              <a:ext uri="{FF2B5EF4-FFF2-40B4-BE49-F238E27FC236}">
                <a16:creationId xmlns:a16="http://schemas.microsoft.com/office/drawing/2014/main" id="{40EBB8DB-A9D6-4FF1-A2F3-96E6783B8182}"/>
              </a:ext>
            </a:extLst>
          </p:cNvPr>
          <p:cNvSpPr txBox="1">
            <a:spLocks noGrp="1"/>
          </p:cNvSpPr>
          <p:nvPr>
            <p:ph idx="1"/>
          </p:nvPr>
        </p:nvSpPr>
        <p:spPr>
          <a:xfrm>
            <a:off x="5581933" y="560356"/>
            <a:ext cx="6398195" cy="5516594"/>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45719" rIns="45719"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a:extLst>
              <a:ext uri="{FF2B5EF4-FFF2-40B4-BE49-F238E27FC236}">
                <a16:creationId xmlns:a16="http://schemas.microsoft.com/office/drawing/2014/main" id="{D1649BBA-C546-F173-EE3F-1CF65B3DB20A}"/>
              </a:ext>
            </a:extLst>
          </p:cNvPr>
          <p:cNvSpPr>
            <a:spLocks noGrp="1"/>
          </p:cNvSpPr>
          <p:nvPr>
            <p:ph type="ftr" sz="quarter" idx="11"/>
          </p:nvPr>
        </p:nvSpPr>
        <p:spPr/>
        <p:txBody>
          <a:bodyPr/>
          <a:lstStyle>
            <a:lvl1pPr>
              <a:defRPr>
                <a:solidFill>
                  <a:schemeClr val="bg1"/>
                </a:solidFill>
              </a:defRPr>
            </a:lvl1pPr>
          </a:lstStyle>
          <a:p>
            <a:endParaRPr lang="en-US"/>
          </a:p>
        </p:txBody>
      </p:sp>
    </p:spTree>
    <p:extLst>
      <p:ext uri="{BB962C8B-B14F-4D97-AF65-F5344CB8AC3E}">
        <p14:creationId xmlns:p14="http://schemas.microsoft.com/office/powerpoint/2010/main" val="17456891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Right Side">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2C5727E7-0CEB-3F42-D5D8-424A5AAAB81E}"/>
              </a:ext>
            </a:extLst>
          </p:cNvPr>
          <p:cNvPicPr>
            <a:picLocks noChangeAspect="1"/>
          </p:cNvPicPr>
          <p:nvPr/>
        </p:nvPicPr>
        <p:blipFill rotWithShape="1">
          <a:blip r:embed="rId2">
            <a:extLst>
              <a:ext uri="{28A0092B-C50C-407E-A947-70E740481C1C}">
                <a14:useLocalDpi xmlns:a14="http://schemas.microsoft.com/office/drawing/2010/main" val="0"/>
              </a:ext>
            </a:extLst>
          </a:blip>
          <a:srcRect l="26689" r="30747"/>
          <a:stretch/>
        </p:blipFill>
        <p:spPr>
          <a:xfrm flipH="1" flipV="1">
            <a:off x="7015689" y="0"/>
            <a:ext cx="5176311" cy="6858000"/>
          </a:xfrm>
          <a:prstGeom prst="rect">
            <a:avLst/>
          </a:prstGeom>
        </p:spPr>
      </p:pic>
      <p:sp>
        <p:nvSpPr>
          <p:cNvPr id="7" name="Rectangle 6">
            <a:extLst>
              <a:ext uri="{FF2B5EF4-FFF2-40B4-BE49-F238E27FC236}">
                <a16:creationId xmlns:a16="http://schemas.microsoft.com/office/drawing/2014/main" id="{F06027A1-0D62-16F7-30CE-41BFE8B26C7C}"/>
              </a:ext>
            </a:extLst>
          </p:cNvPr>
          <p:cNvSpPr/>
          <p:nvPr/>
        </p:nvSpPr>
        <p:spPr>
          <a:xfrm>
            <a:off x="7015689" y="-1"/>
            <a:ext cx="5176311" cy="6777874"/>
          </a:xfrm>
          <a:prstGeom prst="rect">
            <a:avLst/>
          </a:prstGeom>
          <a:gradFill flip="none" rotWithShape="1">
            <a:gsLst>
              <a:gs pos="0">
                <a:schemeClr val="accent6">
                  <a:alpha val="0"/>
                </a:schemeClr>
              </a:gs>
              <a:gs pos="95000">
                <a:schemeClr val="bg2"/>
              </a:gs>
            </a:gsLst>
            <a:lin ang="16200000" scaled="1"/>
            <a:tileRect/>
          </a:gra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lstStyle/>
          <a:p>
            <a:pPr marL="0" marR="0" indent="0" algn="ctr" defTabSz="914400" rtl="0" fontAlgn="auto" latinLnBrk="0" hangingPunct="0">
              <a:lnSpc>
                <a:spcPct val="100000"/>
              </a:lnSpc>
              <a:spcBef>
                <a:spcPts val="0"/>
              </a:spcBef>
              <a:spcAft>
                <a:spcPts val="0"/>
              </a:spcAft>
              <a:buClrTx/>
              <a:buSzTx/>
              <a:buFontTx/>
              <a:buNone/>
              <a:tabLst/>
            </a:pPr>
            <a:endParaRPr kumimoji="0" lang="en-US" sz="1200" b="0" i="0" u="none" strike="noStrike" cap="none" spc="0" normalizeH="0" baseline="0">
              <a:ln>
                <a:noFill/>
              </a:ln>
              <a:solidFill>
                <a:srgbClr val="50626A"/>
              </a:solidFill>
              <a:effectLst/>
              <a:uFillTx/>
              <a:latin typeface="Arial" panose="020B0604020202020204" pitchFamily="34" charset="0"/>
              <a:ea typeface="+mn-ea"/>
              <a:cs typeface="+mn-cs"/>
              <a:sym typeface="Calibri"/>
            </a:endParaRPr>
          </a:p>
        </p:txBody>
      </p:sp>
      <p:sp>
        <p:nvSpPr>
          <p:cNvPr id="4" name="Body Level One…">
            <a:extLst>
              <a:ext uri="{FF2B5EF4-FFF2-40B4-BE49-F238E27FC236}">
                <a16:creationId xmlns:a16="http://schemas.microsoft.com/office/drawing/2014/main" id="{40EBB8DB-A9D6-4FF1-A2F3-96E6783B8182}"/>
              </a:ext>
            </a:extLst>
          </p:cNvPr>
          <p:cNvSpPr txBox="1">
            <a:spLocks noGrp="1"/>
          </p:cNvSpPr>
          <p:nvPr>
            <p:ph idx="1"/>
          </p:nvPr>
        </p:nvSpPr>
        <p:spPr>
          <a:xfrm>
            <a:off x="347472" y="1242203"/>
            <a:ext cx="6398195" cy="4968097"/>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45719" rIns="45719">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8" name="Title 7">
            <a:extLst>
              <a:ext uri="{FF2B5EF4-FFF2-40B4-BE49-F238E27FC236}">
                <a16:creationId xmlns:a16="http://schemas.microsoft.com/office/drawing/2014/main" id="{0FB071E8-809B-6890-C6B9-812E8369D165}"/>
              </a:ext>
            </a:extLst>
          </p:cNvPr>
          <p:cNvSpPr>
            <a:spLocks noGrp="1"/>
          </p:cNvSpPr>
          <p:nvPr>
            <p:ph type="title"/>
          </p:nvPr>
        </p:nvSpPr>
        <p:spPr/>
        <p:txBody>
          <a:bodyPr/>
          <a:lstStyle/>
          <a:p>
            <a:r>
              <a:rPr lang="en-US"/>
              <a:t>Click to edit Master title style</a:t>
            </a:r>
          </a:p>
        </p:txBody>
      </p:sp>
      <p:sp>
        <p:nvSpPr>
          <p:cNvPr id="5" name="Footer Placeholder 4">
            <a:extLst>
              <a:ext uri="{FF2B5EF4-FFF2-40B4-BE49-F238E27FC236}">
                <a16:creationId xmlns:a16="http://schemas.microsoft.com/office/drawing/2014/main" id="{3B21BB59-32EF-F98A-2990-317BB5943E8A}"/>
              </a:ext>
            </a:extLst>
          </p:cNvPr>
          <p:cNvSpPr>
            <a:spLocks noGrp="1"/>
          </p:cNvSpPr>
          <p:nvPr>
            <p:ph type="ftr" sz="quarter" idx="10"/>
          </p:nvPr>
        </p:nvSpPr>
        <p:spPr/>
        <p:txBody>
          <a:bodyPr/>
          <a:lstStyle/>
          <a:p>
            <a:endParaRPr lang="en-US"/>
          </a:p>
        </p:txBody>
      </p:sp>
      <p:sp>
        <p:nvSpPr>
          <p:cNvPr id="10" name="Slide Number Placeholder 9">
            <a:extLst>
              <a:ext uri="{FF2B5EF4-FFF2-40B4-BE49-F238E27FC236}">
                <a16:creationId xmlns:a16="http://schemas.microsoft.com/office/drawing/2014/main" id="{5B7AFE7E-7CB0-FD25-F78E-7DA5692308E7}"/>
              </a:ext>
            </a:extLst>
          </p:cNvPr>
          <p:cNvSpPr>
            <a:spLocks noGrp="1"/>
          </p:cNvSpPr>
          <p:nvPr>
            <p:ph type="sldNum" sz="quarter" idx="11"/>
          </p:nvPr>
        </p:nvSpPr>
        <p:spPr/>
        <p:txBody>
          <a:bodyPr/>
          <a:lstStyle/>
          <a:p>
            <a:fld id="{2B143D1D-9801-49CA-88C0-178C03B6937F}" type="slidenum">
              <a:rPr lang="en-US" smtClean="0"/>
              <a:t>‹#›</a:t>
            </a:fld>
            <a:endParaRPr lang="en-US"/>
          </a:p>
        </p:txBody>
      </p:sp>
      <p:pic>
        <p:nvPicPr>
          <p:cNvPr id="3" name="Picture 2">
            <a:extLst>
              <a:ext uri="{FF2B5EF4-FFF2-40B4-BE49-F238E27FC236}">
                <a16:creationId xmlns:a16="http://schemas.microsoft.com/office/drawing/2014/main" id="{7424F124-A258-66DC-3AAE-6DDE6D9BAB50}"/>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10886330" y="6126042"/>
            <a:ext cx="934494" cy="620833"/>
          </a:xfrm>
          <a:prstGeom prst="rect">
            <a:avLst/>
          </a:prstGeom>
          <a:effectLst/>
        </p:spPr>
      </p:pic>
    </p:spTree>
    <p:extLst>
      <p:ext uri="{BB962C8B-B14F-4D97-AF65-F5344CB8AC3E}">
        <p14:creationId xmlns:p14="http://schemas.microsoft.com/office/powerpoint/2010/main" val="33804502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Content Placeholder 2"/>
          <p:cNvSpPr>
            <a:spLocks noGrp="1"/>
          </p:cNvSpPr>
          <p:nvPr>
            <p:ph idx="1"/>
          </p:nvPr>
        </p:nvSpPr>
        <p:spPr/>
        <p:txBody>
          <a:bodyPr/>
          <a:lstStyle>
            <a:lvl1pPr>
              <a:spcBef>
                <a:spcPts val="1867"/>
              </a:spcBef>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endParaRPr lang="en-US"/>
          </a:p>
        </p:txBody>
      </p:sp>
    </p:spTree>
    <p:extLst>
      <p:ext uri="{BB962C8B-B14F-4D97-AF65-F5344CB8AC3E}">
        <p14:creationId xmlns:p14="http://schemas.microsoft.com/office/powerpoint/2010/main" val="1212289681"/>
      </p:ext>
    </p:extLst>
  </p:cSld>
  <p:clrMapOvr>
    <a:masterClrMapping/>
  </p:clrMapOvr>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cSld name="Compariso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38EABC0-EFC6-D243-946E-F42B969FE9B9}"/>
              </a:ext>
            </a:extLst>
          </p:cNvPr>
          <p:cNvSpPr>
            <a:spLocks noGrp="1"/>
          </p:cNvSpPr>
          <p:nvPr>
            <p:ph type="body" idx="1"/>
          </p:nvPr>
        </p:nvSpPr>
        <p:spPr>
          <a:xfrm>
            <a:off x="347472" y="1144401"/>
            <a:ext cx="5760625" cy="823912"/>
          </a:xfrm>
        </p:spPr>
        <p:txBody>
          <a:bodyPr anchor="b"/>
          <a:lstStyle>
            <a:lvl1pPr marL="0" indent="0">
              <a:buNone/>
              <a:defRPr sz="2000" b="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CB5420B-0671-9947-8ACD-9947290B10A6}"/>
              </a:ext>
            </a:extLst>
          </p:cNvPr>
          <p:cNvSpPr>
            <a:spLocks noGrp="1"/>
          </p:cNvSpPr>
          <p:nvPr>
            <p:ph sz="half" idx="2"/>
          </p:nvPr>
        </p:nvSpPr>
        <p:spPr>
          <a:xfrm>
            <a:off x="347472" y="1968312"/>
            <a:ext cx="5760625" cy="404585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DBC9F15-7C0B-4444-AE75-34E3127776B9}"/>
              </a:ext>
            </a:extLst>
          </p:cNvPr>
          <p:cNvSpPr>
            <a:spLocks noGrp="1"/>
          </p:cNvSpPr>
          <p:nvPr>
            <p:ph type="body" sz="quarter" idx="3"/>
          </p:nvPr>
        </p:nvSpPr>
        <p:spPr>
          <a:xfrm>
            <a:off x="6318913" y="1144401"/>
            <a:ext cx="5517485" cy="823912"/>
          </a:xfrm>
        </p:spPr>
        <p:txBody>
          <a:bodyPr anchor="b"/>
          <a:lstStyle>
            <a:lvl1pPr marL="0" indent="0">
              <a:buNone/>
              <a:defRPr sz="2000" b="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8CAFEF0-01F2-2E44-94D8-FD3D3CE15F1F}"/>
              </a:ext>
            </a:extLst>
          </p:cNvPr>
          <p:cNvSpPr>
            <a:spLocks noGrp="1"/>
          </p:cNvSpPr>
          <p:nvPr>
            <p:ph sz="quarter" idx="4"/>
          </p:nvPr>
        </p:nvSpPr>
        <p:spPr>
          <a:xfrm>
            <a:off x="6318913" y="1968312"/>
            <a:ext cx="5517485" cy="404585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itle 11">
            <a:extLst>
              <a:ext uri="{FF2B5EF4-FFF2-40B4-BE49-F238E27FC236}">
                <a16:creationId xmlns:a16="http://schemas.microsoft.com/office/drawing/2014/main" id="{A53AB65E-510E-4C42-BD7A-EC2B31E26B1F}"/>
              </a:ext>
            </a:extLst>
          </p:cNvPr>
          <p:cNvSpPr>
            <a:spLocks noGrp="1"/>
          </p:cNvSpPr>
          <p:nvPr>
            <p:ph type="title"/>
          </p:nvPr>
        </p:nvSpPr>
        <p:spPr/>
        <p:txBody>
          <a:bodyPr/>
          <a:lstStyle/>
          <a:p>
            <a:r>
              <a:rPr lang="en-US"/>
              <a:t>Click to edit Master title style</a:t>
            </a:r>
          </a:p>
        </p:txBody>
      </p:sp>
      <p:sp>
        <p:nvSpPr>
          <p:cNvPr id="2" name="Footer Placeholder 1">
            <a:extLst>
              <a:ext uri="{FF2B5EF4-FFF2-40B4-BE49-F238E27FC236}">
                <a16:creationId xmlns:a16="http://schemas.microsoft.com/office/drawing/2014/main" id="{F17E5D93-47C7-C366-2531-FB5F387B5132}"/>
              </a:ext>
            </a:extLst>
          </p:cNvPr>
          <p:cNvSpPr>
            <a:spLocks noGrp="1"/>
          </p:cNvSpPr>
          <p:nvPr>
            <p:ph type="ftr" sz="quarter" idx="13"/>
          </p:nvPr>
        </p:nvSpPr>
        <p:spPr/>
        <p:txBody>
          <a:bodyPr/>
          <a:lstStyle/>
          <a:p>
            <a:endParaRPr lang="en-US"/>
          </a:p>
        </p:txBody>
      </p:sp>
      <p:sp>
        <p:nvSpPr>
          <p:cNvPr id="7" name="Slide Number Placeholder 6">
            <a:extLst>
              <a:ext uri="{FF2B5EF4-FFF2-40B4-BE49-F238E27FC236}">
                <a16:creationId xmlns:a16="http://schemas.microsoft.com/office/drawing/2014/main" id="{E7A034DA-6BF8-D5C0-A344-983B2CDFAB2B}"/>
              </a:ext>
            </a:extLst>
          </p:cNvPr>
          <p:cNvSpPr>
            <a:spLocks noGrp="1"/>
          </p:cNvSpPr>
          <p:nvPr>
            <p:ph type="sldNum" sz="quarter" idx="14"/>
          </p:nvPr>
        </p:nvSpPr>
        <p:spPr/>
        <p:txBody>
          <a:bodyPr/>
          <a:lstStyle/>
          <a:p>
            <a:fld id="{2B143D1D-9801-49CA-88C0-178C03B6937F}" type="slidenum">
              <a:rPr lang="en-US" smtClean="0"/>
              <a:t>‹#›</a:t>
            </a:fld>
            <a:endParaRPr lang="en-US"/>
          </a:p>
        </p:txBody>
      </p:sp>
    </p:spTree>
    <p:extLst>
      <p:ext uri="{BB962C8B-B14F-4D97-AF65-F5344CB8AC3E}">
        <p14:creationId xmlns:p14="http://schemas.microsoft.com/office/powerpoint/2010/main" val="1598530650"/>
      </p:ext>
    </p:extLst>
  </p:cSld>
  <p:clrMapOvr>
    <a:masterClrMapping/>
  </p:clrMapOvr>
  <p:hf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301058" name="Rectangle 2"/>
          <p:cNvSpPr>
            <a:spLocks noGrp="1" noChangeArrowheads="1"/>
          </p:cNvSpPr>
          <p:nvPr>
            <p:ph type="ctrTitle"/>
          </p:nvPr>
        </p:nvSpPr>
        <p:spPr>
          <a:xfrm>
            <a:off x="372533" y="2032000"/>
            <a:ext cx="11480800" cy="2362200"/>
          </a:xfrm>
        </p:spPr>
        <p:txBody>
          <a:bodyPr anchorCtr="1"/>
          <a:lstStyle>
            <a:lvl1pPr algn="ctr">
              <a:lnSpc>
                <a:spcPct val="115000"/>
              </a:lnSpc>
              <a:defRPr sz="3600">
                <a:solidFill>
                  <a:srgbClr val="FF9902"/>
                </a:solidFill>
              </a:defRPr>
            </a:lvl1pPr>
          </a:lstStyle>
          <a:p>
            <a:r>
              <a:rPr lang="en-US"/>
              <a:t>Click to edit Master title style</a:t>
            </a:r>
          </a:p>
        </p:txBody>
      </p:sp>
      <p:sp>
        <p:nvSpPr>
          <p:cNvPr id="301059" name="Rectangle 3"/>
          <p:cNvSpPr>
            <a:spLocks noGrp="1" noChangeArrowheads="1"/>
          </p:cNvSpPr>
          <p:nvPr>
            <p:ph type="subTitle" idx="1"/>
          </p:nvPr>
        </p:nvSpPr>
        <p:spPr>
          <a:xfrm>
            <a:off x="1828800" y="4572000"/>
            <a:ext cx="8534400" cy="1752600"/>
          </a:xfrm>
        </p:spPr>
        <p:txBody>
          <a:bodyPr anchor="t"/>
          <a:lstStyle>
            <a:lvl1pPr marL="0" indent="0" algn="ctr">
              <a:buFont typeface="Wingdings" pitchFamily="1" charset="2"/>
              <a:buNone/>
              <a:defRPr/>
            </a:lvl1pPr>
          </a:lstStyle>
          <a:p>
            <a:r>
              <a:rPr lang="en-US"/>
              <a:t>Click to edit Master subtitle style</a:t>
            </a:r>
          </a:p>
        </p:txBody>
      </p:sp>
    </p:spTree>
    <p:extLst>
      <p:ext uri="{BB962C8B-B14F-4D97-AF65-F5344CB8AC3E}">
        <p14:creationId xmlns:p14="http://schemas.microsoft.com/office/powerpoint/2010/main" val="1802075359"/>
      </p:ext>
    </p:extLst>
  </p:cSld>
  <p:clrMapOvr>
    <a:masterClrMapping/>
  </p:clrMapOvr>
  <p:transition spd="med">
    <p:wipe dir="r"/>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42537588"/>
      </p:ext>
    </p:extLst>
  </p:cSld>
  <p:clrMapOvr>
    <a:masterClrMapping/>
  </p:clrMapOvr>
  <p:transition spd="med">
    <p:wipe dir="r"/>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effectLst/>
              </a:defRPr>
            </a:lvl1pPr>
          </a:lstStyle>
          <a:p>
            <a:r>
              <a:rPr lang="en-US"/>
              <a:t>Click to edit Master title style</a:t>
            </a:r>
          </a:p>
        </p:txBody>
      </p:sp>
      <p:sp>
        <p:nvSpPr>
          <p:cNvPr id="3" name="Content Placeholder 2"/>
          <p:cNvSpPr>
            <a:spLocks noGrp="1"/>
          </p:cNvSpPr>
          <p:nvPr>
            <p:ph sz="half" idx="1"/>
          </p:nvPr>
        </p:nvSpPr>
        <p:spPr>
          <a:xfrm>
            <a:off x="457200" y="1463548"/>
            <a:ext cx="5486400" cy="4495800"/>
          </a:xfrm>
        </p:spPr>
        <p:txBody>
          <a:bodyPr anchor="t"/>
          <a:lstStyle>
            <a:lvl1pPr>
              <a:defRPr sz="2000"/>
            </a:lvl1pPr>
            <a:lvl2pPr>
              <a:defRPr sz="1800"/>
            </a:lvl2pPr>
            <a:lvl3pPr>
              <a:defRPr sz="1600"/>
            </a:lvl3pPr>
            <a:lvl4pPr>
              <a:defRPr sz="1400"/>
            </a:lvl4pPr>
            <a:lvl5pPr>
              <a:defRPr sz="14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217920" y="1463548"/>
            <a:ext cx="5486400" cy="4495800"/>
          </a:xfrm>
        </p:spPr>
        <p:txBody>
          <a:bodyPr anchor="t"/>
          <a:lstStyle>
            <a:lvl1pPr>
              <a:defRPr sz="2000"/>
            </a:lvl1pPr>
            <a:lvl2pPr>
              <a:defRPr sz="1800"/>
            </a:lvl2pPr>
            <a:lvl3pPr>
              <a:defRPr sz="1600"/>
            </a:lvl3pPr>
            <a:lvl4pPr>
              <a:defRPr sz="1400"/>
            </a:lvl4pPr>
            <a:lvl5pPr>
              <a:defRPr sz="14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963634742"/>
      </p:ext>
    </p:extLst>
  </p:cSld>
  <p:clrMapOvr>
    <a:masterClrMapping/>
  </p:clrMapOvr>
  <p:transition spd="med">
    <p:wipe dir="r"/>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155448"/>
            <a:ext cx="1124712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438148"/>
            <a:ext cx="5486400" cy="639762"/>
          </a:xfrm>
        </p:spPr>
        <p:txBody>
          <a:bodyPr/>
          <a:lstStyle>
            <a:lvl1pPr marL="0" indent="0">
              <a:buNone/>
              <a:defRPr sz="2000" b="1"/>
            </a:lvl1pPr>
            <a:lvl2pPr marL="456079" indent="0">
              <a:buNone/>
              <a:defRPr sz="2000" b="1"/>
            </a:lvl2pPr>
            <a:lvl3pPr marL="912157" indent="0">
              <a:buNone/>
              <a:defRPr sz="1800" b="1"/>
            </a:lvl3pPr>
            <a:lvl4pPr marL="1368231" indent="0">
              <a:buNone/>
              <a:defRPr sz="1600" b="1"/>
            </a:lvl4pPr>
            <a:lvl5pPr marL="1824309" indent="0">
              <a:buNone/>
              <a:defRPr sz="1600" b="1"/>
            </a:lvl5pPr>
            <a:lvl6pPr marL="2280381" indent="0">
              <a:buNone/>
              <a:defRPr sz="1600" b="1"/>
            </a:lvl6pPr>
            <a:lvl7pPr marL="2736461" indent="0">
              <a:buNone/>
              <a:defRPr sz="1600" b="1"/>
            </a:lvl7pPr>
            <a:lvl8pPr marL="3192536" indent="0">
              <a:buNone/>
              <a:defRPr sz="1600" b="1"/>
            </a:lvl8pPr>
            <a:lvl9pPr marL="3648611"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208212"/>
            <a:ext cx="5486400" cy="3951288"/>
          </a:xfrm>
        </p:spPr>
        <p:txBody>
          <a:bodyPr anchor="t"/>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217920" y="1438148"/>
            <a:ext cx="5486400" cy="639762"/>
          </a:xfrm>
        </p:spPr>
        <p:txBody>
          <a:bodyPr/>
          <a:lstStyle>
            <a:lvl1pPr marL="0" indent="0">
              <a:buNone/>
              <a:defRPr sz="2000" b="1"/>
            </a:lvl1pPr>
            <a:lvl2pPr marL="456079" indent="0">
              <a:buNone/>
              <a:defRPr sz="2000" b="1"/>
            </a:lvl2pPr>
            <a:lvl3pPr marL="912157" indent="0">
              <a:buNone/>
              <a:defRPr sz="1800" b="1"/>
            </a:lvl3pPr>
            <a:lvl4pPr marL="1368231" indent="0">
              <a:buNone/>
              <a:defRPr sz="1600" b="1"/>
            </a:lvl4pPr>
            <a:lvl5pPr marL="1824309" indent="0">
              <a:buNone/>
              <a:defRPr sz="1600" b="1"/>
            </a:lvl5pPr>
            <a:lvl6pPr marL="2280381" indent="0">
              <a:buNone/>
              <a:defRPr sz="1600" b="1"/>
            </a:lvl6pPr>
            <a:lvl7pPr marL="2736461" indent="0">
              <a:buNone/>
              <a:defRPr sz="1600" b="1"/>
            </a:lvl7pPr>
            <a:lvl8pPr marL="3192536" indent="0">
              <a:buNone/>
              <a:defRPr sz="1600" b="1"/>
            </a:lvl8pPr>
            <a:lvl9pPr marL="3648611"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208212"/>
            <a:ext cx="5486400" cy="3951288"/>
          </a:xfrm>
        </p:spPr>
        <p:txBody>
          <a:bodyPr anchor="t"/>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17547581"/>
      </p:ext>
    </p:extLst>
  </p:cSld>
  <p:clrMapOvr>
    <a:masterClrMapping/>
  </p:clrMapOvr>
  <p:transition spd="med">
    <p:wipe dir="r"/>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686554466"/>
      </p:ext>
    </p:extLst>
  </p:cSld>
  <p:clrMapOvr>
    <a:masterClrMapping/>
  </p:clrMapOvr>
  <p:transition spd="med">
    <p:wipe dir="r"/>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595070718"/>
      </p:ext>
    </p:extLst>
  </p:cSld>
  <p:clrMapOvr>
    <a:masterClrMapping/>
  </p:clrMapOvr>
  <p:transition spd="med">
    <p:wipe dir="r"/>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p:cSld name="Title Slide - Nab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ight Triangle 1">
            <a:extLst>
              <a:ext uri="{FF2B5EF4-FFF2-40B4-BE49-F238E27FC236}">
                <a16:creationId xmlns:a16="http://schemas.microsoft.com/office/drawing/2014/main" id="{C6C9C98D-378E-0B5D-E771-1E95F147F947}"/>
              </a:ext>
            </a:extLst>
          </p:cNvPr>
          <p:cNvSpPr/>
          <p:nvPr/>
        </p:nvSpPr>
        <p:spPr>
          <a:xfrm>
            <a:off x="-19877" y="-9938"/>
            <a:ext cx="8726556" cy="6917635"/>
          </a:xfrm>
          <a:custGeom>
            <a:avLst/>
            <a:gdLst>
              <a:gd name="connsiteX0" fmla="*/ 0 w 4244008"/>
              <a:gd name="connsiteY0" fmla="*/ 6858000 h 6858000"/>
              <a:gd name="connsiteX1" fmla="*/ 0 w 4244008"/>
              <a:gd name="connsiteY1" fmla="*/ 0 h 6858000"/>
              <a:gd name="connsiteX2" fmla="*/ 4244008 w 4244008"/>
              <a:gd name="connsiteY2" fmla="*/ 6858000 h 6858000"/>
              <a:gd name="connsiteX3" fmla="*/ 0 w 4244008"/>
              <a:gd name="connsiteY3" fmla="*/ 6858000 h 6858000"/>
              <a:gd name="connsiteX0" fmla="*/ 1 w 4244009"/>
              <a:gd name="connsiteY0" fmla="*/ 6858000 h 6858000"/>
              <a:gd name="connsiteX1" fmla="*/ 0 w 4244009"/>
              <a:gd name="connsiteY1" fmla="*/ 1023730 h 6858000"/>
              <a:gd name="connsiteX2" fmla="*/ 1 w 4244009"/>
              <a:gd name="connsiteY2" fmla="*/ 0 h 6858000"/>
              <a:gd name="connsiteX3" fmla="*/ 4244009 w 4244009"/>
              <a:gd name="connsiteY3" fmla="*/ 6858000 h 6858000"/>
              <a:gd name="connsiteX4" fmla="*/ 1 w 4244009"/>
              <a:gd name="connsiteY4" fmla="*/ 6858000 h 6858000"/>
              <a:gd name="connsiteX0" fmla="*/ 655983 w 4899991"/>
              <a:gd name="connsiteY0" fmla="*/ 6912905 h 6912905"/>
              <a:gd name="connsiteX1" fmla="*/ 0 w 4899991"/>
              <a:gd name="connsiteY1" fmla="*/ 104600 h 6912905"/>
              <a:gd name="connsiteX2" fmla="*/ 655983 w 4899991"/>
              <a:gd name="connsiteY2" fmla="*/ 54905 h 6912905"/>
              <a:gd name="connsiteX3" fmla="*/ 4899991 w 4899991"/>
              <a:gd name="connsiteY3" fmla="*/ 6912905 h 6912905"/>
              <a:gd name="connsiteX4" fmla="*/ 655983 w 4899991"/>
              <a:gd name="connsiteY4" fmla="*/ 6912905 h 6912905"/>
              <a:gd name="connsiteX0" fmla="*/ 19878 w 4899991"/>
              <a:gd name="connsiteY0" fmla="*/ 6922844 h 6922844"/>
              <a:gd name="connsiteX1" fmla="*/ 0 w 4899991"/>
              <a:gd name="connsiteY1" fmla="*/ 104600 h 6922844"/>
              <a:gd name="connsiteX2" fmla="*/ 655983 w 4899991"/>
              <a:gd name="connsiteY2" fmla="*/ 54905 h 6922844"/>
              <a:gd name="connsiteX3" fmla="*/ 4899991 w 4899991"/>
              <a:gd name="connsiteY3" fmla="*/ 6912905 h 6922844"/>
              <a:gd name="connsiteX4" fmla="*/ 19878 w 4899991"/>
              <a:gd name="connsiteY4" fmla="*/ 6922844 h 6922844"/>
              <a:gd name="connsiteX0" fmla="*/ 19878 w 4899991"/>
              <a:gd name="connsiteY0" fmla="*/ 6983106 h 6983106"/>
              <a:gd name="connsiteX1" fmla="*/ 0 w 4899991"/>
              <a:gd name="connsiteY1" fmla="*/ 164862 h 6983106"/>
              <a:gd name="connsiteX2" fmla="*/ 655983 w 4899991"/>
              <a:gd name="connsiteY2" fmla="*/ 115167 h 6983106"/>
              <a:gd name="connsiteX3" fmla="*/ 4899991 w 4899991"/>
              <a:gd name="connsiteY3" fmla="*/ 6973167 h 6983106"/>
              <a:gd name="connsiteX4" fmla="*/ 19878 w 4899991"/>
              <a:gd name="connsiteY4" fmla="*/ 6983106 h 6983106"/>
              <a:gd name="connsiteX0" fmla="*/ 19878 w 4899991"/>
              <a:gd name="connsiteY0" fmla="*/ 6867939 h 6867939"/>
              <a:gd name="connsiteX1" fmla="*/ 0 w 4899991"/>
              <a:gd name="connsiteY1" fmla="*/ 49695 h 6867939"/>
              <a:gd name="connsiteX2" fmla="*/ 655983 w 4899991"/>
              <a:gd name="connsiteY2" fmla="*/ 0 h 6867939"/>
              <a:gd name="connsiteX3" fmla="*/ 4899991 w 4899991"/>
              <a:gd name="connsiteY3" fmla="*/ 6858000 h 6867939"/>
              <a:gd name="connsiteX4" fmla="*/ 19878 w 4899991"/>
              <a:gd name="connsiteY4" fmla="*/ 6867939 h 6867939"/>
              <a:gd name="connsiteX0" fmla="*/ 29817 w 4909930"/>
              <a:gd name="connsiteY0" fmla="*/ 6877879 h 6877879"/>
              <a:gd name="connsiteX1" fmla="*/ 0 w 4909930"/>
              <a:gd name="connsiteY1" fmla="*/ 0 h 6877879"/>
              <a:gd name="connsiteX2" fmla="*/ 665922 w 4909930"/>
              <a:gd name="connsiteY2" fmla="*/ 9940 h 6877879"/>
              <a:gd name="connsiteX3" fmla="*/ 4909930 w 4909930"/>
              <a:gd name="connsiteY3" fmla="*/ 6867940 h 6877879"/>
              <a:gd name="connsiteX4" fmla="*/ 29817 w 4909930"/>
              <a:gd name="connsiteY4" fmla="*/ 6877879 h 6877879"/>
              <a:gd name="connsiteX0" fmla="*/ 29817 w 4909930"/>
              <a:gd name="connsiteY0" fmla="*/ 6877879 h 6877879"/>
              <a:gd name="connsiteX1" fmla="*/ 0 w 4909930"/>
              <a:gd name="connsiteY1" fmla="*/ 0 h 6877879"/>
              <a:gd name="connsiteX2" fmla="*/ 665922 w 4909930"/>
              <a:gd name="connsiteY2" fmla="*/ 9940 h 6877879"/>
              <a:gd name="connsiteX3" fmla="*/ 4909930 w 4909930"/>
              <a:gd name="connsiteY3" fmla="*/ 6867940 h 6877879"/>
              <a:gd name="connsiteX4" fmla="*/ 29817 w 4909930"/>
              <a:gd name="connsiteY4" fmla="*/ 6877879 h 6877879"/>
              <a:gd name="connsiteX0" fmla="*/ 29817 w 4909930"/>
              <a:gd name="connsiteY0" fmla="*/ 6877879 h 6877879"/>
              <a:gd name="connsiteX1" fmla="*/ 0 w 4909930"/>
              <a:gd name="connsiteY1" fmla="*/ 0 h 6877879"/>
              <a:gd name="connsiteX2" fmla="*/ 665922 w 4909930"/>
              <a:gd name="connsiteY2" fmla="*/ 9940 h 6877879"/>
              <a:gd name="connsiteX3" fmla="*/ 4909930 w 4909930"/>
              <a:gd name="connsiteY3" fmla="*/ 6867940 h 6877879"/>
              <a:gd name="connsiteX4" fmla="*/ 29817 w 4909930"/>
              <a:gd name="connsiteY4" fmla="*/ 6877879 h 6877879"/>
              <a:gd name="connsiteX0" fmla="*/ 29817 w 4909930"/>
              <a:gd name="connsiteY0" fmla="*/ 6881616 h 6881616"/>
              <a:gd name="connsiteX1" fmla="*/ 0 w 4909930"/>
              <a:gd name="connsiteY1" fmla="*/ 3737 h 6881616"/>
              <a:gd name="connsiteX2" fmla="*/ 665922 w 4909930"/>
              <a:gd name="connsiteY2" fmla="*/ 13677 h 6881616"/>
              <a:gd name="connsiteX3" fmla="*/ 4909930 w 4909930"/>
              <a:gd name="connsiteY3" fmla="*/ 6871677 h 6881616"/>
              <a:gd name="connsiteX4" fmla="*/ 29817 w 4909930"/>
              <a:gd name="connsiteY4" fmla="*/ 6881616 h 6881616"/>
              <a:gd name="connsiteX0" fmla="*/ 29817 w 4909930"/>
              <a:gd name="connsiteY0" fmla="*/ 6867939 h 6867939"/>
              <a:gd name="connsiteX1" fmla="*/ 0 w 4909930"/>
              <a:gd name="connsiteY1" fmla="*/ 9938 h 6867939"/>
              <a:gd name="connsiteX2" fmla="*/ 665922 w 4909930"/>
              <a:gd name="connsiteY2" fmla="*/ 0 h 6867939"/>
              <a:gd name="connsiteX3" fmla="*/ 4909930 w 4909930"/>
              <a:gd name="connsiteY3" fmla="*/ 6858000 h 6867939"/>
              <a:gd name="connsiteX4" fmla="*/ 29817 w 4909930"/>
              <a:gd name="connsiteY4" fmla="*/ 6867939 h 6867939"/>
              <a:gd name="connsiteX0" fmla="*/ 39756 w 4919869"/>
              <a:gd name="connsiteY0" fmla="*/ 6881616 h 6881616"/>
              <a:gd name="connsiteX1" fmla="*/ 0 w 4919869"/>
              <a:gd name="connsiteY1" fmla="*/ 3737 h 6881616"/>
              <a:gd name="connsiteX2" fmla="*/ 675861 w 4919869"/>
              <a:gd name="connsiteY2" fmla="*/ 13677 h 6881616"/>
              <a:gd name="connsiteX3" fmla="*/ 4919869 w 4919869"/>
              <a:gd name="connsiteY3" fmla="*/ 6871677 h 6881616"/>
              <a:gd name="connsiteX4" fmla="*/ 39756 w 4919869"/>
              <a:gd name="connsiteY4" fmla="*/ 6881616 h 6881616"/>
              <a:gd name="connsiteX0" fmla="*/ 4084982 w 8965095"/>
              <a:gd name="connsiteY0" fmla="*/ 6873159 h 6873159"/>
              <a:gd name="connsiteX1" fmla="*/ 0 w 8965095"/>
              <a:gd name="connsiteY1" fmla="*/ 5220 h 6873159"/>
              <a:gd name="connsiteX2" fmla="*/ 4721087 w 8965095"/>
              <a:gd name="connsiteY2" fmla="*/ 5220 h 6873159"/>
              <a:gd name="connsiteX3" fmla="*/ 8965095 w 8965095"/>
              <a:gd name="connsiteY3" fmla="*/ 6863220 h 6873159"/>
              <a:gd name="connsiteX4" fmla="*/ 4084982 w 8965095"/>
              <a:gd name="connsiteY4" fmla="*/ 6873159 h 6873159"/>
              <a:gd name="connsiteX0" fmla="*/ 19877 w 8965095"/>
              <a:gd name="connsiteY0" fmla="*/ 6853281 h 6863220"/>
              <a:gd name="connsiteX1" fmla="*/ 0 w 8965095"/>
              <a:gd name="connsiteY1" fmla="*/ 5220 h 6863220"/>
              <a:gd name="connsiteX2" fmla="*/ 4721087 w 8965095"/>
              <a:gd name="connsiteY2" fmla="*/ 5220 h 6863220"/>
              <a:gd name="connsiteX3" fmla="*/ 8965095 w 8965095"/>
              <a:gd name="connsiteY3" fmla="*/ 6863220 h 6863220"/>
              <a:gd name="connsiteX4" fmla="*/ 19877 w 8965095"/>
              <a:gd name="connsiteY4" fmla="*/ 6853281 h 6863220"/>
              <a:gd name="connsiteX0" fmla="*/ 0 w 8975035"/>
              <a:gd name="connsiteY0" fmla="*/ 6873159 h 6873159"/>
              <a:gd name="connsiteX1" fmla="*/ 9940 w 8975035"/>
              <a:gd name="connsiteY1" fmla="*/ 5220 h 6873159"/>
              <a:gd name="connsiteX2" fmla="*/ 4731027 w 8975035"/>
              <a:gd name="connsiteY2" fmla="*/ 5220 h 6873159"/>
              <a:gd name="connsiteX3" fmla="*/ 8975035 w 8975035"/>
              <a:gd name="connsiteY3" fmla="*/ 6863220 h 6873159"/>
              <a:gd name="connsiteX4" fmla="*/ 0 w 8975035"/>
              <a:gd name="connsiteY4" fmla="*/ 6873159 h 6873159"/>
              <a:gd name="connsiteX0" fmla="*/ 318051 w 8965095"/>
              <a:gd name="connsiteY0" fmla="*/ 6893037 h 6893037"/>
              <a:gd name="connsiteX1" fmla="*/ 0 w 8965095"/>
              <a:gd name="connsiteY1" fmla="*/ 5220 h 6893037"/>
              <a:gd name="connsiteX2" fmla="*/ 4721087 w 8965095"/>
              <a:gd name="connsiteY2" fmla="*/ 5220 h 6893037"/>
              <a:gd name="connsiteX3" fmla="*/ 8965095 w 8965095"/>
              <a:gd name="connsiteY3" fmla="*/ 6863220 h 6893037"/>
              <a:gd name="connsiteX4" fmla="*/ 318051 w 8965095"/>
              <a:gd name="connsiteY4" fmla="*/ 6893037 h 6893037"/>
              <a:gd name="connsiteX0" fmla="*/ 248477 w 8965095"/>
              <a:gd name="connsiteY0" fmla="*/ 6912916 h 6912916"/>
              <a:gd name="connsiteX1" fmla="*/ 0 w 8965095"/>
              <a:gd name="connsiteY1" fmla="*/ 5220 h 6912916"/>
              <a:gd name="connsiteX2" fmla="*/ 4721087 w 8965095"/>
              <a:gd name="connsiteY2" fmla="*/ 5220 h 6912916"/>
              <a:gd name="connsiteX3" fmla="*/ 8965095 w 8965095"/>
              <a:gd name="connsiteY3" fmla="*/ 6863220 h 6912916"/>
              <a:gd name="connsiteX4" fmla="*/ 248477 w 8965095"/>
              <a:gd name="connsiteY4" fmla="*/ 6912916 h 6912916"/>
              <a:gd name="connsiteX0" fmla="*/ 89451 w 8806069"/>
              <a:gd name="connsiteY0" fmla="*/ 6907696 h 6907696"/>
              <a:gd name="connsiteX1" fmla="*/ 0 w 8806069"/>
              <a:gd name="connsiteY1" fmla="*/ 39756 h 6907696"/>
              <a:gd name="connsiteX2" fmla="*/ 4562061 w 8806069"/>
              <a:gd name="connsiteY2" fmla="*/ 0 h 6907696"/>
              <a:gd name="connsiteX3" fmla="*/ 8806069 w 8806069"/>
              <a:gd name="connsiteY3" fmla="*/ 6858000 h 6907696"/>
              <a:gd name="connsiteX4" fmla="*/ 89451 w 8806069"/>
              <a:gd name="connsiteY4" fmla="*/ 6907696 h 6907696"/>
              <a:gd name="connsiteX0" fmla="*/ 0 w 8716618"/>
              <a:gd name="connsiteY0" fmla="*/ 6907696 h 6907696"/>
              <a:gd name="connsiteX1" fmla="*/ 1 w 8716618"/>
              <a:gd name="connsiteY1" fmla="*/ 9939 h 6907696"/>
              <a:gd name="connsiteX2" fmla="*/ 4472610 w 8716618"/>
              <a:gd name="connsiteY2" fmla="*/ 0 h 6907696"/>
              <a:gd name="connsiteX3" fmla="*/ 8716618 w 8716618"/>
              <a:gd name="connsiteY3" fmla="*/ 6858000 h 6907696"/>
              <a:gd name="connsiteX4" fmla="*/ 0 w 8716618"/>
              <a:gd name="connsiteY4" fmla="*/ 6907696 h 6907696"/>
              <a:gd name="connsiteX0" fmla="*/ 9938 w 8726556"/>
              <a:gd name="connsiteY0" fmla="*/ 6921372 h 6921372"/>
              <a:gd name="connsiteX1" fmla="*/ 0 w 8726556"/>
              <a:gd name="connsiteY1" fmla="*/ 3737 h 6921372"/>
              <a:gd name="connsiteX2" fmla="*/ 4482548 w 8726556"/>
              <a:gd name="connsiteY2" fmla="*/ 13676 h 6921372"/>
              <a:gd name="connsiteX3" fmla="*/ 8726556 w 8726556"/>
              <a:gd name="connsiteY3" fmla="*/ 6871676 h 6921372"/>
              <a:gd name="connsiteX4" fmla="*/ 9938 w 8726556"/>
              <a:gd name="connsiteY4" fmla="*/ 6921372 h 6921372"/>
              <a:gd name="connsiteX0" fmla="*/ 9938 w 8726556"/>
              <a:gd name="connsiteY0" fmla="*/ 6917635 h 6917635"/>
              <a:gd name="connsiteX1" fmla="*/ 0 w 8726556"/>
              <a:gd name="connsiteY1" fmla="*/ 0 h 6917635"/>
              <a:gd name="connsiteX2" fmla="*/ 4482548 w 8726556"/>
              <a:gd name="connsiteY2" fmla="*/ 9939 h 6917635"/>
              <a:gd name="connsiteX3" fmla="*/ 8726556 w 8726556"/>
              <a:gd name="connsiteY3" fmla="*/ 6867939 h 6917635"/>
              <a:gd name="connsiteX4" fmla="*/ 9938 w 8726556"/>
              <a:gd name="connsiteY4" fmla="*/ 6917635 h 69176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26556" h="6917635">
                <a:moveTo>
                  <a:pt x="9938" y="6917635"/>
                </a:moveTo>
                <a:cubicBezTo>
                  <a:pt x="9938" y="4972878"/>
                  <a:pt x="14908" y="3438939"/>
                  <a:pt x="0" y="0"/>
                </a:cubicBezTo>
                <a:lnTo>
                  <a:pt x="4482548" y="9939"/>
                </a:lnTo>
                <a:lnTo>
                  <a:pt x="8726556" y="6867939"/>
                </a:lnTo>
                <a:lnTo>
                  <a:pt x="9938" y="6917635"/>
                </a:lnTo>
                <a:close/>
              </a:path>
            </a:pathLst>
          </a:custGeom>
          <a:solidFill>
            <a:schemeClr val="bg1"/>
          </a:solidFill>
          <a:ln w="12700" cap="flat">
            <a:noFill/>
            <a:miter lim="400000"/>
          </a:ln>
          <a:effectLst>
            <a:outerShdw blurRad="171482" dist="89822" algn="l" rotWithShape="0">
              <a:srgbClr val="063958">
                <a:alpha val="91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lstStyle/>
          <a:p>
            <a:pPr lvl="0" algn="ctr"/>
            <a:endParaRPr lang="en-US" sz="1200" dirty="0">
              <a:solidFill>
                <a:srgbClr val="50626A"/>
              </a:solidFill>
              <a:latin typeface="Arial" panose="020B0604020202020204" pitchFamily="34" charset="0"/>
              <a:ea typeface="+mn-ea"/>
              <a:cs typeface="+mn-cs"/>
              <a:sym typeface="Calibri"/>
            </a:endParaRPr>
          </a:p>
        </p:txBody>
      </p:sp>
      <p:pic>
        <p:nvPicPr>
          <p:cNvPr id="8" name="Picture 7">
            <a:extLst>
              <a:ext uri="{FF2B5EF4-FFF2-40B4-BE49-F238E27FC236}">
                <a16:creationId xmlns:a16="http://schemas.microsoft.com/office/drawing/2014/main" id="{A884A716-13EB-3776-396E-6D16BE0888EC}"/>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2663686" y="1840635"/>
            <a:ext cx="2082579" cy="1356776"/>
          </a:xfrm>
          <a:prstGeom prst="rect">
            <a:avLst/>
          </a:prstGeom>
          <a:effectLst/>
        </p:spPr>
      </p:pic>
      <p:sp>
        <p:nvSpPr>
          <p:cNvPr id="5" name="Text Placeholder 4">
            <a:extLst>
              <a:ext uri="{FF2B5EF4-FFF2-40B4-BE49-F238E27FC236}">
                <a16:creationId xmlns:a16="http://schemas.microsoft.com/office/drawing/2014/main" id="{22B9F82C-68FB-4B3D-B24C-42E74B805B74}"/>
              </a:ext>
            </a:extLst>
          </p:cNvPr>
          <p:cNvSpPr>
            <a:spLocks noGrp="1"/>
          </p:cNvSpPr>
          <p:nvPr>
            <p:ph type="body" sz="quarter" idx="11" hasCustomPrompt="1"/>
          </p:nvPr>
        </p:nvSpPr>
        <p:spPr>
          <a:xfrm>
            <a:off x="407503" y="4603632"/>
            <a:ext cx="4096512" cy="219456"/>
          </a:xfrm>
        </p:spPr>
        <p:txBody>
          <a:bodyPr lIns="91440" anchor="ctr">
            <a:noAutofit/>
          </a:bodyPr>
          <a:lstStyle>
            <a:lvl1pPr marL="0" indent="0">
              <a:buNone/>
              <a:defRPr sz="1600" b="0" i="0">
                <a:solidFill>
                  <a:schemeClr val="bg2"/>
                </a:solidFill>
                <a:effectLst/>
                <a:latin typeface="Arial" panose="020B0604020202020204" pitchFamily="34" charset="0"/>
              </a:defRPr>
            </a:lvl1pPr>
          </a:lstStyle>
          <a:p>
            <a:pPr lvl="0"/>
            <a:r>
              <a:rPr lang="en-US"/>
              <a:t>Click to edit text</a:t>
            </a:r>
          </a:p>
        </p:txBody>
      </p:sp>
      <p:sp>
        <p:nvSpPr>
          <p:cNvPr id="4" name="Title 3">
            <a:extLst>
              <a:ext uri="{FF2B5EF4-FFF2-40B4-BE49-F238E27FC236}">
                <a16:creationId xmlns:a16="http://schemas.microsoft.com/office/drawing/2014/main" id="{1C1E6077-226C-F089-3ECE-23E0EFE5B774}"/>
              </a:ext>
            </a:extLst>
          </p:cNvPr>
          <p:cNvSpPr>
            <a:spLocks noGrp="1"/>
          </p:cNvSpPr>
          <p:nvPr>
            <p:ph type="title"/>
          </p:nvPr>
        </p:nvSpPr>
        <p:spPr>
          <a:xfrm>
            <a:off x="407503" y="3586375"/>
            <a:ext cx="5864087" cy="808138"/>
          </a:xfrm>
        </p:spPr>
        <p:txBody>
          <a:bodyPr lIns="91440"/>
          <a:lstStyle/>
          <a:p>
            <a:r>
              <a:rPr lang="en-US"/>
              <a:t>Click to edit Master title style</a:t>
            </a:r>
          </a:p>
        </p:txBody>
      </p:sp>
      <p:pic>
        <p:nvPicPr>
          <p:cNvPr id="3" name="図 2">
            <a:extLst>
              <a:ext uri="{FF2B5EF4-FFF2-40B4-BE49-F238E27FC236}">
                <a16:creationId xmlns:a16="http://schemas.microsoft.com/office/drawing/2014/main" id="{56AF0D92-870F-4CA1-330E-948383C5834D}"/>
              </a:ext>
            </a:extLst>
          </p:cNvPr>
          <p:cNvPicPr>
            <a:picLocks noChangeAspect="1"/>
          </p:cNvPicPr>
          <p:nvPr userDrawn="1"/>
        </p:nvPicPr>
        <p:blipFill rotWithShape="1">
          <a:blip r:embed="rId4"/>
          <a:srcRect l="23141" r="22363"/>
          <a:stretch/>
        </p:blipFill>
        <p:spPr>
          <a:xfrm>
            <a:off x="731639" y="1701582"/>
            <a:ext cx="1844584" cy="1675959"/>
          </a:xfrm>
          <a:prstGeom prst="rect">
            <a:avLst/>
          </a:prstGeom>
        </p:spPr>
      </p:pic>
    </p:spTree>
    <p:extLst>
      <p:ext uri="{BB962C8B-B14F-4D97-AF65-F5344CB8AC3E}">
        <p14:creationId xmlns:p14="http://schemas.microsoft.com/office/powerpoint/2010/main" val="7088914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Nabs 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D1665B39-5A65-20DC-416D-D7106520AEB9}"/>
              </a:ext>
            </a:extLst>
          </p:cNvPr>
          <p:cNvSpPr/>
          <p:nvPr/>
        </p:nvSpPr>
        <p:spPr>
          <a:xfrm>
            <a:off x="0" y="1669775"/>
            <a:ext cx="12192000" cy="3766930"/>
          </a:xfrm>
          <a:prstGeom prst="rect">
            <a:avLst/>
          </a:prstGeom>
          <a:solidFill>
            <a:schemeClr val="bg1">
              <a:alpha val="87619"/>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p>
        </p:txBody>
      </p:sp>
      <p:sp>
        <p:nvSpPr>
          <p:cNvPr id="6" name="Right Triangle 1">
            <a:extLst>
              <a:ext uri="{FF2B5EF4-FFF2-40B4-BE49-F238E27FC236}">
                <a16:creationId xmlns:a16="http://schemas.microsoft.com/office/drawing/2014/main" id="{6181DB09-2547-7198-4AA8-746B7585D9AD}"/>
              </a:ext>
            </a:extLst>
          </p:cNvPr>
          <p:cNvSpPr/>
          <p:nvPr/>
        </p:nvSpPr>
        <p:spPr>
          <a:xfrm>
            <a:off x="-16909" y="-9111"/>
            <a:ext cx="5615608" cy="6906870"/>
          </a:xfrm>
          <a:custGeom>
            <a:avLst/>
            <a:gdLst>
              <a:gd name="connsiteX0" fmla="*/ 0 w 4244008"/>
              <a:gd name="connsiteY0" fmla="*/ 6858000 h 6858000"/>
              <a:gd name="connsiteX1" fmla="*/ 0 w 4244008"/>
              <a:gd name="connsiteY1" fmla="*/ 0 h 6858000"/>
              <a:gd name="connsiteX2" fmla="*/ 4244008 w 4244008"/>
              <a:gd name="connsiteY2" fmla="*/ 6858000 h 6858000"/>
              <a:gd name="connsiteX3" fmla="*/ 0 w 4244008"/>
              <a:gd name="connsiteY3" fmla="*/ 6858000 h 6858000"/>
              <a:gd name="connsiteX0" fmla="*/ 1 w 4244009"/>
              <a:gd name="connsiteY0" fmla="*/ 6858000 h 6858000"/>
              <a:gd name="connsiteX1" fmla="*/ 0 w 4244009"/>
              <a:gd name="connsiteY1" fmla="*/ 1023730 h 6858000"/>
              <a:gd name="connsiteX2" fmla="*/ 1 w 4244009"/>
              <a:gd name="connsiteY2" fmla="*/ 0 h 6858000"/>
              <a:gd name="connsiteX3" fmla="*/ 4244009 w 4244009"/>
              <a:gd name="connsiteY3" fmla="*/ 6858000 h 6858000"/>
              <a:gd name="connsiteX4" fmla="*/ 1 w 4244009"/>
              <a:gd name="connsiteY4" fmla="*/ 6858000 h 6858000"/>
              <a:gd name="connsiteX0" fmla="*/ 655983 w 4899991"/>
              <a:gd name="connsiteY0" fmla="*/ 6912905 h 6912905"/>
              <a:gd name="connsiteX1" fmla="*/ 0 w 4899991"/>
              <a:gd name="connsiteY1" fmla="*/ 104600 h 6912905"/>
              <a:gd name="connsiteX2" fmla="*/ 655983 w 4899991"/>
              <a:gd name="connsiteY2" fmla="*/ 54905 h 6912905"/>
              <a:gd name="connsiteX3" fmla="*/ 4899991 w 4899991"/>
              <a:gd name="connsiteY3" fmla="*/ 6912905 h 6912905"/>
              <a:gd name="connsiteX4" fmla="*/ 655983 w 4899991"/>
              <a:gd name="connsiteY4" fmla="*/ 6912905 h 6912905"/>
              <a:gd name="connsiteX0" fmla="*/ 19878 w 4899991"/>
              <a:gd name="connsiteY0" fmla="*/ 6922844 h 6922844"/>
              <a:gd name="connsiteX1" fmla="*/ 0 w 4899991"/>
              <a:gd name="connsiteY1" fmla="*/ 104600 h 6922844"/>
              <a:gd name="connsiteX2" fmla="*/ 655983 w 4899991"/>
              <a:gd name="connsiteY2" fmla="*/ 54905 h 6922844"/>
              <a:gd name="connsiteX3" fmla="*/ 4899991 w 4899991"/>
              <a:gd name="connsiteY3" fmla="*/ 6912905 h 6922844"/>
              <a:gd name="connsiteX4" fmla="*/ 19878 w 4899991"/>
              <a:gd name="connsiteY4" fmla="*/ 6922844 h 6922844"/>
              <a:gd name="connsiteX0" fmla="*/ 19878 w 4899991"/>
              <a:gd name="connsiteY0" fmla="*/ 6983106 h 6983106"/>
              <a:gd name="connsiteX1" fmla="*/ 0 w 4899991"/>
              <a:gd name="connsiteY1" fmla="*/ 164862 h 6983106"/>
              <a:gd name="connsiteX2" fmla="*/ 655983 w 4899991"/>
              <a:gd name="connsiteY2" fmla="*/ 115167 h 6983106"/>
              <a:gd name="connsiteX3" fmla="*/ 4899991 w 4899991"/>
              <a:gd name="connsiteY3" fmla="*/ 6973167 h 6983106"/>
              <a:gd name="connsiteX4" fmla="*/ 19878 w 4899991"/>
              <a:gd name="connsiteY4" fmla="*/ 6983106 h 6983106"/>
              <a:gd name="connsiteX0" fmla="*/ 19878 w 4899991"/>
              <a:gd name="connsiteY0" fmla="*/ 6867939 h 6867939"/>
              <a:gd name="connsiteX1" fmla="*/ 0 w 4899991"/>
              <a:gd name="connsiteY1" fmla="*/ 49695 h 6867939"/>
              <a:gd name="connsiteX2" fmla="*/ 655983 w 4899991"/>
              <a:gd name="connsiteY2" fmla="*/ 0 h 6867939"/>
              <a:gd name="connsiteX3" fmla="*/ 4899991 w 4899991"/>
              <a:gd name="connsiteY3" fmla="*/ 6858000 h 6867939"/>
              <a:gd name="connsiteX4" fmla="*/ 19878 w 4899991"/>
              <a:gd name="connsiteY4" fmla="*/ 6867939 h 6867939"/>
              <a:gd name="connsiteX0" fmla="*/ 29817 w 4909930"/>
              <a:gd name="connsiteY0" fmla="*/ 6877879 h 6877879"/>
              <a:gd name="connsiteX1" fmla="*/ 0 w 4909930"/>
              <a:gd name="connsiteY1" fmla="*/ 0 h 6877879"/>
              <a:gd name="connsiteX2" fmla="*/ 665922 w 4909930"/>
              <a:gd name="connsiteY2" fmla="*/ 9940 h 6877879"/>
              <a:gd name="connsiteX3" fmla="*/ 4909930 w 4909930"/>
              <a:gd name="connsiteY3" fmla="*/ 6867940 h 6877879"/>
              <a:gd name="connsiteX4" fmla="*/ 29817 w 4909930"/>
              <a:gd name="connsiteY4" fmla="*/ 6877879 h 6877879"/>
              <a:gd name="connsiteX0" fmla="*/ 29817 w 4909930"/>
              <a:gd name="connsiteY0" fmla="*/ 6877879 h 6877879"/>
              <a:gd name="connsiteX1" fmla="*/ 0 w 4909930"/>
              <a:gd name="connsiteY1" fmla="*/ 0 h 6877879"/>
              <a:gd name="connsiteX2" fmla="*/ 665922 w 4909930"/>
              <a:gd name="connsiteY2" fmla="*/ 9940 h 6877879"/>
              <a:gd name="connsiteX3" fmla="*/ 4909930 w 4909930"/>
              <a:gd name="connsiteY3" fmla="*/ 6867940 h 6877879"/>
              <a:gd name="connsiteX4" fmla="*/ 29817 w 4909930"/>
              <a:gd name="connsiteY4" fmla="*/ 6877879 h 6877879"/>
              <a:gd name="connsiteX0" fmla="*/ 29817 w 4909930"/>
              <a:gd name="connsiteY0" fmla="*/ 6877879 h 6877879"/>
              <a:gd name="connsiteX1" fmla="*/ 0 w 4909930"/>
              <a:gd name="connsiteY1" fmla="*/ 0 h 6877879"/>
              <a:gd name="connsiteX2" fmla="*/ 665922 w 4909930"/>
              <a:gd name="connsiteY2" fmla="*/ 9940 h 6877879"/>
              <a:gd name="connsiteX3" fmla="*/ 4909930 w 4909930"/>
              <a:gd name="connsiteY3" fmla="*/ 6867940 h 6877879"/>
              <a:gd name="connsiteX4" fmla="*/ 29817 w 4909930"/>
              <a:gd name="connsiteY4" fmla="*/ 6877879 h 6877879"/>
              <a:gd name="connsiteX0" fmla="*/ 29817 w 4909930"/>
              <a:gd name="connsiteY0" fmla="*/ 6881616 h 6881616"/>
              <a:gd name="connsiteX1" fmla="*/ 0 w 4909930"/>
              <a:gd name="connsiteY1" fmla="*/ 3737 h 6881616"/>
              <a:gd name="connsiteX2" fmla="*/ 665922 w 4909930"/>
              <a:gd name="connsiteY2" fmla="*/ 13677 h 6881616"/>
              <a:gd name="connsiteX3" fmla="*/ 4909930 w 4909930"/>
              <a:gd name="connsiteY3" fmla="*/ 6871677 h 6881616"/>
              <a:gd name="connsiteX4" fmla="*/ 29817 w 4909930"/>
              <a:gd name="connsiteY4" fmla="*/ 6881616 h 6881616"/>
              <a:gd name="connsiteX0" fmla="*/ 29817 w 4909930"/>
              <a:gd name="connsiteY0" fmla="*/ 6867939 h 6867939"/>
              <a:gd name="connsiteX1" fmla="*/ 0 w 4909930"/>
              <a:gd name="connsiteY1" fmla="*/ 9938 h 6867939"/>
              <a:gd name="connsiteX2" fmla="*/ 665922 w 4909930"/>
              <a:gd name="connsiteY2" fmla="*/ 0 h 6867939"/>
              <a:gd name="connsiteX3" fmla="*/ 4909930 w 4909930"/>
              <a:gd name="connsiteY3" fmla="*/ 6858000 h 6867939"/>
              <a:gd name="connsiteX4" fmla="*/ 29817 w 4909930"/>
              <a:gd name="connsiteY4" fmla="*/ 6867939 h 6867939"/>
              <a:gd name="connsiteX0" fmla="*/ 39756 w 4919869"/>
              <a:gd name="connsiteY0" fmla="*/ 6881616 h 6881616"/>
              <a:gd name="connsiteX1" fmla="*/ 0 w 4919869"/>
              <a:gd name="connsiteY1" fmla="*/ 3737 h 6881616"/>
              <a:gd name="connsiteX2" fmla="*/ 675861 w 4919869"/>
              <a:gd name="connsiteY2" fmla="*/ 13677 h 6881616"/>
              <a:gd name="connsiteX3" fmla="*/ 4919869 w 4919869"/>
              <a:gd name="connsiteY3" fmla="*/ 6871677 h 6881616"/>
              <a:gd name="connsiteX4" fmla="*/ 39756 w 4919869"/>
              <a:gd name="connsiteY4" fmla="*/ 6881616 h 6881616"/>
              <a:gd name="connsiteX0" fmla="*/ 4084982 w 8965095"/>
              <a:gd name="connsiteY0" fmla="*/ 6873159 h 6873159"/>
              <a:gd name="connsiteX1" fmla="*/ 0 w 8965095"/>
              <a:gd name="connsiteY1" fmla="*/ 5220 h 6873159"/>
              <a:gd name="connsiteX2" fmla="*/ 4721087 w 8965095"/>
              <a:gd name="connsiteY2" fmla="*/ 5220 h 6873159"/>
              <a:gd name="connsiteX3" fmla="*/ 8965095 w 8965095"/>
              <a:gd name="connsiteY3" fmla="*/ 6863220 h 6873159"/>
              <a:gd name="connsiteX4" fmla="*/ 4084982 w 8965095"/>
              <a:gd name="connsiteY4" fmla="*/ 6873159 h 6873159"/>
              <a:gd name="connsiteX0" fmla="*/ 19877 w 8965095"/>
              <a:gd name="connsiteY0" fmla="*/ 6853281 h 6863220"/>
              <a:gd name="connsiteX1" fmla="*/ 0 w 8965095"/>
              <a:gd name="connsiteY1" fmla="*/ 5220 h 6863220"/>
              <a:gd name="connsiteX2" fmla="*/ 4721087 w 8965095"/>
              <a:gd name="connsiteY2" fmla="*/ 5220 h 6863220"/>
              <a:gd name="connsiteX3" fmla="*/ 8965095 w 8965095"/>
              <a:gd name="connsiteY3" fmla="*/ 6863220 h 6863220"/>
              <a:gd name="connsiteX4" fmla="*/ 19877 w 8965095"/>
              <a:gd name="connsiteY4" fmla="*/ 6853281 h 6863220"/>
              <a:gd name="connsiteX0" fmla="*/ 0 w 8975035"/>
              <a:gd name="connsiteY0" fmla="*/ 6873159 h 6873159"/>
              <a:gd name="connsiteX1" fmla="*/ 9940 w 8975035"/>
              <a:gd name="connsiteY1" fmla="*/ 5220 h 6873159"/>
              <a:gd name="connsiteX2" fmla="*/ 4731027 w 8975035"/>
              <a:gd name="connsiteY2" fmla="*/ 5220 h 6873159"/>
              <a:gd name="connsiteX3" fmla="*/ 8975035 w 8975035"/>
              <a:gd name="connsiteY3" fmla="*/ 6863220 h 6873159"/>
              <a:gd name="connsiteX4" fmla="*/ 0 w 8975035"/>
              <a:gd name="connsiteY4" fmla="*/ 6873159 h 6873159"/>
              <a:gd name="connsiteX0" fmla="*/ 318051 w 8965095"/>
              <a:gd name="connsiteY0" fmla="*/ 6893037 h 6893037"/>
              <a:gd name="connsiteX1" fmla="*/ 0 w 8965095"/>
              <a:gd name="connsiteY1" fmla="*/ 5220 h 6893037"/>
              <a:gd name="connsiteX2" fmla="*/ 4721087 w 8965095"/>
              <a:gd name="connsiteY2" fmla="*/ 5220 h 6893037"/>
              <a:gd name="connsiteX3" fmla="*/ 8965095 w 8965095"/>
              <a:gd name="connsiteY3" fmla="*/ 6863220 h 6893037"/>
              <a:gd name="connsiteX4" fmla="*/ 318051 w 8965095"/>
              <a:gd name="connsiteY4" fmla="*/ 6893037 h 6893037"/>
              <a:gd name="connsiteX0" fmla="*/ 248477 w 8965095"/>
              <a:gd name="connsiteY0" fmla="*/ 6912916 h 6912916"/>
              <a:gd name="connsiteX1" fmla="*/ 0 w 8965095"/>
              <a:gd name="connsiteY1" fmla="*/ 5220 h 6912916"/>
              <a:gd name="connsiteX2" fmla="*/ 4721087 w 8965095"/>
              <a:gd name="connsiteY2" fmla="*/ 5220 h 6912916"/>
              <a:gd name="connsiteX3" fmla="*/ 8965095 w 8965095"/>
              <a:gd name="connsiteY3" fmla="*/ 6863220 h 6912916"/>
              <a:gd name="connsiteX4" fmla="*/ 248477 w 8965095"/>
              <a:gd name="connsiteY4" fmla="*/ 6912916 h 6912916"/>
              <a:gd name="connsiteX0" fmla="*/ 89451 w 8806069"/>
              <a:gd name="connsiteY0" fmla="*/ 6907696 h 6907696"/>
              <a:gd name="connsiteX1" fmla="*/ 0 w 8806069"/>
              <a:gd name="connsiteY1" fmla="*/ 39756 h 6907696"/>
              <a:gd name="connsiteX2" fmla="*/ 4562061 w 8806069"/>
              <a:gd name="connsiteY2" fmla="*/ 0 h 6907696"/>
              <a:gd name="connsiteX3" fmla="*/ 8806069 w 8806069"/>
              <a:gd name="connsiteY3" fmla="*/ 6858000 h 6907696"/>
              <a:gd name="connsiteX4" fmla="*/ 89451 w 8806069"/>
              <a:gd name="connsiteY4" fmla="*/ 6907696 h 6907696"/>
              <a:gd name="connsiteX0" fmla="*/ 0 w 8716618"/>
              <a:gd name="connsiteY0" fmla="*/ 6907696 h 6907696"/>
              <a:gd name="connsiteX1" fmla="*/ 1 w 8716618"/>
              <a:gd name="connsiteY1" fmla="*/ 9939 h 6907696"/>
              <a:gd name="connsiteX2" fmla="*/ 4472610 w 8716618"/>
              <a:gd name="connsiteY2" fmla="*/ 0 h 6907696"/>
              <a:gd name="connsiteX3" fmla="*/ 8716618 w 8716618"/>
              <a:gd name="connsiteY3" fmla="*/ 6858000 h 6907696"/>
              <a:gd name="connsiteX4" fmla="*/ 0 w 8716618"/>
              <a:gd name="connsiteY4" fmla="*/ 6907696 h 6907696"/>
              <a:gd name="connsiteX0" fmla="*/ 9938 w 8726556"/>
              <a:gd name="connsiteY0" fmla="*/ 6921372 h 6921372"/>
              <a:gd name="connsiteX1" fmla="*/ 0 w 8726556"/>
              <a:gd name="connsiteY1" fmla="*/ 3737 h 6921372"/>
              <a:gd name="connsiteX2" fmla="*/ 4482548 w 8726556"/>
              <a:gd name="connsiteY2" fmla="*/ 13676 h 6921372"/>
              <a:gd name="connsiteX3" fmla="*/ 8726556 w 8726556"/>
              <a:gd name="connsiteY3" fmla="*/ 6871676 h 6921372"/>
              <a:gd name="connsiteX4" fmla="*/ 9938 w 8726556"/>
              <a:gd name="connsiteY4" fmla="*/ 6921372 h 6921372"/>
              <a:gd name="connsiteX0" fmla="*/ 9938 w 8726556"/>
              <a:gd name="connsiteY0" fmla="*/ 6917635 h 6917635"/>
              <a:gd name="connsiteX1" fmla="*/ 0 w 8726556"/>
              <a:gd name="connsiteY1" fmla="*/ 0 h 6917635"/>
              <a:gd name="connsiteX2" fmla="*/ 4482548 w 8726556"/>
              <a:gd name="connsiteY2" fmla="*/ 9939 h 6917635"/>
              <a:gd name="connsiteX3" fmla="*/ 8726556 w 8726556"/>
              <a:gd name="connsiteY3" fmla="*/ 6867939 h 6917635"/>
              <a:gd name="connsiteX4" fmla="*/ 9938 w 8726556"/>
              <a:gd name="connsiteY4" fmla="*/ 6917635 h 6917635"/>
              <a:gd name="connsiteX0" fmla="*/ 0 w 8716618"/>
              <a:gd name="connsiteY0" fmla="*/ 6907696 h 6907696"/>
              <a:gd name="connsiteX1" fmla="*/ 1470992 w 8716618"/>
              <a:gd name="connsiteY1" fmla="*/ 168965 h 6907696"/>
              <a:gd name="connsiteX2" fmla="*/ 4472610 w 8716618"/>
              <a:gd name="connsiteY2" fmla="*/ 0 h 6907696"/>
              <a:gd name="connsiteX3" fmla="*/ 8716618 w 8716618"/>
              <a:gd name="connsiteY3" fmla="*/ 6858000 h 6907696"/>
              <a:gd name="connsiteX4" fmla="*/ 0 w 8716618"/>
              <a:gd name="connsiteY4" fmla="*/ 6907696 h 6907696"/>
              <a:gd name="connsiteX0" fmla="*/ 0 w 8716618"/>
              <a:gd name="connsiteY0" fmla="*/ 6907696 h 6907696"/>
              <a:gd name="connsiteX1" fmla="*/ 3110949 w 8716618"/>
              <a:gd name="connsiteY1" fmla="*/ 9939 h 6907696"/>
              <a:gd name="connsiteX2" fmla="*/ 4472610 w 8716618"/>
              <a:gd name="connsiteY2" fmla="*/ 0 h 6907696"/>
              <a:gd name="connsiteX3" fmla="*/ 8716618 w 8716618"/>
              <a:gd name="connsiteY3" fmla="*/ 6858000 h 6907696"/>
              <a:gd name="connsiteX4" fmla="*/ 0 w 8716618"/>
              <a:gd name="connsiteY4" fmla="*/ 6907696 h 6907696"/>
              <a:gd name="connsiteX0" fmla="*/ 0 w 5724940"/>
              <a:gd name="connsiteY0" fmla="*/ 6907696 h 6907696"/>
              <a:gd name="connsiteX1" fmla="*/ 119271 w 5724940"/>
              <a:gd name="connsiteY1" fmla="*/ 9939 h 6907696"/>
              <a:gd name="connsiteX2" fmla="*/ 1480932 w 5724940"/>
              <a:gd name="connsiteY2" fmla="*/ 0 h 6907696"/>
              <a:gd name="connsiteX3" fmla="*/ 5724940 w 5724940"/>
              <a:gd name="connsiteY3" fmla="*/ 6858000 h 6907696"/>
              <a:gd name="connsiteX4" fmla="*/ 0 w 5724940"/>
              <a:gd name="connsiteY4" fmla="*/ 6907696 h 6907696"/>
              <a:gd name="connsiteX0" fmla="*/ 29816 w 5605669"/>
              <a:gd name="connsiteY0" fmla="*/ 6907696 h 6907696"/>
              <a:gd name="connsiteX1" fmla="*/ 0 w 5605669"/>
              <a:gd name="connsiteY1" fmla="*/ 9939 h 6907696"/>
              <a:gd name="connsiteX2" fmla="*/ 1361661 w 5605669"/>
              <a:gd name="connsiteY2" fmla="*/ 0 h 6907696"/>
              <a:gd name="connsiteX3" fmla="*/ 5605669 w 5605669"/>
              <a:gd name="connsiteY3" fmla="*/ 6858000 h 6907696"/>
              <a:gd name="connsiteX4" fmla="*/ 29816 w 5605669"/>
              <a:gd name="connsiteY4" fmla="*/ 6907696 h 6907696"/>
              <a:gd name="connsiteX0" fmla="*/ 69573 w 5605669"/>
              <a:gd name="connsiteY0" fmla="*/ 6937513 h 6937513"/>
              <a:gd name="connsiteX1" fmla="*/ 0 w 5605669"/>
              <a:gd name="connsiteY1" fmla="*/ 9939 h 6937513"/>
              <a:gd name="connsiteX2" fmla="*/ 1361661 w 5605669"/>
              <a:gd name="connsiteY2" fmla="*/ 0 h 6937513"/>
              <a:gd name="connsiteX3" fmla="*/ 5605669 w 5605669"/>
              <a:gd name="connsiteY3" fmla="*/ 6858000 h 6937513"/>
              <a:gd name="connsiteX4" fmla="*/ 69573 w 5605669"/>
              <a:gd name="connsiteY4" fmla="*/ 6937513 h 6937513"/>
              <a:gd name="connsiteX0" fmla="*/ 0 w 5605670"/>
              <a:gd name="connsiteY0" fmla="*/ 6897757 h 6897757"/>
              <a:gd name="connsiteX1" fmla="*/ 1 w 5605670"/>
              <a:gd name="connsiteY1" fmla="*/ 9939 h 6897757"/>
              <a:gd name="connsiteX2" fmla="*/ 1361662 w 5605670"/>
              <a:gd name="connsiteY2" fmla="*/ 0 h 6897757"/>
              <a:gd name="connsiteX3" fmla="*/ 5605670 w 5605670"/>
              <a:gd name="connsiteY3" fmla="*/ 6858000 h 6897757"/>
              <a:gd name="connsiteX4" fmla="*/ 0 w 5605670"/>
              <a:gd name="connsiteY4" fmla="*/ 6897757 h 6897757"/>
              <a:gd name="connsiteX0" fmla="*/ 9938 w 5615608"/>
              <a:gd name="connsiteY0" fmla="*/ 6897757 h 6897757"/>
              <a:gd name="connsiteX1" fmla="*/ 0 w 5615608"/>
              <a:gd name="connsiteY1" fmla="*/ 9939 h 6897757"/>
              <a:gd name="connsiteX2" fmla="*/ 1371600 w 5615608"/>
              <a:gd name="connsiteY2" fmla="*/ 0 h 6897757"/>
              <a:gd name="connsiteX3" fmla="*/ 5615608 w 5615608"/>
              <a:gd name="connsiteY3" fmla="*/ 6858000 h 6897757"/>
              <a:gd name="connsiteX4" fmla="*/ 9938 w 5615608"/>
              <a:gd name="connsiteY4" fmla="*/ 6897757 h 6897757"/>
              <a:gd name="connsiteX0" fmla="*/ 9938 w 5615608"/>
              <a:gd name="connsiteY0" fmla="*/ 6906868 h 6906868"/>
              <a:gd name="connsiteX1" fmla="*/ 0 w 5615608"/>
              <a:gd name="connsiteY1" fmla="*/ 0 h 6906868"/>
              <a:gd name="connsiteX2" fmla="*/ 1371600 w 5615608"/>
              <a:gd name="connsiteY2" fmla="*/ 9111 h 6906868"/>
              <a:gd name="connsiteX3" fmla="*/ 5615608 w 5615608"/>
              <a:gd name="connsiteY3" fmla="*/ 6867111 h 6906868"/>
              <a:gd name="connsiteX4" fmla="*/ 9938 w 5615608"/>
              <a:gd name="connsiteY4" fmla="*/ 6906868 h 6906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15608" h="6906868">
                <a:moveTo>
                  <a:pt x="9938" y="6906868"/>
                </a:moveTo>
                <a:cubicBezTo>
                  <a:pt x="9938" y="4962111"/>
                  <a:pt x="14908" y="3438939"/>
                  <a:pt x="0" y="0"/>
                </a:cubicBezTo>
                <a:lnTo>
                  <a:pt x="1371600" y="9111"/>
                </a:lnTo>
                <a:lnTo>
                  <a:pt x="5615608" y="6867111"/>
                </a:lnTo>
                <a:lnTo>
                  <a:pt x="9938" y="6906868"/>
                </a:lnTo>
                <a:close/>
              </a:path>
            </a:pathLst>
          </a:custGeom>
          <a:solidFill>
            <a:schemeClr val="bg1"/>
          </a:solidFill>
          <a:ln w="12700" cap="flat">
            <a:noFill/>
            <a:miter lim="400000"/>
          </a:ln>
          <a:effectLst>
            <a:outerShdw blurRad="267942" dist="38100" algn="l" rotWithShape="0">
              <a:srgbClr val="063958">
                <a:alpha val="56121"/>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lstStyle/>
          <a:p>
            <a:pPr marL="0" marR="0" indent="0" algn="ctr" defTabSz="914400" rtl="0" fontAlgn="auto" latinLnBrk="0" hangingPunct="0">
              <a:lnSpc>
                <a:spcPct val="100000"/>
              </a:lnSpc>
              <a:spcBef>
                <a:spcPts val="0"/>
              </a:spcBef>
              <a:spcAft>
                <a:spcPts val="0"/>
              </a:spcAft>
              <a:buClrTx/>
              <a:buSzTx/>
              <a:buFontTx/>
              <a:buNone/>
              <a:tabLst/>
            </a:pPr>
            <a:endParaRPr kumimoji="0" lang="en-US" sz="1200" b="0" i="0" u="none" strike="noStrike" cap="none" spc="0" normalizeH="0" baseline="0" dirty="0">
              <a:ln>
                <a:noFill/>
              </a:ln>
              <a:solidFill>
                <a:srgbClr val="50626A"/>
              </a:solidFill>
              <a:effectLst/>
              <a:uFillTx/>
              <a:latin typeface="Arial" panose="020B0604020202020204" pitchFamily="34" charset="0"/>
              <a:ea typeface="+mn-ea"/>
              <a:cs typeface="+mn-cs"/>
              <a:sym typeface="Calibri"/>
            </a:endParaRPr>
          </a:p>
        </p:txBody>
      </p:sp>
      <p:pic>
        <p:nvPicPr>
          <p:cNvPr id="7" name="Picture 6">
            <a:extLst>
              <a:ext uri="{FF2B5EF4-FFF2-40B4-BE49-F238E27FC236}">
                <a16:creationId xmlns:a16="http://schemas.microsoft.com/office/drawing/2014/main" id="{C911EF92-FB4D-FDCE-E79B-83AF9AF1519E}"/>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622064" y="3172968"/>
            <a:ext cx="1566288" cy="1020419"/>
          </a:xfrm>
          <a:prstGeom prst="rect">
            <a:avLst/>
          </a:prstGeom>
        </p:spPr>
      </p:pic>
      <p:sp>
        <p:nvSpPr>
          <p:cNvPr id="3" name="Title 2">
            <a:extLst>
              <a:ext uri="{FF2B5EF4-FFF2-40B4-BE49-F238E27FC236}">
                <a16:creationId xmlns:a16="http://schemas.microsoft.com/office/drawing/2014/main" id="{2B2A4150-9DA6-42D1-284D-733A65D0B695}"/>
              </a:ext>
            </a:extLst>
          </p:cNvPr>
          <p:cNvSpPr>
            <a:spLocks noGrp="1"/>
          </p:cNvSpPr>
          <p:nvPr>
            <p:ph type="title"/>
          </p:nvPr>
        </p:nvSpPr>
        <p:spPr>
          <a:xfrm>
            <a:off x="4297680" y="3172968"/>
            <a:ext cx="7911229" cy="808138"/>
          </a:xfrm>
        </p:spPr>
        <p:txBody>
          <a:bodyPr/>
          <a:lstStyle>
            <a:lvl1pPr>
              <a:defRPr sz="3200">
                <a:solidFill>
                  <a:schemeClr val="accent4"/>
                </a:solidFill>
              </a:defRPr>
            </a:lvl1pPr>
          </a:lstStyle>
          <a:p>
            <a:r>
              <a:rPr lang="en-US"/>
              <a:t>Click to edit Master title style</a:t>
            </a:r>
          </a:p>
        </p:txBody>
      </p:sp>
      <p:pic>
        <p:nvPicPr>
          <p:cNvPr id="2" name="図 1">
            <a:extLst>
              <a:ext uri="{FF2B5EF4-FFF2-40B4-BE49-F238E27FC236}">
                <a16:creationId xmlns:a16="http://schemas.microsoft.com/office/drawing/2014/main" id="{4C5D6158-75ED-89D4-C789-A40024BCB768}"/>
              </a:ext>
            </a:extLst>
          </p:cNvPr>
          <p:cNvPicPr>
            <a:picLocks noChangeAspect="1"/>
          </p:cNvPicPr>
          <p:nvPr userDrawn="1"/>
        </p:nvPicPr>
        <p:blipFill rotWithShape="1">
          <a:blip r:embed="rId4"/>
          <a:srcRect l="23141" r="22363"/>
          <a:stretch/>
        </p:blipFill>
        <p:spPr>
          <a:xfrm>
            <a:off x="55776" y="2926084"/>
            <a:ext cx="1566288" cy="1423104"/>
          </a:xfrm>
          <a:prstGeom prst="rect">
            <a:avLst/>
          </a:prstGeom>
        </p:spPr>
      </p:pic>
    </p:spTree>
    <p:extLst>
      <p:ext uri="{BB962C8B-B14F-4D97-AF65-F5344CB8AC3E}">
        <p14:creationId xmlns:p14="http://schemas.microsoft.com/office/powerpoint/2010/main" val="7261459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56">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Title &amp; Content">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408D83C5-9F41-166F-BEBC-7998BDAEB50D}"/>
              </a:ext>
            </a:extLst>
          </p:cNvPr>
          <p:cNvGrpSpPr/>
          <p:nvPr userDrawn="1"/>
        </p:nvGrpSpPr>
        <p:grpSpPr>
          <a:xfrm>
            <a:off x="7015689" y="0"/>
            <a:ext cx="5176311" cy="6858001"/>
            <a:chOff x="7015689" y="-1"/>
            <a:chExt cx="5176311" cy="6858001"/>
          </a:xfrm>
        </p:grpSpPr>
        <p:pic>
          <p:nvPicPr>
            <p:cNvPr id="9" name="Picture 8">
              <a:extLst>
                <a:ext uri="{FF2B5EF4-FFF2-40B4-BE49-F238E27FC236}">
                  <a16:creationId xmlns:a16="http://schemas.microsoft.com/office/drawing/2014/main" id="{67688413-4C0B-2560-6668-A8FD922158AD}"/>
                </a:ext>
              </a:extLst>
            </p:cNvPr>
            <p:cNvPicPr>
              <a:picLocks noChangeAspect="1"/>
            </p:cNvPicPr>
            <p:nvPr/>
          </p:nvPicPr>
          <p:blipFill rotWithShape="1">
            <a:blip r:embed="rId2">
              <a:extLst>
                <a:ext uri="{28A0092B-C50C-407E-A947-70E740481C1C}">
                  <a14:useLocalDpi xmlns:a14="http://schemas.microsoft.com/office/drawing/2010/main" val="0"/>
                </a:ext>
              </a:extLst>
            </a:blip>
            <a:srcRect l="26689" r="30747"/>
            <a:stretch/>
          </p:blipFill>
          <p:spPr>
            <a:xfrm flipH="1" flipV="1">
              <a:off x="7015689" y="0"/>
              <a:ext cx="5176311" cy="6858000"/>
            </a:xfrm>
            <a:prstGeom prst="rect">
              <a:avLst/>
            </a:prstGeom>
          </p:spPr>
        </p:pic>
        <p:sp>
          <p:nvSpPr>
            <p:cNvPr id="10" name="Rectangle 9">
              <a:extLst>
                <a:ext uri="{FF2B5EF4-FFF2-40B4-BE49-F238E27FC236}">
                  <a16:creationId xmlns:a16="http://schemas.microsoft.com/office/drawing/2014/main" id="{2AEBCAE4-1E6B-698D-53B8-D27C21824BCA}"/>
                </a:ext>
              </a:extLst>
            </p:cNvPr>
            <p:cNvSpPr/>
            <p:nvPr/>
          </p:nvSpPr>
          <p:spPr>
            <a:xfrm>
              <a:off x="7015689" y="-1"/>
              <a:ext cx="5176311" cy="6777874"/>
            </a:xfrm>
            <a:prstGeom prst="rect">
              <a:avLst/>
            </a:prstGeom>
            <a:gradFill flip="none" rotWithShape="1">
              <a:gsLst>
                <a:gs pos="0">
                  <a:schemeClr val="accent6">
                    <a:alpha val="0"/>
                  </a:schemeClr>
                </a:gs>
                <a:gs pos="95000">
                  <a:schemeClr val="bg2"/>
                </a:gs>
              </a:gsLst>
              <a:lin ang="16200000" scaled="1"/>
              <a:tileRect/>
            </a:gra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lstStyle/>
            <a:p>
              <a:pPr marL="0" marR="0" indent="0" algn="ctr" defTabSz="914400" rtl="0" fontAlgn="auto" latinLnBrk="0" hangingPunct="0">
                <a:lnSpc>
                  <a:spcPct val="100000"/>
                </a:lnSpc>
                <a:spcBef>
                  <a:spcPts val="0"/>
                </a:spcBef>
                <a:spcAft>
                  <a:spcPts val="0"/>
                </a:spcAft>
                <a:buClrTx/>
                <a:buSzTx/>
                <a:buFontTx/>
                <a:buNone/>
                <a:tabLst/>
              </a:pPr>
              <a:endParaRPr kumimoji="0" lang="en-US" sz="1200" b="0" i="0" u="none" strike="noStrike" cap="none" spc="0" normalizeH="0" baseline="0" dirty="0">
                <a:ln>
                  <a:noFill/>
                </a:ln>
                <a:solidFill>
                  <a:srgbClr val="50626A"/>
                </a:solidFill>
                <a:effectLst/>
                <a:uFillTx/>
                <a:latin typeface="Arial" panose="020B0604020202020204" pitchFamily="34" charset="0"/>
                <a:ea typeface="+mn-ea"/>
                <a:cs typeface="+mn-cs"/>
                <a:sym typeface="Calibri"/>
              </a:endParaRPr>
            </a:p>
          </p:txBody>
        </p:sp>
      </p:grpSp>
      <p:sp>
        <p:nvSpPr>
          <p:cNvPr id="2" name="Title 1">
            <a:extLst>
              <a:ext uri="{FF2B5EF4-FFF2-40B4-BE49-F238E27FC236}">
                <a16:creationId xmlns:a16="http://schemas.microsoft.com/office/drawing/2014/main" id="{4A5B625F-C15A-4238-ABAC-07D8ECC9190F}"/>
              </a:ext>
            </a:extLst>
          </p:cNvPr>
          <p:cNvSpPr>
            <a:spLocks noGrp="1"/>
          </p:cNvSpPr>
          <p:nvPr>
            <p:ph type="title"/>
          </p:nvPr>
        </p:nvSpPr>
        <p:spPr/>
        <p:txBody>
          <a:bodyPr/>
          <a:lstStyle/>
          <a:p>
            <a:r>
              <a:rPr lang="en-US"/>
              <a:t>Click to edit Master title style</a:t>
            </a:r>
          </a:p>
        </p:txBody>
      </p:sp>
      <p:sp>
        <p:nvSpPr>
          <p:cNvPr id="3" name="Slide Number Placeholder 2">
            <a:extLst>
              <a:ext uri="{FF2B5EF4-FFF2-40B4-BE49-F238E27FC236}">
                <a16:creationId xmlns:a16="http://schemas.microsoft.com/office/drawing/2014/main" id="{93700611-B61B-4ABD-BE4D-17E6DAC9A66F}"/>
              </a:ext>
            </a:extLst>
          </p:cNvPr>
          <p:cNvSpPr>
            <a:spLocks noGrp="1"/>
          </p:cNvSpPr>
          <p:nvPr>
            <p:ph type="sldNum" sz="quarter" idx="10"/>
          </p:nvPr>
        </p:nvSpPr>
        <p:spPr/>
        <p:txBody>
          <a:bodyPr/>
          <a:lstStyle/>
          <a:p>
            <a:fld id="{2B143D1D-9801-49CA-88C0-178C03B6937F}" type="slidenum">
              <a:rPr lang="en-US" smtClean="0"/>
              <a:t>‹#›</a:t>
            </a:fld>
            <a:endParaRPr lang="en-US" dirty="0"/>
          </a:p>
        </p:txBody>
      </p:sp>
      <p:sp>
        <p:nvSpPr>
          <p:cNvPr id="4" name="Body Level One…">
            <a:extLst>
              <a:ext uri="{FF2B5EF4-FFF2-40B4-BE49-F238E27FC236}">
                <a16:creationId xmlns:a16="http://schemas.microsoft.com/office/drawing/2014/main" id="{40EBB8DB-A9D6-4FF1-A2F3-96E6783B8182}"/>
              </a:ext>
            </a:extLst>
          </p:cNvPr>
          <p:cNvSpPr txBox="1">
            <a:spLocks noGrp="1"/>
          </p:cNvSpPr>
          <p:nvPr>
            <p:ph idx="1"/>
          </p:nvPr>
        </p:nvSpPr>
        <p:spPr>
          <a:xfrm>
            <a:off x="347472" y="1280160"/>
            <a:ext cx="11460020" cy="5081908"/>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45719" rIns="45719">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a:extLst>
              <a:ext uri="{FF2B5EF4-FFF2-40B4-BE49-F238E27FC236}">
                <a16:creationId xmlns:a16="http://schemas.microsoft.com/office/drawing/2014/main" id="{2A693616-0248-8133-F288-F4E37CFA4D70}"/>
              </a:ext>
            </a:extLst>
          </p:cNvPr>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13224067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itle &amp; Content w/ Note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5B625F-C15A-4238-ABAC-07D8ECC9190F}"/>
              </a:ext>
            </a:extLst>
          </p:cNvPr>
          <p:cNvSpPr>
            <a:spLocks noGrp="1"/>
          </p:cNvSpPr>
          <p:nvPr>
            <p:ph type="title"/>
          </p:nvPr>
        </p:nvSpPr>
        <p:spPr/>
        <p:txBody>
          <a:bodyPr/>
          <a:lstStyle/>
          <a:p>
            <a:r>
              <a:rPr lang="en-US"/>
              <a:t>Click to edit Master title style</a:t>
            </a:r>
          </a:p>
        </p:txBody>
      </p:sp>
      <p:sp>
        <p:nvSpPr>
          <p:cNvPr id="4" name="Body Level One…">
            <a:extLst>
              <a:ext uri="{FF2B5EF4-FFF2-40B4-BE49-F238E27FC236}">
                <a16:creationId xmlns:a16="http://schemas.microsoft.com/office/drawing/2014/main" id="{40EBB8DB-A9D6-4FF1-A2F3-96E6783B8182}"/>
              </a:ext>
            </a:extLst>
          </p:cNvPr>
          <p:cNvSpPr txBox="1">
            <a:spLocks noGrp="1"/>
          </p:cNvSpPr>
          <p:nvPr>
            <p:ph idx="1"/>
          </p:nvPr>
        </p:nvSpPr>
        <p:spPr>
          <a:xfrm>
            <a:off x="347472" y="1280160"/>
            <a:ext cx="11522128" cy="435133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ext Placeholder 5">
            <a:extLst>
              <a:ext uri="{FF2B5EF4-FFF2-40B4-BE49-F238E27FC236}">
                <a16:creationId xmlns:a16="http://schemas.microsoft.com/office/drawing/2014/main" id="{4CB08785-6C13-4F42-AEB0-A7E31B949AD0}"/>
              </a:ext>
            </a:extLst>
          </p:cNvPr>
          <p:cNvSpPr>
            <a:spLocks noGrp="1"/>
          </p:cNvSpPr>
          <p:nvPr>
            <p:ph type="body" sz="quarter" idx="11" hasCustomPrompt="1"/>
          </p:nvPr>
        </p:nvSpPr>
        <p:spPr>
          <a:xfrm>
            <a:off x="272233" y="6036177"/>
            <a:ext cx="10070406" cy="365125"/>
          </a:xfrm>
        </p:spPr>
        <p:txBody>
          <a:bodyPr lIns="91440" anchor="b">
            <a:noAutofit/>
          </a:bodyPr>
          <a:lstStyle>
            <a:lvl1pPr marL="0" indent="0">
              <a:buNone/>
              <a:defRPr sz="900">
                <a:solidFill>
                  <a:schemeClr val="tx1">
                    <a:lumMod val="50000"/>
                    <a:lumOff val="50000"/>
                  </a:schemeClr>
                </a:solidFill>
              </a:defRPr>
            </a:lvl1pPr>
          </a:lstStyle>
          <a:p>
            <a:pPr lvl="0"/>
            <a:r>
              <a:rPr lang="en-US"/>
              <a:t>Footnotes</a:t>
            </a:r>
          </a:p>
        </p:txBody>
      </p:sp>
      <p:sp>
        <p:nvSpPr>
          <p:cNvPr id="6" name="Footer Placeholder 5">
            <a:extLst>
              <a:ext uri="{FF2B5EF4-FFF2-40B4-BE49-F238E27FC236}">
                <a16:creationId xmlns:a16="http://schemas.microsoft.com/office/drawing/2014/main" id="{A861A535-BA79-05B3-5AF6-6BE830EA6687}"/>
              </a:ext>
            </a:extLst>
          </p:cNvPr>
          <p:cNvSpPr>
            <a:spLocks noGrp="1"/>
          </p:cNvSpPr>
          <p:nvPr>
            <p:ph type="ftr" sz="quarter" idx="12"/>
          </p:nvPr>
        </p:nvSpPr>
        <p:spPr/>
        <p:txBody>
          <a:bodyPr/>
          <a:lstStyle/>
          <a:p>
            <a:endParaRPr lang="en-US" dirty="0"/>
          </a:p>
        </p:txBody>
      </p:sp>
      <p:sp>
        <p:nvSpPr>
          <p:cNvPr id="7" name="Slide Number Placeholder 6">
            <a:extLst>
              <a:ext uri="{FF2B5EF4-FFF2-40B4-BE49-F238E27FC236}">
                <a16:creationId xmlns:a16="http://schemas.microsoft.com/office/drawing/2014/main" id="{B3BC38D2-B36B-D29F-9AA7-994F07556DE1}"/>
              </a:ext>
            </a:extLst>
          </p:cNvPr>
          <p:cNvSpPr>
            <a:spLocks noGrp="1"/>
          </p:cNvSpPr>
          <p:nvPr>
            <p:ph type="sldNum" sz="quarter" idx="13"/>
          </p:nvPr>
        </p:nvSpPr>
        <p:spPr/>
        <p:txBody>
          <a:bodyPr/>
          <a:lstStyle/>
          <a:p>
            <a:fld id="{2B143D1D-9801-49CA-88C0-178C03B6937F}" type="slidenum">
              <a:rPr lang="en-US" smtClean="0"/>
              <a:t>‹#›</a:t>
            </a:fld>
            <a:endParaRPr lang="en-US" dirty="0"/>
          </a:p>
        </p:txBody>
      </p:sp>
    </p:spTree>
    <p:extLst>
      <p:ext uri="{BB962C8B-B14F-4D97-AF65-F5344CB8AC3E}">
        <p14:creationId xmlns:p14="http://schemas.microsoft.com/office/powerpoint/2010/main" val="32246200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p:cSld name="Title Only Dark">
    <p:bg>
      <p:bgPr>
        <a:gradFill>
          <a:gsLst>
            <a:gs pos="1000">
              <a:schemeClr val="accent6"/>
            </a:gs>
            <a:gs pos="100000">
              <a:srgbClr val="000738"/>
            </a:gs>
            <a:gs pos="42000">
              <a:srgbClr val="063958"/>
            </a:gs>
          </a:gsLst>
          <a:path path="circle">
            <a:fillToRect l="100000" t="100000"/>
          </a:path>
        </a:gradFill>
        <a:effectLst/>
      </p:bgPr>
    </p:bg>
    <p:spTree>
      <p:nvGrpSpPr>
        <p:cNvPr id="1" name=""/>
        <p:cNvGrpSpPr/>
        <p:nvPr/>
      </p:nvGrpSpPr>
      <p:grpSpPr>
        <a:xfrm>
          <a:off x="0" y="0"/>
          <a:ext cx="0" cy="0"/>
          <a:chOff x="0" y="0"/>
          <a:chExt cx="0" cy="0"/>
        </a:xfrm>
      </p:grpSpPr>
      <p:sp>
        <p:nvSpPr>
          <p:cNvPr id="35" name="Title Text"/>
          <p:cNvSpPr txBox="1">
            <a:spLocks noGrp="1"/>
          </p:cNvSpPr>
          <p:nvPr>
            <p:ph type="title"/>
          </p:nvPr>
        </p:nvSpPr>
        <p:spPr>
          <a:prstGeom prst="rect">
            <a:avLst/>
          </a:prstGeom>
        </p:spPr>
        <p:txBody>
          <a:bodyPr/>
          <a:lstStyle>
            <a:lvl1pPr>
              <a:defRPr>
                <a:solidFill>
                  <a:schemeClr val="bg1"/>
                </a:solidFill>
              </a:defRPr>
            </a:lvl1pPr>
          </a:lstStyle>
          <a:p>
            <a:r>
              <a:rPr lang="en-US"/>
              <a:t>Click to edit Master title style</a:t>
            </a:r>
            <a:endParaRPr/>
          </a:p>
        </p:txBody>
      </p:sp>
      <p:sp>
        <p:nvSpPr>
          <p:cNvPr id="3" name="Slide Number Placeholder 2">
            <a:extLst>
              <a:ext uri="{FF2B5EF4-FFF2-40B4-BE49-F238E27FC236}">
                <a16:creationId xmlns:a16="http://schemas.microsoft.com/office/drawing/2014/main" id="{B3C47A46-FF53-3EF5-3718-12552EC56F59}"/>
              </a:ext>
            </a:extLst>
          </p:cNvPr>
          <p:cNvSpPr>
            <a:spLocks noGrp="1"/>
          </p:cNvSpPr>
          <p:nvPr>
            <p:ph type="sldNum" sz="quarter" idx="11"/>
          </p:nvPr>
        </p:nvSpPr>
        <p:spPr>
          <a:xfrm>
            <a:off x="296055" y="6412748"/>
            <a:ext cx="426564" cy="365125"/>
          </a:xfrm>
        </p:spPr>
        <p:txBody>
          <a:bodyPr/>
          <a:lstStyle>
            <a:lvl1pPr>
              <a:defRPr>
                <a:solidFill>
                  <a:schemeClr val="bg1"/>
                </a:solidFill>
              </a:defRPr>
            </a:lvl1pPr>
          </a:lstStyle>
          <a:p>
            <a:fld id="{2B143D1D-9801-49CA-88C0-178C03B6937F}" type="slidenum">
              <a:rPr lang="en-US" smtClean="0"/>
              <a:pPr/>
              <a:t>‹#›</a:t>
            </a:fld>
            <a:endParaRPr lang="en-US" dirty="0"/>
          </a:p>
        </p:txBody>
      </p:sp>
      <p:sp>
        <p:nvSpPr>
          <p:cNvPr id="4" name="Footer Placeholder 3">
            <a:extLst>
              <a:ext uri="{FF2B5EF4-FFF2-40B4-BE49-F238E27FC236}">
                <a16:creationId xmlns:a16="http://schemas.microsoft.com/office/drawing/2014/main" id="{90D8638C-4F5F-7956-F266-42A2C6FB1BF5}"/>
              </a:ext>
            </a:extLst>
          </p:cNvPr>
          <p:cNvSpPr>
            <a:spLocks noGrp="1"/>
          </p:cNvSpPr>
          <p:nvPr>
            <p:ph type="ftr" sz="quarter" idx="12"/>
          </p:nvPr>
        </p:nvSpPr>
        <p:spPr/>
        <p:txBody>
          <a:bodyPr/>
          <a:lstStyle>
            <a:lvl1pPr>
              <a:defRPr>
                <a:solidFill>
                  <a:schemeClr val="bg1"/>
                </a:solidFill>
              </a:defRPr>
            </a:lvl1pPr>
          </a:lstStyle>
          <a:p>
            <a:endParaRPr lang="en-US" dirty="0"/>
          </a:p>
        </p:txBody>
      </p:sp>
      <p:pic>
        <p:nvPicPr>
          <p:cNvPr id="5" name="Graphic 4">
            <a:extLst>
              <a:ext uri="{FF2B5EF4-FFF2-40B4-BE49-F238E27FC236}">
                <a16:creationId xmlns:a16="http://schemas.microsoft.com/office/drawing/2014/main" id="{C1F8C85C-BFAA-DC82-25E9-742DA6EB15A1}"/>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806884" y="6082764"/>
            <a:ext cx="1082711" cy="721807"/>
          </a:xfrm>
          <a:prstGeom prst="rect">
            <a:avLst/>
          </a:prstGeom>
        </p:spPr>
      </p:pic>
      <p:pic>
        <p:nvPicPr>
          <p:cNvPr id="2" name="図 1">
            <a:extLst>
              <a:ext uri="{FF2B5EF4-FFF2-40B4-BE49-F238E27FC236}">
                <a16:creationId xmlns:a16="http://schemas.microsoft.com/office/drawing/2014/main" id="{7FAC833F-DCE5-5F03-691D-3B2EDF42D26C}"/>
              </a:ext>
            </a:extLst>
          </p:cNvPr>
          <p:cNvPicPr>
            <a:picLocks noChangeAspect="1"/>
          </p:cNvPicPr>
          <p:nvPr userDrawn="1"/>
        </p:nvPicPr>
        <p:blipFill rotWithShape="1">
          <a:blip r:embed="rId4"/>
          <a:srcRect l="26256" r="22363"/>
          <a:stretch/>
        </p:blipFill>
        <p:spPr>
          <a:xfrm>
            <a:off x="10114059" y="6090715"/>
            <a:ext cx="749014" cy="721808"/>
          </a:xfrm>
          <a:prstGeom prst="rect">
            <a:avLst/>
          </a:prstGeom>
        </p:spPr>
      </p:pic>
    </p:spTree>
    <p:extLst>
      <p:ext uri="{BB962C8B-B14F-4D97-AF65-F5344CB8AC3E}">
        <p14:creationId xmlns:p14="http://schemas.microsoft.com/office/powerpoint/2010/main" val="3223010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Left Side">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2C5727E7-0CEB-3F42-D5D8-424A5AAAB81E}"/>
              </a:ext>
            </a:extLst>
          </p:cNvPr>
          <p:cNvPicPr>
            <a:picLocks noChangeAspect="1"/>
          </p:cNvPicPr>
          <p:nvPr/>
        </p:nvPicPr>
        <p:blipFill>
          <a:blip r:embed="rId2">
            <a:extLst>
              <a:ext uri="{28A0092B-C50C-407E-A947-70E740481C1C}">
                <a14:useLocalDpi xmlns:a14="http://schemas.microsoft.com/office/drawing/2010/main" val="0"/>
              </a:ext>
            </a:extLst>
          </a:blip>
          <a:srcRect l="28718" r="28718"/>
          <a:stretch/>
        </p:blipFill>
        <p:spPr>
          <a:xfrm>
            <a:off x="-3810" y="0"/>
            <a:ext cx="5176311" cy="6858000"/>
          </a:xfrm>
          <a:prstGeom prst="rect">
            <a:avLst/>
          </a:prstGeom>
        </p:spPr>
      </p:pic>
      <p:sp>
        <p:nvSpPr>
          <p:cNvPr id="8" name="Rectangle 7">
            <a:extLst>
              <a:ext uri="{FF2B5EF4-FFF2-40B4-BE49-F238E27FC236}">
                <a16:creationId xmlns:a16="http://schemas.microsoft.com/office/drawing/2014/main" id="{945E0678-FA16-AB81-99E1-753A53DF58AD}"/>
              </a:ext>
            </a:extLst>
          </p:cNvPr>
          <p:cNvSpPr/>
          <p:nvPr userDrawn="1"/>
        </p:nvSpPr>
        <p:spPr>
          <a:xfrm>
            <a:off x="0" y="-1"/>
            <a:ext cx="5176311" cy="5880539"/>
          </a:xfrm>
          <a:prstGeom prst="rect">
            <a:avLst/>
          </a:prstGeom>
          <a:gradFill flip="none" rotWithShape="1">
            <a:gsLst>
              <a:gs pos="0">
                <a:schemeClr val="accent6">
                  <a:alpha val="0"/>
                </a:schemeClr>
              </a:gs>
              <a:gs pos="95000">
                <a:schemeClr val="bg2"/>
              </a:gs>
            </a:gsLst>
            <a:lin ang="16200000" scaled="1"/>
            <a:tileRect/>
          </a:gra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lstStyle/>
          <a:p>
            <a:pPr marL="0" marR="0" indent="0" algn="ctr" defTabSz="914400" rtl="0" fontAlgn="auto" latinLnBrk="0" hangingPunct="0">
              <a:lnSpc>
                <a:spcPct val="100000"/>
              </a:lnSpc>
              <a:spcBef>
                <a:spcPts val="0"/>
              </a:spcBef>
              <a:spcAft>
                <a:spcPts val="0"/>
              </a:spcAft>
              <a:buClrTx/>
              <a:buSzTx/>
              <a:buFontTx/>
              <a:buNone/>
              <a:tabLst/>
            </a:pPr>
            <a:endParaRPr kumimoji="0" lang="en-US" sz="1200" b="0" i="0" u="none" strike="noStrike" cap="none" spc="0" normalizeH="0" baseline="0" dirty="0">
              <a:ln>
                <a:noFill/>
              </a:ln>
              <a:solidFill>
                <a:srgbClr val="50626A"/>
              </a:solidFill>
              <a:effectLst/>
              <a:uFillTx/>
              <a:latin typeface="Arial" panose="020B0604020202020204" pitchFamily="34" charset="0"/>
              <a:ea typeface="+mn-ea"/>
              <a:cs typeface="+mn-cs"/>
              <a:sym typeface="Calibri"/>
            </a:endParaRPr>
          </a:p>
        </p:txBody>
      </p:sp>
      <p:sp>
        <p:nvSpPr>
          <p:cNvPr id="2" name="Title 1">
            <a:extLst>
              <a:ext uri="{FF2B5EF4-FFF2-40B4-BE49-F238E27FC236}">
                <a16:creationId xmlns:a16="http://schemas.microsoft.com/office/drawing/2014/main" id="{4A5B625F-C15A-4238-ABAC-07D8ECC9190F}"/>
              </a:ext>
            </a:extLst>
          </p:cNvPr>
          <p:cNvSpPr>
            <a:spLocks noGrp="1"/>
          </p:cNvSpPr>
          <p:nvPr>
            <p:ph type="title"/>
          </p:nvPr>
        </p:nvSpPr>
        <p:spPr>
          <a:xfrm>
            <a:off x="272233" y="317212"/>
            <a:ext cx="4518131" cy="1892587"/>
          </a:xfrm>
        </p:spPr>
        <p:txBody>
          <a:bodyPr/>
          <a:lstStyle>
            <a:lvl1pPr>
              <a:defRPr>
                <a:solidFill>
                  <a:schemeClr val="bg1"/>
                </a:solidFill>
              </a:defRPr>
            </a:lvl1pPr>
          </a:lstStyle>
          <a:p>
            <a:r>
              <a:rPr lang="en-US"/>
              <a:t>Click to edit Master title style</a:t>
            </a:r>
          </a:p>
        </p:txBody>
      </p:sp>
      <p:sp>
        <p:nvSpPr>
          <p:cNvPr id="3" name="Slide Number Placeholder 2">
            <a:extLst>
              <a:ext uri="{FF2B5EF4-FFF2-40B4-BE49-F238E27FC236}">
                <a16:creationId xmlns:a16="http://schemas.microsoft.com/office/drawing/2014/main" id="{93700611-B61B-4ABD-BE4D-17E6DAC9A66F}"/>
              </a:ext>
            </a:extLst>
          </p:cNvPr>
          <p:cNvSpPr>
            <a:spLocks noGrp="1"/>
          </p:cNvSpPr>
          <p:nvPr>
            <p:ph type="sldNum" sz="quarter" idx="10"/>
          </p:nvPr>
        </p:nvSpPr>
        <p:spPr/>
        <p:txBody>
          <a:bodyPr/>
          <a:lstStyle>
            <a:lvl1pPr>
              <a:defRPr>
                <a:solidFill>
                  <a:schemeClr val="bg1"/>
                </a:solidFill>
              </a:defRPr>
            </a:lvl1pPr>
          </a:lstStyle>
          <a:p>
            <a:fld id="{2B143D1D-9801-49CA-88C0-178C03B6937F}" type="slidenum">
              <a:rPr lang="en-US" smtClean="0"/>
              <a:t>‹#›</a:t>
            </a:fld>
            <a:endParaRPr lang="en-US" dirty="0"/>
          </a:p>
        </p:txBody>
      </p:sp>
      <p:sp>
        <p:nvSpPr>
          <p:cNvPr id="4" name="Body Level One…">
            <a:extLst>
              <a:ext uri="{FF2B5EF4-FFF2-40B4-BE49-F238E27FC236}">
                <a16:creationId xmlns:a16="http://schemas.microsoft.com/office/drawing/2014/main" id="{40EBB8DB-A9D6-4FF1-A2F3-96E6783B8182}"/>
              </a:ext>
            </a:extLst>
          </p:cNvPr>
          <p:cNvSpPr txBox="1">
            <a:spLocks noGrp="1"/>
          </p:cNvSpPr>
          <p:nvPr>
            <p:ph idx="1"/>
          </p:nvPr>
        </p:nvSpPr>
        <p:spPr>
          <a:xfrm>
            <a:off x="5581933" y="560356"/>
            <a:ext cx="6398195" cy="551659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a:extLst>
              <a:ext uri="{FF2B5EF4-FFF2-40B4-BE49-F238E27FC236}">
                <a16:creationId xmlns:a16="http://schemas.microsoft.com/office/drawing/2014/main" id="{D1649BBA-C546-F173-EE3F-1CF65B3DB20A}"/>
              </a:ext>
            </a:extLst>
          </p:cNvPr>
          <p:cNvSpPr>
            <a:spLocks noGrp="1"/>
          </p:cNvSpPr>
          <p:nvPr>
            <p:ph type="ftr" sz="quarter" idx="11"/>
          </p:nvPr>
        </p:nvSpPr>
        <p:spPr/>
        <p:txBody>
          <a:bodyPr/>
          <a:lstStyle>
            <a:lvl1pPr>
              <a:defRPr>
                <a:solidFill>
                  <a:schemeClr val="bg1"/>
                </a:solidFill>
              </a:defRPr>
            </a:lvl1pPr>
          </a:lstStyle>
          <a:p>
            <a:endParaRPr lang="en-US" dirty="0"/>
          </a:p>
        </p:txBody>
      </p:sp>
    </p:spTree>
    <p:extLst>
      <p:ext uri="{BB962C8B-B14F-4D97-AF65-F5344CB8AC3E}">
        <p14:creationId xmlns:p14="http://schemas.microsoft.com/office/powerpoint/2010/main" val="32263162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Right Side">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02AB04DF-90DC-DE64-DE94-51D21117EAA3}"/>
              </a:ext>
            </a:extLst>
          </p:cNvPr>
          <p:cNvGrpSpPr/>
          <p:nvPr userDrawn="1"/>
        </p:nvGrpSpPr>
        <p:grpSpPr>
          <a:xfrm>
            <a:off x="7015689" y="-1"/>
            <a:ext cx="5176311" cy="6858001"/>
            <a:chOff x="7015689" y="-1"/>
            <a:chExt cx="5176311" cy="6858001"/>
          </a:xfrm>
        </p:grpSpPr>
        <p:pic>
          <p:nvPicPr>
            <p:cNvPr id="6" name="Picture 5">
              <a:extLst>
                <a:ext uri="{FF2B5EF4-FFF2-40B4-BE49-F238E27FC236}">
                  <a16:creationId xmlns:a16="http://schemas.microsoft.com/office/drawing/2014/main" id="{2C5727E7-0CEB-3F42-D5D8-424A5AAAB81E}"/>
                </a:ext>
              </a:extLst>
            </p:cNvPr>
            <p:cNvPicPr>
              <a:picLocks noChangeAspect="1"/>
            </p:cNvPicPr>
            <p:nvPr/>
          </p:nvPicPr>
          <p:blipFill rotWithShape="1">
            <a:blip r:embed="rId2">
              <a:extLst>
                <a:ext uri="{28A0092B-C50C-407E-A947-70E740481C1C}">
                  <a14:useLocalDpi xmlns:a14="http://schemas.microsoft.com/office/drawing/2010/main" val="0"/>
                </a:ext>
              </a:extLst>
            </a:blip>
            <a:srcRect l="26689" r="30747"/>
            <a:stretch/>
          </p:blipFill>
          <p:spPr>
            <a:xfrm flipH="1" flipV="1">
              <a:off x="7015689" y="0"/>
              <a:ext cx="5176311" cy="6858000"/>
            </a:xfrm>
            <a:prstGeom prst="rect">
              <a:avLst/>
            </a:prstGeom>
          </p:spPr>
        </p:pic>
        <p:sp>
          <p:nvSpPr>
            <p:cNvPr id="7" name="Rectangle 6">
              <a:extLst>
                <a:ext uri="{FF2B5EF4-FFF2-40B4-BE49-F238E27FC236}">
                  <a16:creationId xmlns:a16="http://schemas.microsoft.com/office/drawing/2014/main" id="{F06027A1-0D62-16F7-30CE-41BFE8B26C7C}"/>
                </a:ext>
              </a:extLst>
            </p:cNvPr>
            <p:cNvSpPr/>
            <p:nvPr/>
          </p:nvSpPr>
          <p:spPr>
            <a:xfrm>
              <a:off x="7015689" y="-1"/>
              <a:ext cx="5176311" cy="6777874"/>
            </a:xfrm>
            <a:prstGeom prst="rect">
              <a:avLst/>
            </a:prstGeom>
            <a:gradFill flip="none" rotWithShape="1">
              <a:gsLst>
                <a:gs pos="0">
                  <a:schemeClr val="accent6">
                    <a:alpha val="0"/>
                  </a:schemeClr>
                </a:gs>
                <a:gs pos="95000">
                  <a:schemeClr val="bg2"/>
                </a:gs>
              </a:gsLst>
              <a:lin ang="16200000" scaled="1"/>
              <a:tileRect/>
            </a:gra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lstStyle/>
            <a:p>
              <a:pPr marL="0" marR="0" indent="0" algn="ctr" defTabSz="914400" rtl="0" fontAlgn="auto" latinLnBrk="0" hangingPunct="0">
                <a:lnSpc>
                  <a:spcPct val="100000"/>
                </a:lnSpc>
                <a:spcBef>
                  <a:spcPts val="0"/>
                </a:spcBef>
                <a:spcAft>
                  <a:spcPts val="0"/>
                </a:spcAft>
                <a:buClrTx/>
                <a:buSzTx/>
                <a:buFontTx/>
                <a:buNone/>
                <a:tabLst/>
              </a:pPr>
              <a:endParaRPr kumimoji="0" lang="en-US" sz="1200" b="0" i="0" u="none" strike="noStrike" cap="none" spc="0" normalizeH="0" baseline="0" dirty="0">
                <a:ln>
                  <a:noFill/>
                </a:ln>
                <a:solidFill>
                  <a:srgbClr val="50626A"/>
                </a:solidFill>
                <a:effectLst/>
                <a:uFillTx/>
                <a:latin typeface="Arial" panose="020B0604020202020204" pitchFamily="34" charset="0"/>
                <a:ea typeface="+mn-ea"/>
                <a:cs typeface="+mn-cs"/>
                <a:sym typeface="Calibri"/>
              </a:endParaRPr>
            </a:p>
          </p:txBody>
        </p:sp>
      </p:grpSp>
      <p:sp>
        <p:nvSpPr>
          <p:cNvPr id="4" name="Body Level One…">
            <a:extLst>
              <a:ext uri="{FF2B5EF4-FFF2-40B4-BE49-F238E27FC236}">
                <a16:creationId xmlns:a16="http://schemas.microsoft.com/office/drawing/2014/main" id="{40EBB8DB-A9D6-4FF1-A2F3-96E6783B8182}"/>
              </a:ext>
            </a:extLst>
          </p:cNvPr>
          <p:cNvSpPr txBox="1">
            <a:spLocks noGrp="1"/>
          </p:cNvSpPr>
          <p:nvPr>
            <p:ph idx="1"/>
          </p:nvPr>
        </p:nvSpPr>
        <p:spPr>
          <a:xfrm>
            <a:off x="347472" y="1242203"/>
            <a:ext cx="6398195" cy="496809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8" name="Title 7">
            <a:extLst>
              <a:ext uri="{FF2B5EF4-FFF2-40B4-BE49-F238E27FC236}">
                <a16:creationId xmlns:a16="http://schemas.microsoft.com/office/drawing/2014/main" id="{0FB071E8-809B-6890-C6B9-812E8369D165}"/>
              </a:ext>
            </a:extLst>
          </p:cNvPr>
          <p:cNvSpPr>
            <a:spLocks noGrp="1"/>
          </p:cNvSpPr>
          <p:nvPr>
            <p:ph type="title"/>
          </p:nvPr>
        </p:nvSpPr>
        <p:spPr/>
        <p:txBody>
          <a:bodyPr/>
          <a:lstStyle/>
          <a:p>
            <a:r>
              <a:rPr lang="en-US"/>
              <a:t>Click to edit Master title style</a:t>
            </a:r>
          </a:p>
        </p:txBody>
      </p:sp>
      <p:sp>
        <p:nvSpPr>
          <p:cNvPr id="5" name="Footer Placeholder 4">
            <a:extLst>
              <a:ext uri="{FF2B5EF4-FFF2-40B4-BE49-F238E27FC236}">
                <a16:creationId xmlns:a16="http://schemas.microsoft.com/office/drawing/2014/main" id="{3B21BB59-32EF-F98A-2990-317BB5943E8A}"/>
              </a:ext>
            </a:extLst>
          </p:cNvPr>
          <p:cNvSpPr>
            <a:spLocks noGrp="1"/>
          </p:cNvSpPr>
          <p:nvPr>
            <p:ph type="ftr" sz="quarter" idx="10"/>
          </p:nvPr>
        </p:nvSpPr>
        <p:spPr/>
        <p:txBody>
          <a:bodyPr/>
          <a:lstStyle/>
          <a:p>
            <a:endParaRPr lang="en-US" dirty="0"/>
          </a:p>
        </p:txBody>
      </p:sp>
      <p:sp>
        <p:nvSpPr>
          <p:cNvPr id="10" name="Slide Number Placeholder 9">
            <a:extLst>
              <a:ext uri="{FF2B5EF4-FFF2-40B4-BE49-F238E27FC236}">
                <a16:creationId xmlns:a16="http://schemas.microsoft.com/office/drawing/2014/main" id="{5B7AFE7E-7CB0-FD25-F78E-7DA5692308E7}"/>
              </a:ext>
            </a:extLst>
          </p:cNvPr>
          <p:cNvSpPr>
            <a:spLocks noGrp="1"/>
          </p:cNvSpPr>
          <p:nvPr>
            <p:ph type="sldNum" sz="quarter" idx="11"/>
          </p:nvPr>
        </p:nvSpPr>
        <p:spPr/>
        <p:txBody>
          <a:bodyPr/>
          <a:lstStyle/>
          <a:p>
            <a:fld id="{2B143D1D-9801-49CA-88C0-178C03B6937F}" type="slidenum">
              <a:rPr lang="en-US" smtClean="0"/>
              <a:t>‹#›</a:t>
            </a:fld>
            <a:endParaRPr lang="en-US" dirty="0"/>
          </a:p>
        </p:txBody>
      </p:sp>
      <p:pic>
        <p:nvPicPr>
          <p:cNvPr id="3" name="Picture 2">
            <a:extLst>
              <a:ext uri="{FF2B5EF4-FFF2-40B4-BE49-F238E27FC236}">
                <a16:creationId xmlns:a16="http://schemas.microsoft.com/office/drawing/2014/main" id="{7424F124-A258-66DC-3AAE-6DDE6D9BAB50}"/>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10886330" y="6126042"/>
            <a:ext cx="934494" cy="620833"/>
          </a:xfrm>
          <a:prstGeom prst="rect">
            <a:avLst/>
          </a:prstGeom>
          <a:effectLst/>
        </p:spPr>
      </p:pic>
      <p:pic>
        <p:nvPicPr>
          <p:cNvPr id="2" name="図 1">
            <a:extLst>
              <a:ext uri="{FF2B5EF4-FFF2-40B4-BE49-F238E27FC236}">
                <a16:creationId xmlns:a16="http://schemas.microsoft.com/office/drawing/2014/main" id="{D48C72C5-F4AD-8D61-8D2C-3AA618D58E71}"/>
              </a:ext>
            </a:extLst>
          </p:cNvPr>
          <p:cNvPicPr>
            <a:picLocks noChangeAspect="1"/>
          </p:cNvPicPr>
          <p:nvPr userDrawn="1"/>
        </p:nvPicPr>
        <p:blipFill rotWithShape="1">
          <a:blip r:embed="rId5"/>
          <a:srcRect l="26256" r="22363"/>
          <a:stretch/>
        </p:blipFill>
        <p:spPr>
          <a:xfrm>
            <a:off x="10114059" y="6090715"/>
            <a:ext cx="749014" cy="721808"/>
          </a:xfrm>
          <a:prstGeom prst="rect">
            <a:avLst/>
          </a:prstGeom>
        </p:spPr>
      </p:pic>
    </p:spTree>
    <p:extLst>
      <p:ext uri="{BB962C8B-B14F-4D97-AF65-F5344CB8AC3E}">
        <p14:creationId xmlns:p14="http://schemas.microsoft.com/office/powerpoint/2010/main" val="39725124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dirty="0"/>
              <a:t>Click to edit Master title style</a:t>
            </a:r>
          </a:p>
        </p:txBody>
      </p:sp>
      <p:sp>
        <p:nvSpPr>
          <p:cNvPr id="3" name="Content Placeholder 2"/>
          <p:cNvSpPr>
            <a:spLocks noGrp="1"/>
          </p:cNvSpPr>
          <p:nvPr>
            <p:ph idx="1"/>
          </p:nvPr>
        </p:nvSpPr>
        <p:spPr/>
        <p:txBody>
          <a:bodyPr/>
          <a:lstStyle>
            <a:lvl1pPr>
              <a:spcBef>
                <a:spcPts val="1867"/>
              </a:spcBef>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endParaRPr lang="en-US" dirty="0"/>
          </a:p>
        </p:txBody>
      </p:sp>
    </p:spTree>
    <p:extLst>
      <p:ext uri="{BB962C8B-B14F-4D97-AF65-F5344CB8AC3E}">
        <p14:creationId xmlns:p14="http://schemas.microsoft.com/office/powerpoint/2010/main" val="4071573454"/>
      </p:ext>
    </p:extLst>
  </p:cSld>
  <p:clrMapOvr>
    <a:masterClrMapping/>
  </p:clrMapOvr>
  <p:extLst>
    <p:ext uri="{DCECCB84-F9BA-43D5-87BE-67443E8EF086}">
      <p15:sldGuideLst xmlns:p15="http://schemas.microsoft.com/office/powerpoint/2012/main"/>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cSld name="1_Title Only">
    <p:spTree>
      <p:nvGrpSpPr>
        <p:cNvPr id="1" name=""/>
        <p:cNvGrpSpPr/>
        <p:nvPr/>
      </p:nvGrpSpPr>
      <p:grpSpPr>
        <a:xfrm>
          <a:off x="0" y="0"/>
          <a:ext cx="0" cy="0"/>
          <a:chOff x="0" y="0"/>
          <a:chExt cx="0" cy="0"/>
        </a:xfrm>
      </p:grpSpPr>
      <p:sp>
        <p:nvSpPr>
          <p:cNvPr id="35" name="Title Text"/>
          <p:cNvSpPr txBox="1">
            <a:spLocks noGrp="1"/>
          </p:cNvSpPr>
          <p:nvPr>
            <p:ph type="title"/>
          </p:nvPr>
        </p:nvSpPr>
        <p:spPr>
          <a:xfrm>
            <a:off x="296055" y="192213"/>
            <a:ext cx="11536220" cy="808138"/>
          </a:xfrm>
          <a:prstGeom prst="rect">
            <a:avLst/>
          </a:prstGeom>
        </p:spPr>
        <p:txBody>
          <a:bodyPr/>
          <a:lstStyle>
            <a:lvl1pPr>
              <a:defRPr>
                <a:latin typeface="+mj-lt"/>
              </a:defRPr>
            </a:lvl1pPr>
          </a:lstStyle>
          <a:p>
            <a:r>
              <a:rPr lang="en-US" dirty="0"/>
              <a:t>Click to edit Master title style</a:t>
            </a:r>
            <a:endParaRPr dirty="0"/>
          </a:p>
        </p:txBody>
      </p:sp>
      <p:sp>
        <p:nvSpPr>
          <p:cNvPr id="3" name="Slide Number Placeholder 2">
            <a:extLst>
              <a:ext uri="{FF2B5EF4-FFF2-40B4-BE49-F238E27FC236}">
                <a16:creationId xmlns:a16="http://schemas.microsoft.com/office/drawing/2014/main" id="{B3C47A46-FF53-3EF5-3718-12552EC56F59}"/>
              </a:ext>
            </a:extLst>
          </p:cNvPr>
          <p:cNvSpPr>
            <a:spLocks noGrp="1"/>
          </p:cNvSpPr>
          <p:nvPr>
            <p:ph type="sldNum" sz="quarter" idx="11"/>
          </p:nvPr>
        </p:nvSpPr>
        <p:spPr>
          <a:xfrm>
            <a:off x="296055" y="6412748"/>
            <a:ext cx="426564" cy="365125"/>
          </a:xfrm>
        </p:spPr>
        <p:txBody>
          <a:bodyPr/>
          <a:lstStyle/>
          <a:p>
            <a:fld id="{2B143D1D-9801-49CA-88C0-178C03B6937F}" type="slidenum">
              <a:rPr lang="en-US" smtClean="0"/>
              <a:t>‹#›</a:t>
            </a:fld>
            <a:endParaRPr lang="en-US"/>
          </a:p>
        </p:txBody>
      </p:sp>
      <p:sp>
        <p:nvSpPr>
          <p:cNvPr id="4" name="Footer Placeholder 3">
            <a:extLst>
              <a:ext uri="{FF2B5EF4-FFF2-40B4-BE49-F238E27FC236}">
                <a16:creationId xmlns:a16="http://schemas.microsoft.com/office/drawing/2014/main" id="{90D8638C-4F5F-7956-F266-42A2C6FB1BF5}"/>
              </a:ext>
            </a:extLst>
          </p:cNvPr>
          <p:cNvSpPr>
            <a:spLocks noGrp="1"/>
          </p:cNvSpPr>
          <p:nvPr>
            <p:ph type="ftr" sz="quarter" idx="12"/>
          </p:nvPr>
        </p:nvSpPr>
        <p:spPr/>
        <p:txBody>
          <a:bodyPr/>
          <a:lstStyle/>
          <a:p>
            <a:endParaRPr lang="en-US"/>
          </a:p>
        </p:txBody>
      </p:sp>
    </p:spTree>
    <p:extLst>
      <p:ext uri="{BB962C8B-B14F-4D97-AF65-F5344CB8AC3E}">
        <p14:creationId xmlns:p14="http://schemas.microsoft.com/office/powerpoint/2010/main" val="18118176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p:cSld name="Compariso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38EABC0-EFC6-D243-946E-F42B969FE9B9}"/>
              </a:ext>
            </a:extLst>
          </p:cNvPr>
          <p:cNvSpPr>
            <a:spLocks noGrp="1"/>
          </p:cNvSpPr>
          <p:nvPr>
            <p:ph type="body" idx="1"/>
          </p:nvPr>
        </p:nvSpPr>
        <p:spPr>
          <a:xfrm>
            <a:off x="347472" y="1144401"/>
            <a:ext cx="5760625" cy="823912"/>
          </a:xfrm>
        </p:spPr>
        <p:txBody>
          <a:bodyPr anchor="b"/>
          <a:lstStyle>
            <a:lvl1pPr marL="0" indent="0">
              <a:buNone/>
              <a:defRPr sz="2000" b="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CB5420B-0671-9947-8ACD-9947290B10A6}"/>
              </a:ext>
            </a:extLst>
          </p:cNvPr>
          <p:cNvSpPr>
            <a:spLocks noGrp="1"/>
          </p:cNvSpPr>
          <p:nvPr>
            <p:ph sz="half" idx="2"/>
          </p:nvPr>
        </p:nvSpPr>
        <p:spPr>
          <a:xfrm>
            <a:off x="347472" y="1968312"/>
            <a:ext cx="5760625" cy="404585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DBC9F15-7C0B-4444-AE75-34E3127776B9}"/>
              </a:ext>
            </a:extLst>
          </p:cNvPr>
          <p:cNvSpPr>
            <a:spLocks noGrp="1"/>
          </p:cNvSpPr>
          <p:nvPr>
            <p:ph type="body" sz="quarter" idx="3"/>
          </p:nvPr>
        </p:nvSpPr>
        <p:spPr>
          <a:xfrm>
            <a:off x="6318913" y="1144401"/>
            <a:ext cx="5517485" cy="823912"/>
          </a:xfrm>
        </p:spPr>
        <p:txBody>
          <a:bodyPr anchor="b"/>
          <a:lstStyle>
            <a:lvl1pPr marL="0" indent="0">
              <a:buNone/>
              <a:defRPr sz="2000" b="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8CAFEF0-01F2-2E44-94D8-FD3D3CE15F1F}"/>
              </a:ext>
            </a:extLst>
          </p:cNvPr>
          <p:cNvSpPr>
            <a:spLocks noGrp="1"/>
          </p:cNvSpPr>
          <p:nvPr>
            <p:ph sz="quarter" idx="4"/>
          </p:nvPr>
        </p:nvSpPr>
        <p:spPr>
          <a:xfrm>
            <a:off x="6318913" y="1968312"/>
            <a:ext cx="5517485" cy="404585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itle 11">
            <a:extLst>
              <a:ext uri="{FF2B5EF4-FFF2-40B4-BE49-F238E27FC236}">
                <a16:creationId xmlns:a16="http://schemas.microsoft.com/office/drawing/2014/main" id="{A53AB65E-510E-4C42-BD7A-EC2B31E26B1F}"/>
              </a:ext>
            </a:extLst>
          </p:cNvPr>
          <p:cNvSpPr>
            <a:spLocks noGrp="1"/>
          </p:cNvSpPr>
          <p:nvPr>
            <p:ph type="title"/>
          </p:nvPr>
        </p:nvSpPr>
        <p:spPr/>
        <p:txBody>
          <a:bodyPr/>
          <a:lstStyle/>
          <a:p>
            <a:r>
              <a:rPr lang="en-US"/>
              <a:t>Click to edit Master title style</a:t>
            </a:r>
          </a:p>
        </p:txBody>
      </p:sp>
      <p:sp>
        <p:nvSpPr>
          <p:cNvPr id="2" name="Footer Placeholder 1">
            <a:extLst>
              <a:ext uri="{FF2B5EF4-FFF2-40B4-BE49-F238E27FC236}">
                <a16:creationId xmlns:a16="http://schemas.microsoft.com/office/drawing/2014/main" id="{F17E5D93-47C7-C366-2531-FB5F387B5132}"/>
              </a:ext>
            </a:extLst>
          </p:cNvPr>
          <p:cNvSpPr>
            <a:spLocks noGrp="1"/>
          </p:cNvSpPr>
          <p:nvPr>
            <p:ph type="ftr" sz="quarter" idx="13"/>
          </p:nvPr>
        </p:nvSpPr>
        <p:spPr/>
        <p:txBody>
          <a:bodyPr/>
          <a:lstStyle/>
          <a:p>
            <a:endParaRPr lang="en-US"/>
          </a:p>
        </p:txBody>
      </p:sp>
      <p:sp>
        <p:nvSpPr>
          <p:cNvPr id="7" name="Slide Number Placeholder 6">
            <a:extLst>
              <a:ext uri="{FF2B5EF4-FFF2-40B4-BE49-F238E27FC236}">
                <a16:creationId xmlns:a16="http://schemas.microsoft.com/office/drawing/2014/main" id="{E7A034DA-6BF8-D5C0-A344-983B2CDFAB2B}"/>
              </a:ext>
            </a:extLst>
          </p:cNvPr>
          <p:cNvSpPr>
            <a:spLocks noGrp="1"/>
          </p:cNvSpPr>
          <p:nvPr>
            <p:ph type="sldNum" sz="quarter" idx="14"/>
          </p:nvPr>
        </p:nvSpPr>
        <p:spPr/>
        <p:txBody>
          <a:bodyPr/>
          <a:lstStyle/>
          <a:p>
            <a:fld id="{2B143D1D-9801-49CA-88C0-178C03B6937F}" type="slidenum">
              <a:rPr lang="en-US" smtClean="0"/>
              <a:t>‹#›</a:t>
            </a:fld>
            <a:endParaRPr lang="en-US"/>
          </a:p>
        </p:txBody>
      </p:sp>
    </p:spTree>
    <p:extLst>
      <p:ext uri="{BB962C8B-B14F-4D97-AF65-F5344CB8AC3E}">
        <p14:creationId xmlns:p14="http://schemas.microsoft.com/office/powerpoint/2010/main" val="1313029982"/>
      </p:ext>
    </p:extLst>
  </p:cSld>
  <p:clrMapOvr>
    <a:masterClrMapping/>
  </p:clrMapOvr>
  <p:hf hdr="0" ftr="0" dt="0"/>
</p:sldLayout>
</file>

<file path=ppt/slideLayouts/slideLayout39.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584200" y="1097350"/>
            <a:ext cx="11216640" cy="49377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r>
              <a:rPr lang="en-US"/>
              <a:t>Footer for Disclaimer Text</a:t>
            </a:r>
          </a:p>
        </p:txBody>
      </p:sp>
      <p:sp>
        <p:nvSpPr>
          <p:cNvPr id="6" name="Slide Number Placeholder 5"/>
          <p:cNvSpPr>
            <a:spLocks noGrp="1"/>
          </p:cNvSpPr>
          <p:nvPr>
            <p:ph type="sldNum" sz="quarter" idx="12"/>
          </p:nvPr>
        </p:nvSpPr>
        <p:spPr/>
        <p:txBody>
          <a:bodyPr/>
          <a:lstStyle/>
          <a:p>
            <a:fld id="{C0543ED3-111B-4842-9D2D-918F903AB236}" type="slidenum">
              <a:rPr lang="en-US" smtClean="0"/>
              <a:t>‹#›</a:t>
            </a:fld>
            <a:endParaRPr lang="en-US"/>
          </a:p>
        </p:txBody>
      </p:sp>
      <p:sp>
        <p:nvSpPr>
          <p:cNvPr id="8" name="Title 1">
            <a:extLst>
              <a:ext uri="{FF2B5EF4-FFF2-40B4-BE49-F238E27FC236}">
                <a16:creationId xmlns:a16="http://schemas.microsoft.com/office/drawing/2014/main" id="{B5F21A9D-C709-4722-BAF7-7EFE6AE15C00}"/>
              </a:ext>
            </a:extLst>
          </p:cNvPr>
          <p:cNvSpPr>
            <a:spLocks noGrp="1"/>
          </p:cNvSpPr>
          <p:nvPr>
            <p:ph type="ctrTitle"/>
          </p:nvPr>
        </p:nvSpPr>
        <p:spPr>
          <a:xfrm>
            <a:off x="919656" y="664237"/>
            <a:ext cx="10363200" cy="319596"/>
          </a:xfrm>
          <a:prstGeom prst="rect">
            <a:avLst/>
          </a:prstGeom>
        </p:spPr>
        <p:txBody>
          <a:bodyPr vert="horz" lIns="0" tIns="0" rIns="0" bIns="0" rtlCol="0" anchor="ctr">
            <a:normAutofit/>
          </a:bodyPr>
          <a:lstStyle>
            <a:lvl1pPr algn="ctr">
              <a:defRPr lang="en-US" sz="1800" dirty="0">
                <a:solidFill>
                  <a:schemeClr val="bg1"/>
                </a:solidFill>
              </a:defRPr>
            </a:lvl1pPr>
          </a:lstStyle>
          <a:p>
            <a:pPr lvl="0"/>
            <a:endParaRPr lang="en-US"/>
          </a:p>
        </p:txBody>
      </p:sp>
    </p:spTree>
    <p:extLst>
      <p:ext uri="{BB962C8B-B14F-4D97-AF65-F5344CB8AC3E}">
        <p14:creationId xmlns:p14="http://schemas.microsoft.com/office/powerpoint/2010/main" val="413017957"/>
      </p:ext>
    </p:extLst>
  </p:cSld>
  <p:clrMapOvr>
    <a:masterClrMapping/>
  </p:clrMapOvr>
  <p:transition spd="med"/>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p:cSld name="Title Slide - Nab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ight Triangle 1">
            <a:extLst>
              <a:ext uri="{FF2B5EF4-FFF2-40B4-BE49-F238E27FC236}">
                <a16:creationId xmlns:a16="http://schemas.microsoft.com/office/drawing/2014/main" id="{C6C9C98D-378E-0B5D-E771-1E95F147F947}"/>
              </a:ext>
            </a:extLst>
          </p:cNvPr>
          <p:cNvSpPr/>
          <p:nvPr/>
        </p:nvSpPr>
        <p:spPr>
          <a:xfrm>
            <a:off x="-19877" y="-9938"/>
            <a:ext cx="8726556" cy="6917635"/>
          </a:xfrm>
          <a:custGeom>
            <a:avLst/>
            <a:gdLst>
              <a:gd name="connsiteX0" fmla="*/ 0 w 4244008"/>
              <a:gd name="connsiteY0" fmla="*/ 6858000 h 6858000"/>
              <a:gd name="connsiteX1" fmla="*/ 0 w 4244008"/>
              <a:gd name="connsiteY1" fmla="*/ 0 h 6858000"/>
              <a:gd name="connsiteX2" fmla="*/ 4244008 w 4244008"/>
              <a:gd name="connsiteY2" fmla="*/ 6858000 h 6858000"/>
              <a:gd name="connsiteX3" fmla="*/ 0 w 4244008"/>
              <a:gd name="connsiteY3" fmla="*/ 6858000 h 6858000"/>
              <a:gd name="connsiteX0" fmla="*/ 1 w 4244009"/>
              <a:gd name="connsiteY0" fmla="*/ 6858000 h 6858000"/>
              <a:gd name="connsiteX1" fmla="*/ 0 w 4244009"/>
              <a:gd name="connsiteY1" fmla="*/ 1023730 h 6858000"/>
              <a:gd name="connsiteX2" fmla="*/ 1 w 4244009"/>
              <a:gd name="connsiteY2" fmla="*/ 0 h 6858000"/>
              <a:gd name="connsiteX3" fmla="*/ 4244009 w 4244009"/>
              <a:gd name="connsiteY3" fmla="*/ 6858000 h 6858000"/>
              <a:gd name="connsiteX4" fmla="*/ 1 w 4244009"/>
              <a:gd name="connsiteY4" fmla="*/ 6858000 h 6858000"/>
              <a:gd name="connsiteX0" fmla="*/ 655983 w 4899991"/>
              <a:gd name="connsiteY0" fmla="*/ 6912905 h 6912905"/>
              <a:gd name="connsiteX1" fmla="*/ 0 w 4899991"/>
              <a:gd name="connsiteY1" fmla="*/ 104600 h 6912905"/>
              <a:gd name="connsiteX2" fmla="*/ 655983 w 4899991"/>
              <a:gd name="connsiteY2" fmla="*/ 54905 h 6912905"/>
              <a:gd name="connsiteX3" fmla="*/ 4899991 w 4899991"/>
              <a:gd name="connsiteY3" fmla="*/ 6912905 h 6912905"/>
              <a:gd name="connsiteX4" fmla="*/ 655983 w 4899991"/>
              <a:gd name="connsiteY4" fmla="*/ 6912905 h 6912905"/>
              <a:gd name="connsiteX0" fmla="*/ 19878 w 4899991"/>
              <a:gd name="connsiteY0" fmla="*/ 6922844 h 6922844"/>
              <a:gd name="connsiteX1" fmla="*/ 0 w 4899991"/>
              <a:gd name="connsiteY1" fmla="*/ 104600 h 6922844"/>
              <a:gd name="connsiteX2" fmla="*/ 655983 w 4899991"/>
              <a:gd name="connsiteY2" fmla="*/ 54905 h 6922844"/>
              <a:gd name="connsiteX3" fmla="*/ 4899991 w 4899991"/>
              <a:gd name="connsiteY3" fmla="*/ 6912905 h 6922844"/>
              <a:gd name="connsiteX4" fmla="*/ 19878 w 4899991"/>
              <a:gd name="connsiteY4" fmla="*/ 6922844 h 6922844"/>
              <a:gd name="connsiteX0" fmla="*/ 19878 w 4899991"/>
              <a:gd name="connsiteY0" fmla="*/ 6983106 h 6983106"/>
              <a:gd name="connsiteX1" fmla="*/ 0 w 4899991"/>
              <a:gd name="connsiteY1" fmla="*/ 164862 h 6983106"/>
              <a:gd name="connsiteX2" fmla="*/ 655983 w 4899991"/>
              <a:gd name="connsiteY2" fmla="*/ 115167 h 6983106"/>
              <a:gd name="connsiteX3" fmla="*/ 4899991 w 4899991"/>
              <a:gd name="connsiteY3" fmla="*/ 6973167 h 6983106"/>
              <a:gd name="connsiteX4" fmla="*/ 19878 w 4899991"/>
              <a:gd name="connsiteY4" fmla="*/ 6983106 h 6983106"/>
              <a:gd name="connsiteX0" fmla="*/ 19878 w 4899991"/>
              <a:gd name="connsiteY0" fmla="*/ 6867939 h 6867939"/>
              <a:gd name="connsiteX1" fmla="*/ 0 w 4899991"/>
              <a:gd name="connsiteY1" fmla="*/ 49695 h 6867939"/>
              <a:gd name="connsiteX2" fmla="*/ 655983 w 4899991"/>
              <a:gd name="connsiteY2" fmla="*/ 0 h 6867939"/>
              <a:gd name="connsiteX3" fmla="*/ 4899991 w 4899991"/>
              <a:gd name="connsiteY3" fmla="*/ 6858000 h 6867939"/>
              <a:gd name="connsiteX4" fmla="*/ 19878 w 4899991"/>
              <a:gd name="connsiteY4" fmla="*/ 6867939 h 6867939"/>
              <a:gd name="connsiteX0" fmla="*/ 29817 w 4909930"/>
              <a:gd name="connsiteY0" fmla="*/ 6877879 h 6877879"/>
              <a:gd name="connsiteX1" fmla="*/ 0 w 4909930"/>
              <a:gd name="connsiteY1" fmla="*/ 0 h 6877879"/>
              <a:gd name="connsiteX2" fmla="*/ 665922 w 4909930"/>
              <a:gd name="connsiteY2" fmla="*/ 9940 h 6877879"/>
              <a:gd name="connsiteX3" fmla="*/ 4909930 w 4909930"/>
              <a:gd name="connsiteY3" fmla="*/ 6867940 h 6877879"/>
              <a:gd name="connsiteX4" fmla="*/ 29817 w 4909930"/>
              <a:gd name="connsiteY4" fmla="*/ 6877879 h 6877879"/>
              <a:gd name="connsiteX0" fmla="*/ 29817 w 4909930"/>
              <a:gd name="connsiteY0" fmla="*/ 6877879 h 6877879"/>
              <a:gd name="connsiteX1" fmla="*/ 0 w 4909930"/>
              <a:gd name="connsiteY1" fmla="*/ 0 h 6877879"/>
              <a:gd name="connsiteX2" fmla="*/ 665922 w 4909930"/>
              <a:gd name="connsiteY2" fmla="*/ 9940 h 6877879"/>
              <a:gd name="connsiteX3" fmla="*/ 4909930 w 4909930"/>
              <a:gd name="connsiteY3" fmla="*/ 6867940 h 6877879"/>
              <a:gd name="connsiteX4" fmla="*/ 29817 w 4909930"/>
              <a:gd name="connsiteY4" fmla="*/ 6877879 h 6877879"/>
              <a:gd name="connsiteX0" fmla="*/ 29817 w 4909930"/>
              <a:gd name="connsiteY0" fmla="*/ 6877879 h 6877879"/>
              <a:gd name="connsiteX1" fmla="*/ 0 w 4909930"/>
              <a:gd name="connsiteY1" fmla="*/ 0 h 6877879"/>
              <a:gd name="connsiteX2" fmla="*/ 665922 w 4909930"/>
              <a:gd name="connsiteY2" fmla="*/ 9940 h 6877879"/>
              <a:gd name="connsiteX3" fmla="*/ 4909930 w 4909930"/>
              <a:gd name="connsiteY3" fmla="*/ 6867940 h 6877879"/>
              <a:gd name="connsiteX4" fmla="*/ 29817 w 4909930"/>
              <a:gd name="connsiteY4" fmla="*/ 6877879 h 6877879"/>
              <a:gd name="connsiteX0" fmla="*/ 29817 w 4909930"/>
              <a:gd name="connsiteY0" fmla="*/ 6881616 h 6881616"/>
              <a:gd name="connsiteX1" fmla="*/ 0 w 4909930"/>
              <a:gd name="connsiteY1" fmla="*/ 3737 h 6881616"/>
              <a:gd name="connsiteX2" fmla="*/ 665922 w 4909930"/>
              <a:gd name="connsiteY2" fmla="*/ 13677 h 6881616"/>
              <a:gd name="connsiteX3" fmla="*/ 4909930 w 4909930"/>
              <a:gd name="connsiteY3" fmla="*/ 6871677 h 6881616"/>
              <a:gd name="connsiteX4" fmla="*/ 29817 w 4909930"/>
              <a:gd name="connsiteY4" fmla="*/ 6881616 h 6881616"/>
              <a:gd name="connsiteX0" fmla="*/ 29817 w 4909930"/>
              <a:gd name="connsiteY0" fmla="*/ 6867939 h 6867939"/>
              <a:gd name="connsiteX1" fmla="*/ 0 w 4909930"/>
              <a:gd name="connsiteY1" fmla="*/ 9938 h 6867939"/>
              <a:gd name="connsiteX2" fmla="*/ 665922 w 4909930"/>
              <a:gd name="connsiteY2" fmla="*/ 0 h 6867939"/>
              <a:gd name="connsiteX3" fmla="*/ 4909930 w 4909930"/>
              <a:gd name="connsiteY3" fmla="*/ 6858000 h 6867939"/>
              <a:gd name="connsiteX4" fmla="*/ 29817 w 4909930"/>
              <a:gd name="connsiteY4" fmla="*/ 6867939 h 6867939"/>
              <a:gd name="connsiteX0" fmla="*/ 39756 w 4919869"/>
              <a:gd name="connsiteY0" fmla="*/ 6881616 h 6881616"/>
              <a:gd name="connsiteX1" fmla="*/ 0 w 4919869"/>
              <a:gd name="connsiteY1" fmla="*/ 3737 h 6881616"/>
              <a:gd name="connsiteX2" fmla="*/ 675861 w 4919869"/>
              <a:gd name="connsiteY2" fmla="*/ 13677 h 6881616"/>
              <a:gd name="connsiteX3" fmla="*/ 4919869 w 4919869"/>
              <a:gd name="connsiteY3" fmla="*/ 6871677 h 6881616"/>
              <a:gd name="connsiteX4" fmla="*/ 39756 w 4919869"/>
              <a:gd name="connsiteY4" fmla="*/ 6881616 h 6881616"/>
              <a:gd name="connsiteX0" fmla="*/ 4084982 w 8965095"/>
              <a:gd name="connsiteY0" fmla="*/ 6873159 h 6873159"/>
              <a:gd name="connsiteX1" fmla="*/ 0 w 8965095"/>
              <a:gd name="connsiteY1" fmla="*/ 5220 h 6873159"/>
              <a:gd name="connsiteX2" fmla="*/ 4721087 w 8965095"/>
              <a:gd name="connsiteY2" fmla="*/ 5220 h 6873159"/>
              <a:gd name="connsiteX3" fmla="*/ 8965095 w 8965095"/>
              <a:gd name="connsiteY3" fmla="*/ 6863220 h 6873159"/>
              <a:gd name="connsiteX4" fmla="*/ 4084982 w 8965095"/>
              <a:gd name="connsiteY4" fmla="*/ 6873159 h 6873159"/>
              <a:gd name="connsiteX0" fmla="*/ 19877 w 8965095"/>
              <a:gd name="connsiteY0" fmla="*/ 6853281 h 6863220"/>
              <a:gd name="connsiteX1" fmla="*/ 0 w 8965095"/>
              <a:gd name="connsiteY1" fmla="*/ 5220 h 6863220"/>
              <a:gd name="connsiteX2" fmla="*/ 4721087 w 8965095"/>
              <a:gd name="connsiteY2" fmla="*/ 5220 h 6863220"/>
              <a:gd name="connsiteX3" fmla="*/ 8965095 w 8965095"/>
              <a:gd name="connsiteY3" fmla="*/ 6863220 h 6863220"/>
              <a:gd name="connsiteX4" fmla="*/ 19877 w 8965095"/>
              <a:gd name="connsiteY4" fmla="*/ 6853281 h 6863220"/>
              <a:gd name="connsiteX0" fmla="*/ 0 w 8975035"/>
              <a:gd name="connsiteY0" fmla="*/ 6873159 h 6873159"/>
              <a:gd name="connsiteX1" fmla="*/ 9940 w 8975035"/>
              <a:gd name="connsiteY1" fmla="*/ 5220 h 6873159"/>
              <a:gd name="connsiteX2" fmla="*/ 4731027 w 8975035"/>
              <a:gd name="connsiteY2" fmla="*/ 5220 h 6873159"/>
              <a:gd name="connsiteX3" fmla="*/ 8975035 w 8975035"/>
              <a:gd name="connsiteY3" fmla="*/ 6863220 h 6873159"/>
              <a:gd name="connsiteX4" fmla="*/ 0 w 8975035"/>
              <a:gd name="connsiteY4" fmla="*/ 6873159 h 6873159"/>
              <a:gd name="connsiteX0" fmla="*/ 318051 w 8965095"/>
              <a:gd name="connsiteY0" fmla="*/ 6893037 h 6893037"/>
              <a:gd name="connsiteX1" fmla="*/ 0 w 8965095"/>
              <a:gd name="connsiteY1" fmla="*/ 5220 h 6893037"/>
              <a:gd name="connsiteX2" fmla="*/ 4721087 w 8965095"/>
              <a:gd name="connsiteY2" fmla="*/ 5220 h 6893037"/>
              <a:gd name="connsiteX3" fmla="*/ 8965095 w 8965095"/>
              <a:gd name="connsiteY3" fmla="*/ 6863220 h 6893037"/>
              <a:gd name="connsiteX4" fmla="*/ 318051 w 8965095"/>
              <a:gd name="connsiteY4" fmla="*/ 6893037 h 6893037"/>
              <a:gd name="connsiteX0" fmla="*/ 248477 w 8965095"/>
              <a:gd name="connsiteY0" fmla="*/ 6912916 h 6912916"/>
              <a:gd name="connsiteX1" fmla="*/ 0 w 8965095"/>
              <a:gd name="connsiteY1" fmla="*/ 5220 h 6912916"/>
              <a:gd name="connsiteX2" fmla="*/ 4721087 w 8965095"/>
              <a:gd name="connsiteY2" fmla="*/ 5220 h 6912916"/>
              <a:gd name="connsiteX3" fmla="*/ 8965095 w 8965095"/>
              <a:gd name="connsiteY3" fmla="*/ 6863220 h 6912916"/>
              <a:gd name="connsiteX4" fmla="*/ 248477 w 8965095"/>
              <a:gd name="connsiteY4" fmla="*/ 6912916 h 6912916"/>
              <a:gd name="connsiteX0" fmla="*/ 89451 w 8806069"/>
              <a:gd name="connsiteY0" fmla="*/ 6907696 h 6907696"/>
              <a:gd name="connsiteX1" fmla="*/ 0 w 8806069"/>
              <a:gd name="connsiteY1" fmla="*/ 39756 h 6907696"/>
              <a:gd name="connsiteX2" fmla="*/ 4562061 w 8806069"/>
              <a:gd name="connsiteY2" fmla="*/ 0 h 6907696"/>
              <a:gd name="connsiteX3" fmla="*/ 8806069 w 8806069"/>
              <a:gd name="connsiteY3" fmla="*/ 6858000 h 6907696"/>
              <a:gd name="connsiteX4" fmla="*/ 89451 w 8806069"/>
              <a:gd name="connsiteY4" fmla="*/ 6907696 h 6907696"/>
              <a:gd name="connsiteX0" fmla="*/ 0 w 8716618"/>
              <a:gd name="connsiteY0" fmla="*/ 6907696 h 6907696"/>
              <a:gd name="connsiteX1" fmla="*/ 1 w 8716618"/>
              <a:gd name="connsiteY1" fmla="*/ 9939 h 6907696"/>
              <a:gd name="connsiteX2" fmla="*/ 4472610 w 8716618"/>
              <a:gd name="connsiteY2" fmla="*/ 0 h 6907696"/>
              <a:gd name="connsiteX3" fmla="*/ 8716618 w 8716618"/>
              <a:gd name="connsiteY3" fmla="*/ 6858000 h 6907696"/>
              <a:gd name="connsiteX4" fmla="*/ 0 w 8716618"/>
              <a:gd name="connsiteY4" fmla="*/ 6907696 h 6907696"/>
              <a:gd name="connsiteX0" fmla="*/ 9938 w 8726556"/>
              <a:gd name="connsiteY0" fmla="*/ 6921372 h 6921372"/>
              <a:gd name="connsiteX1" fmla="*/ 0 w 8726556"/>
              <a:gd name="connsiteY1" fmla="*/ 3737 h 6921372"/>
              <a:gd name="connsiteX2" fmla="*/ 4482548 w 8726556"/>
              <a:gd name="connsiteY2" fmla="*/ 13676 h 6921372"/>
              <a:gd name="connsiteX3" fmla="*/ 8726556 w 8726556"/>
              <a:gd name="connsiteY3" fmla="*/ 6871676 h 6921372"/>
              <a:gd name="connsiteX4" fmla="*/ 9938 w 8726556"/>
              <a:gd name="connsiteY4" fmla="*/ 6921372 h 6921372"/>
              <a:gd name="connsiteX0" fmla="*/ 9938 w 8726556"/>
              <a:gd name="connsiteY0" fmla="*/ 6917635 h 6917635"/>
              <a:gd name="connsiteX1" fmla="*/ 0 w 8726556"/>
              <a:gd name="connsiteY1" fmla="*/ 0 h 6917635"/>
              <a:gd name="connsiteX2" fmla="*/ 4482548 w 8726556"/>
              <a:gd name="connsiteY2" fmla="*/ 9939 h 6917635"/>
              <a:gd name="connsiteX3" fmla="*/ 8726556 w 8726556"/>
              <a:gd name="connsiteY3" fmla="*/ 6867939 h 6917635"/>
              <a:gd name="connsiteX4" fmla="*/ 9938 w 8726556"/>
              <a:gd name="connsiteY4" fmla="*/ 6917635 h 69176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26556" h="6917635">
                <a:moveTo>
                  <a:pt x="9938" y="6917635"/>
                </a:moveTo>
                <a:cubicBezTo>
                  <a:pt x="9938" y="4972878"/>
                  <a:pt x="14908" y="3438939"/>
                  <a:pt x="0" y="0"/>
                </a:cubicBezTo>
                <a:lnTo>
                  <a:pt x="4482548" y="9939"/>
                </a:lnTo>
                <a:lnTo>
                  <a:pt x="8726556" y="6867939"/>
                </a:lnTo>
                <a:lnTo>
                  <a:pt x="9938" y="6917635"/>
                </a:lnTo>
                <a:close/>
              </a:path>
            </a:pathLst>
          </a:custGeom>
          <a:solidFill>
            <a:schemeClr val="bg1"/>
          </a:solidFill>
          <a:ln w="12700" cap="flat">
            <a:noFill/>
            <a:miter lim="400000"/>
          </a:ln>
          <a:effectLst>
            <a:outerShdw blurRad="171482" dist="89822" algn="l" rotWithShape="0">
              <a:srgbClr val="063958">
                <a:alpha val="91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lstStyle/>
          <a:p>
            <a:pPr lvl="0" algn="ctr"/>
            <a:endParaRPr lang="en-US" sz="1200" dirty="0">
              <a:solidFill>
                <a:srgbClr val="50626A"/>
              </a:solidFill>
              <a:latin typeface="Arial" panose="020B0604020202020204" pitchFamily="34" charset="0"/>
              <a:ea typeface="+mn-ea"/>
              <a:cs typeface="+mn-cs"/>
              <a:sym typeface="Calibri"/>
            </a:endParaRPr>
          </a:p>
        </p:txBody>
      </p:sp>
      <p:pic>
        <p:nvPicPr>
          <p:cNvPr id="8" name="Picture 7">
            <a:extLst>
              <a:ext uri="{FF2B5EF4-FFF2-40B4-BE49-F238E27FC236}">
                <a16:creationId xmlns:a16="http://schemas.microsoft.com/office/drawing/2014/main" id="{A884A716-13EB-3776-396E-6D16BE0888EC}"/>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469900" y="889000"/>
            <a:ext cx="3568700" cy="2324966"/>
          </a:xfrm>
          <a:prstGeom prst="rect">
            <a:avLst/>
          </a:prstGeom>
          <a:effectLst/>
        </p:spPr>
      </p:pic>
      <p:sp>
        <p:nvSpPr>
          <p:cNvPr id="5" name="Text Placeholder 4">
            <a:extLst>
              <a:ext uri="{FF2B5EF4-FFF2-40B4-BE49-F238E27FC236}">
                <a16:creationId xmlns:a16="http://schemas.microsoft.com/office/drawing/2014/main" id="{22B9F82C-68FB-4B3D-B24C-42E74B805B74}"/>
              </a:ext>
            </a:extLst>
          </p:cNvPr>
          <p:cNvSpPr>
            <a:spLocks noGrp="1"/>
          </p:cNvSpPr>
          <p:nvPr>
            <p:ph type="body" sz="quarter" idx="11" hasCustomPrompt="1"/>
          </p:nvPr>
        </p:nvSpPr>
        <p:spPr>
          <a:xfrm>
            <a:off x="407503" y="4603632"/>
            <a:ext cx="4096512" cy="219456"/>
          </a:xfrm>
        </p:spPr>
        <p:txBody>
          <a:bodyPr lIns="91440" anchor="ctr">
            <a:noAutofit/>
          </a:bodyPr>
          <a:lstStyle>
            <a:lvl1pPr marL="0" indent="0">
              <a:buNone/>
              <a:defRPr sz="1600" b="0" i="0">
                <a:solidFill>
                  <a:schemeClr val="bg2"/>
                </a:solidFill>
                <a:effectLst/>
                <a:latin typeface="Arial" panose="020B0604020202020204" pitchFamily="34" charset="0"/>
              </a:defRPr>
            </a:lvl1pPr>
          </a:lstStyle>
          <a:p>
            <a:pPr lvl="0"/>
            <a:r>
              <a:rPr lang="en-US" dirty="0"/>
              <a:t>Click to edit text</a:t>
            </a:r>
          </a:p>
        </p:txBody>
      </p:sp>
      <p:sp>
        <p:nvSpPr>
          <p:cNvPr id="4" name="Title 3">
            <a:extLst>
              <a:ext uri="{FF2B5EF4-FFF2-40B4-BE49-F238E27FC236}">
                <a16:creationId xmlns:a16="http://schemas.microsoft.com/office/drawing/2014/main" id="{1C1E6077-226C-F089-3ECE-23E0EFE5B774}"/>
              </a:ext>
            </a:extLst>
          </p:cNvPr>
          <p:cNvSpPr>
            <a:spLocks noGrp="1"/>
          </p:cNvSpPr>
          <p:nvPr>
            <p:ph type="title"/>
          </p:nvPr>
        </p:nvSpPr>
        <p:spPr>
          <a:xfrm>
            <a:off x="407503" y="3586375"/>
            <a:ext cx="5864087" cy="808138"/>
          </a:xfrm>
        </p:spPr>
        <p:txBody>
          <a:bodyPr lIns="91440"/>
          <a:lstStyle/>
          <a:p>
            <a:r>
              <a:rPr lang="en-US"/>
              <a:t>Click to edit Master title style</a:t>
            </a:r>
            <a:endParaRPr lang="en-US" dirty="0"/>
          </a:p>
        </p:txBody>
      </p:sp>
    </p:spTree>
    <p:extLst>
      <p:ext uri="{BB962C8B-B14F-4D97-AF65-F5344CB8AC3E}">
        <p14:creationId xmlns:p14="http://schemas.microsoft.com/office/powerpoint/2010/main" val="40210608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p:cSld name="Nabs 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D1665B39-5A65-20DC-416D-D7106520AEB9}"/>
              </a:ext>
            </a:extLst>
          </p:cNvPr>
          <p:cNvSpPr/>
          <p:nvPr/>
        </p:nvSpPr>
        <p:spPr>
          <a:xfrm>
            <a:off x="0" y="1669775"/>
            <a:ext cx="12192000" cy="3766930"/>
          </a:xfrm>
          <a:prstGeom prst="rect">
            <a:avLst/>
          </a:prstGeom>
          <a:solidFill>
            <a:schemeClr val="bg1">
              <a:alpha val="87619"/>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p>
        </p:txBody>
      </p:sp>
      <p:sp>
        <p:nvSpPr>
          <p:cNvPr id="6" name="Right Triangle 1">
            <a:extLst>
              <a:ext uri="{FF2B5EF4-FFF2-40B4-BE49-F238E27FC236}">
                <a16:creationId xmlns:a16="http://schemas.microsoft.com/office/drawing/2014/main" id="{6181DB09-2547-7198-4AA8-746B7585D9AD}"/>
              </a:ext>
            </a:extLst>
          </p:cNvPr>
          <p:cNvSpPr/>
          <p:nvPr/>
        </p:nvSpPr>
        <p:spPr>
          <a:xfrm>
            <a:off x="-16909" y="-9111"/>
            <a:ext cx="5615608" cy="6906870"/>
          </a:xfrm>
          <a:custGeom>
            <a:avLst/>
            <a:gdLst>
              <a:gd name="connsiteX0" fmla="*/ 0 w 4244008"/>
              <a:gd name="connsiteY0" fmla="*/ 6858000 h 6858000"/>
              <a:gd name="connsiteX1" fmla="*/ 0 w 4244008"/>
              <a:gd name="connsiteY1" fmla="*/ 0 h 6858000"/>
              <a:gd name="connsiteX2" fmla="*/ 4244008 w 4244008"/>
              <a:gd name="connsiteY2" fmla="*/ 6858000 h 6858000"/>
              <a:gd name="connsiteX3" fmla="*/ 0 w 4244008"/>
              <a:gd name="connsiteY3" fmla="*/ 6858000 h 6858000"/>
              <a:gd name="connsiteX0" fmla="*/ 1 w 4244009"/>
              <a:gd name="connsiteY0" fmla="*/ 6858000 h 6858000"/>
              <a:gd name="connsiteX1" fmla="*/ 0 w 4244009"/>
              <a:gd name="connsiteY1" fmla="*/ 1023730 h 6858000"/>
              <a:gd name="connsiteX2" fmla="*/ 1 w 4244009"/>
              <a:gd name="connsiteY2" fmla="*/ 0 h 6858000"/>
              <a:gd name="connsiteX3" fmla="*/ 4244009 w 4244009"/>
              <a:gd name="connsiteY3" fmla="*/ 6858000 h 6858000"/>
              <a:gd name="connsiteX4" fmla="*/ 1 w 4244009"/>
              <a:gd name="connsiteY4" fmla="*/ 6858000 h 6858000"/>
              <a:gd name="connsiteX0" fmla="*/ 655983 w 4899991"/>
              <a:gd name="connsiteY0" fmla="*/ 6912905 h 6912905"/>
              <a:gd name="connsiteX1" fmla="*/ 0 w 4899991"/>
              <a:gd name="connsiteY1" fmla="*/ 104600 h 6912905"/>
              <a:gd name="connsiteX2" fmla="*/ 655983 w 4899991"/>
              <a:gd name="connsiteY2" fmla="*/ 54905 h 6912905"/>
              <a:gd name="connsiteX3" fmla="*/ 4899991 w 4899991"/>
              <a:gd name="connsiteY3" fmla="*/ 6912905 h 6912905"/>
              <a:gd name="connsiteX4" fmla="*/ 655983 w 4899991"/>
              <a:gd name="connsiteY4" fmla="*/ 6912905 h 6912905"/>
              <a:gd name="connsiteX0" fmla="*/ 19878 w 4899991"/>
              <a:gd name="connsiteY0" fmla="*/ 6922844 h 6922844"/>
              <a:gd name="connsiteX1" fmla="*/ 0 w 4899991"/>
              <a:gd name="connsiteY1" fmla="*/ 104600 h 6922844"/>
              <a:gd name="connsiteX2" fmla="*/ 655983 w 4899991"/>
              <a:gd name="connsiteY2" fmla="*/ 54905 h 6922844"/>
              <a:gd name="connsiteX3" fmla="*/ 4899991 w 4899991"/>
              <a:gd name="connsiteY3" fmla="*/ 6912905 h 6922844"/>
              <a:gd name="connsiteX4" fmla="*/ 19878 w 4899991"/>
              <a:gd name="connsiteY4" fmla="*/ 6922844 h 6922844"/>
              <a:gd name="connsiteX0" fmla="*/ 19878 w 4899991"/>
              <a:gd name="connsiteY0" fmla="*/ 6983106 h 6983106"/>
              <a:gd name="connsiteX1" fmla="*/ 0 w 4899991"/>
              <a:gd name="connsiteY1" fmla="*/ 164862 h 6983106"/>
              <a:gd name="connsiteX2" fmla="*/ 655983 w 4899991"/>
              <a:gd name="connsiteY2" fmla="*/ 115167 h 6983106"/>
              <a:gd name="connsiteX3" fmla="*/ 4899991 w 4899991"/>
              <a:gd name="connsiteY3" fmla="*/ 6973167 h 6983106"/>
              <a:gd name="connsiteX4" fmla="*/ 19878 w 4899991"/>
              <a:gd name="connsiteY4" fmla="*/ 6983106 h 6983106"/>
              <a:gd name="connsiteX0" fmla="*/ 19878 w 4899991"/>
              <a:gd name="connsiteY0" fmla="*/ 6867939 h 6867939"/>
              <a:gd name="connsiteX1" fmla="*/ 0 w 4899991"/>
              <a:gd name="connsiteY1" fmla="*/ 49695 h 6867939"/>
              <a:gd name="connsiteX2" fmla="*/ 655983 w 4899991"/>
              <a:gd name="connsiteY2" fmla="*/ 0 h 6867939"/>
              <a:gd name="connsiteX3" fmla="*/ 4899991 w 4899991"/>
              <a:gd name="connsiteY3" fmla="*/ 6858000 h 6867939"/>
              <a:gd name="connsiteX4" fmla="*/ 19878 w 4899991"/>
              <a:gd name="connsiteY4" fmla="*/ 6867939 h 6867939"/>
              <a:gd name="connsiteX0" fmla="*/ 29817 w 4909930"/>
              <a:gd name="connsiteY0" fmla="*/ 6877879 h 6877879"/>
              <a:gd name="connsiteX1" fmla="*/ 0 w 4909930"/>
              <a:gd name="connsiteY1" fmla="*/ 0 h 6877879"/>
              <a:gd name="connsiteX2" fmla="*/ 665922 w 4909930"/>
              <a:gd name="connsiteY2" fmla="*/ 9940 h 6877879"/>
              <a:gd name="connsiteX3" fmla="*/ 4909930 w 4909930"/>
              <a:gd name="connsiteY3" fmla="*/ 6867940 h 6877879"/>
              <a:gd name="connsiteX4" fmla="*/ 29817 w 4909930"/>
              <a:gd name="connsiteY4" fmla="*/ 6877879 h 6877879"/>
              <a:gd name="connsiteX0" fmla="*/ 29817 w 4909930"/>
              <a:gd name="connsiteY0" fmla="*/ 6877879 h 6877879"/>
              <a:gd name="connsiteX1" fmla="*/ 0 w 4909930"/>
              <a:gd name="connsiteY1" fmla="*/ 0 h 6877879"/>
              <a:gd name="connsiteX2" fmla="*/ 665922 w 4909930"/>
              <a:gd name="connsiteY2" fmla="*/ 9940 h 6877879"/>
              <a:gd name="connsiteX3" fmla="*/ 4909930 w 4909930"/>
              <a:gd name="connsiteY3" fmla="*/ 6867940 h 6877879"/>
              <a:gd name="connsiteX4" fmla="*/ 29817 w 4909930"/>
              <a:gd name="connsiteY4" fmla="*/ 6877879 h 6877879"/>
              <a:gd name="connsiteX0" fmla="*/ 29817 w 4909930"/>
              <a:gd name="connsiteY0" fmla="*/ 6877879 h 6877879"/>
              <a:gd name="connsiteX1" fmla="*/ 0 w 4909930"/>
              <a:gd name="connsiteY1" fmla="*/ 0 h 6877879"/>
              <a:gd name="connsiteX2" fmla="*/ 665922 w 4909930"/>
              <a:gd name="connsiteY2" fmla="*/ 9940 h 6877879"/>
              <a:gd name="connsiteX3" fmla="*/ 4909930 w 4909930"/>
              <a:gd name="connsiteY3" fmla="*/ 6867940 h 6877879"/>
              <a:gd name="connsiteX4" fmla="*/ 29817 w 4909930"/>
              <a:gd name="connsiteY4" fmla="*/ 6877879 h 6877879"/>
              <a:gd name="connsiteX0" fmla="*/ 29817 w 4909930"/>
              <a:gd name="connsiteY0" fmla="*/ 6881616 h 6881616"/>
              <a:gd name="connsiteX1" fmla="*/ 0 w 4909930"/>
              <a:gd name="connsiteY1" fmla="*/ 3737 h 6881616"/>
              <a:gd name="connsiteX2" fmla="*/ 665922 w 4909930"/>
              <a:gd name="connsiteY2" fmla="*/ 13677 h 6881616"/>
              <a:gd name="connsiteX3" fmla="*/ 4909930 w 4909930"/>
              <a:gd name="connsiteY3" fmla="*/ 6871677 h 6881616"/>
              <a:gd name="connsiteX4" fmla="*/ 29817 w 4909930"/>
              <a:gd name="connsiteY4" fmla="*/ 6881616 h 6881616"/>
              <a:gd name="connsiteX0" fmla="*/ 29817 w 4909930"/>
              <a:gd name="connsiteY0" fmla="*/ 6867939 h 6867939"/>
              <a:gd name="connsiteX1" fmla="*/ 0 w 4909930"/>
              <a:gd name="connsiteY1" fmla="*/ 9938 h 6867939"/>
              <a:gd name="connsiteX2" fmla="*/ 665922 w 4909930"/>
              <a:gd name="connsiteY2" fmla="*/ 0 h 6867939"/>
              <a:gd name="connsiteX3" fmla="*/ 4909930 w 4909930"/>
              <a:gd name="connsiteY3" fmla="*/ 6858000 h 6867939"/>
              <a:gd name="connsiteX4" fmla="*/ 29817 w 4909930"/>
              <a:gd name="connsiteY4" fmla="*/ 6867939 h 6867939"/>
              <a:gd name="connsiteX0" fmla="*/ 39756 w 4919869"/>
              <a:gd name="connsiteY0" fmla="*/ 6881616 h 6881616"/>
              <a:gd name="connsiteX1" fmla="*/ 0 w 4919869"/>
              <a:gd name="connsiteY1" fmla="*/ 3737 h 6881616"/>
              <a:gd name="connsiteX2" fmla="*/ 675861 w 4919869"/>
              <a:gd name="connsiteY2" fmla="*/ 13677 h 6881616"/>
              <a:gd name="connsiteX3" fmla="*/ 4919869 w 4919869"/>
              <a:gd name="connsiteY3" fmla="*/ 6871677 h 6881616"/>
              <a:gd name="connsiteX4" fmla="*/ 39756 w 4919869"/>
              <a:gd name="connsiteY4" fmla="*/ 6881616 h 6881616"/>
              <a:gd name="connsiteX0" fmla="*/ 4084982 w 8965095"/>
              <a:gd name="connsiteY0" fmla="*/ 6873159 h 6873159"/>
              <a:gd name="connsiteX1" fmla="*/ 0 w 8965095"/>
              <a:gd name="connsiteY1" fmla="*/ 5220 h 6873159"/>
              <a:gd name="connsiteX2" fmla="*/ 4721087 w 8965095"/>
              <a:gd name="connsiteY2" fmla="*/ 5220 h 6873159"/>
              <a:gd name="connsiteX3" fmla="*/ 8965095 w 8965095"/>
              <a:gd name="connsiteY3" fmla="*/ 6863220 h 6873159"/>
              <a:gd name="connsiteX4" fmla="*/ 4084982 w 8965095"/>
              <a:gd name="connsiteY4" fmla="*/ 6873159 h 6873159"/>
              <a:gd name="connsiteX0" fmla="*/ 19877 w 8965095"/>
              <a:gd name="connsiteY0" fmla="*/ 6853281 h 6863220"/>
              <a:gd name="connsiteX1" fmla="*/ 0 w 8965095"/>
              <a:gd name="connsiteY1" fmla="*/ 5220 h 6863220"/>
              <a:gd name="connsiteX2" fmla="*/ 4721087 w 8965095"/>
              <a:gd name="connsiteY2" fmla="*/ 5220 h 6863220"/>
              <a:gd name="connsiteX3" fmla="*/ 8965095 w 8965095"/>
              <a:gd name="connsiteY3" fmla="*/ 6863220 h 6863220"/>
              <a:gd name="connsiteX4" fmla="*/ 19877 w 8965095"/>
              <a:gd name="connsiteY4" fmla="*/ 6853281 h 6863220"/>
              <a:gd name="connsiteX0" fmla="*/ 0 w 8975035"/>
              <a:gd name="connsiteY0" fmla="*/ 6873159 h 6873159"/>
              <a:gd name="connsiteX1" fmla="*/ 9940 w 8975035"/>
              <a:gd name="connsiteY1" fmla="*/ 5220 h 6873159"/>
              <a:gd name="connsiteX2" fmla="*/ 4731027 w 8975035"/>
              <a:gd name="connsiteY2" fmla="*/ 5220 h 6873159"/>
              <a:gd name="connsiteX3" fmla="*/ 8975035 w 8975035"/>
              <a:gd name="connsiteY3" fmla="*/ 6863220 h 6873159"/>
              <a:gd name="connsiteX4" fmla="*/ 0 w 8975035"/>
              <a:gd name="connsiteY4" fmla="*/ 6873159 h 6873159"/>
              <a:gd name="connsiteX0" fmla="*/ 318051 w 8965095"/>
              <a:gd name="connsiteY0" fmla="*/ 6893037 h 6893037"/>
              <a:gd name="connsiteX1" fmla="*/ 0 w 8965095"/>
              <a:gd name="connsiteY1" fmla="*/ 5220 h 6893037"/>
              <a:gd name="connsiteX2" fmla="*/ 4721087 w 8965095"/>
              <a:gd name="connsiteY2" fmla="*/ 5220 h 6893037"/>
              <a:gd name="connsiteX3" fmla="*/ 8965095 w 8965095"/>
              <a:gd name="connsiteY3" fmla="*/ 6863220 h 6893037"/>
              <a:gd name="connsiteX4" fmla="*/ 318051 w 8965095"/>
              <a:gd name="connsiteY4" fmla="*/ 6893037 h 6893037"/>
              <a:gd name="connsiteX0" fmla="*/ 248477 w 8965095"/>
              <a:gd name="connsiteY0" fmla="*/ 6912916 h 6912916"/>
              <a:gd name="connsiteX1" fmla="*/ 0 w 8965095"/>
              <a:gd name="connsiteY1" fmla="*/ 5220 h 6912916"/>
              <a:gd name="connsiteX2" fmla="*/ 4721087 w 8965095"/>
              <a:gd name="connsiteY2" fmla="*/ 5220 h 6912916"/>
              <a:gd name="connsiteX3" fmla="*/ 8965095 w 8965095"/>
              <a:gd name="connsiteY3" fmla="*/ 6863220 h 6912916"/>
              <a:gd name="connsiteX4" fmla="*/ 248477 w 8965095"/>
              <a:gd name="connsiteY4" fmla="*/ 6912916 h 6912916"/>
              <a:gd name="connsiteX0" fmla="*/ 89451 w 8806069"/>
              <a:gd name="connsiteY0" fmla="*/ 6907696 h 6907696"/>
              <a:gd name="connsiteX1" fmla="*/ 0 w 8806069"/>
              <a:gd name="connsiteY1" fmla="*/ 39756 h 6907696"/>
              <a:gd name="connsiteX2" fmla="*/ 4562061 w 8806069"/>
              <a:gd name="connsiteY2" fmla="*/ 0 h 6907696"/>
              <a:gd name="connsiteX3" fmla="*/ 8806069 w 8806069"/>
              <a:gd name="connsiteY3" fmla="*/ 6858000 h 6907696"/>
              <a:gd name="connsiteX4" fmla="*/ 89451 w 8806069"/>
              <a:gd name="connsiteY4" fmla="*/ 6907696 h 6907696"/>
              <a:gd name="connsiteX0" fmla="*/ 0 w 8716618"/>
              <a:gd name="connsiteY0" fmla="*/ 6907696 h 6907696"/>
              <a:gd name="connsiteX1" fmla="*/ 1 w 8716618"/>
              <a:gd name="connsiteY1" fmla="*/ 9939 h 6907696"/>
              <a:gd name="connsiteX2" fmla="*/ 4472610 w 8716618"/>
              <a:gd name="connsiteY2" fmla="*/ 0 h 6907696"/>
              <a:gd name="connsiteX3" fmla="*/ 8716618 w 8716618"/>
              <a:gd name="connsiteY3" fmla="*/ 6858000 h 6907696"/>
              <a:gd name="connsiteX4" fmla="*/ 0 w 8716618"/>
              <a:gd name="connsiteY4" fmla="*/ 6907696 h 6907696"/>
              <a:gd name="connsiteX0" fmla="*/ 9938 w 8726556"/>
              <a:gd name="connsiteY0" fmla="*/ 6921372 h 6921372"/>
              <a:gd name="connsiteX1" fmla="*/ 0 w 8726556"/>
              <a:gd name="connsiteY1" fmla="*/ 3737 h 6921372"/>
              <a:gd name="connsiteX2" fmla="*/ 4482548 w 8726556"/>
              <a:gd name="connsiteY2" fmla="*/ 13676 h 6921372"/>
              <a:gd name="connsiteX3" fmla="*/ 8726556 w 8726556"/>
              <a:gd name="connsiteY3" fmla="*/ 6871676 h 6921372"/>
              <a:gd name="connsiteX4" fmla="*/ 9938 w 8726556"/>
              <a:gd name="connsiteY4" fmla="*/ 6921372 h 6921372"/>
              <a:gd name="connsiteX0" fmla="*/ 9938 w 8726556"/>
              <a:gd name="connsiteY0" fmla="*/ 6917635 h 6917635"/>
              <a:gd name="connsiteX1" fmla="*/ 0 w 8726556"/>
              <a:gd name="connsiteY1" fmla="*/ 0 h 6917635"/>
              <a:gd name="connsiteX2" fmla="*/ 4482548 w 8726556"/>
              <a:gd name="connsiteY2" fmla="*/ 9939 h 6917635"/>
              <a:gd name="connsiteX3" fmla="*/ 8726556 w 8726556"/>
              <a:gd name="connsiteY3" fmla="*/ 6867939 h 6917635"/>
              <a:gd name="connsiteX4" fmla="*/ 9938 w 8726556"/>
              <a:gd name="connsiteY4" fmla="*/ 6917635 h 6917635"/>
              <a:gd name="connsiteX0" fmla="*/ 0 w 8716618"/>
              <a:gd name="connsiteY0" fmla="*/ 6907696 h 6907696"/>
              <a:gd name="connsiteX1" fmla="*/ 1470992 w 8716618"/>
              <a:gd name="connsiteY1" fmla="*/ 168965 h 6907696"/>
              <a:gd name="connsiteX2" fmla="*/ 4472610 w 8716618"/>
              <a:gd name="connsiteY2" fmla="*/ 0 h 6907696"/>
              <a:gd name="connsiteX3" fmla="*/ 8716618 w 8716618"/>
              <a:gd name="connsiteY3" fmla="*/ 6858000 h 6907696"/>
              <a:gd name="connsiteX4" fmla="*/ 0 w 8716618"/>
              <a:gd name="connsiteY4" fmla="*/ 6907696 h 6907696"/>
              <a:gd name="connsiteX0" fmla="*/ 0 w 8716618"/>
              <a:gd name="connsiteY0" fmla="*/ 6907696 h 6907696"/>
              <a:gd name="connsiteX1" fmla="*/ 3110949 w 8716618"/>
              <a:gd name="connsiteY1" fmla="*/ 9939 h 6907696"/>
              <a:gd name="connsiteX2" fmla="*/ 4472610 w 8716618"/>
              <a:gd name="connsiteY2" fmla="*/ 0 h 6907696"/>
              <a:gd name="connsiteX3" fmla="*/ 8716618 w 8716618"/>
              <a:gd name="connsiteY3" fmla="*/ 6858000 h 6907696"/>
              <a:gd name="connsiteX4" fmla="*/ 0 w 8716618"/>
              <a:gd name="connsiteY4" fmla="*/ 6907696 h 6907696"/>
              <a:gd name="connsiteX0" fmla="*/ 0 w 5724940"/>
              <a:gd name="connsiteY0" fmla="*/ 6907696 h 6907696"/>
              <a:gd name="connsiteX1" fmla="*/ 119271 w 5724940"/>
              <a:gd name="connsiteY1" fmla="*/ 9939 h 6907696"/>
              <a:gd name="connsiteX2" fmla="*/ 1480932 w 5724940"/>
              <a:gd name="connsiteY2" fmla="*/ 0 h 6907696"/>
              <a:gd name="connsiteX3" fmla="*/ 5724940 w 5724940"/>
              <a:gd name="connsiteY3" fmla="*/ 6858000 h 6907696"/>
              <a:gd name="connsiteX4" fmla="*/ 0 w 5724940"/>
              <a:gd name="connsiteY4" fmla="*/ 6907696 h 6907696"/>
              <a:gd name="connsiteX0" fmla="*/ 29816 w 5605669"/>
              <a:gd name="connsiteY0" fmla="*/ 6907696 h 6907696"/>
              <a:gd name="connsiteX1" fmla="*/ 0 w 5605669"/>
              <a:gd name="connsiteY1" fmla="*/ 9939 h 6907696"/>
              <a:gd name="connsiteX2" fmla="*/ 1361661 w 5605669"/>
              <a:gd name="connsiteY2" fmla="*/ 0 h 6907696"/>
              <a:gd name="connsiteX3" fmla="*/ 5605669 w 5605669"/>
              <a:gd name="connsiteY3" fmla="*/ 6858000 h 6907696"/>
              <a:gd name="connsiteX4" fmla="*/ 29816 w 5605669"/>
              <a:gd name="connsiteY4" fmla="*/ 6907696 h 6907696"/>
              <a:gd name="connsiteX0" fmla="*/ 69573 w 5605669"/>
              <a:gd name="connsiteY0" fmla="*/ 6937513 h 6937513"/>
              <a:gd name="connsiteX1" fmla="*/ 0 w 5605669"/>
              <a:gd name="connsiteY1" fmla="*/ 9939 h 6937513"/>
              <a:gd name="connsiteX2" fmla="*/ 1361661 w 5605669"/>
              <a:gd name="connsiteY2" fmla="*/ 0 h 6937513"/>
              <a:gd name="connsiteX3" fmla="*/ 5605669 w 5605669"/>
              <a:gd name="connsiteY3" fmla="*/ 6858000 h 6937513"/>
              <a:gd name="connsiteX4" fmla="*/ 69573 w 5605669"/>
              <a:gd name="connsiteY4" fmla="*/ 6937513 h 6937513"/>
              <a:gd name="connsiteX0" fmla="*/ 0 w 5605670"/>
              <a:gd name="connsiteY0" fmla="*/ 6897757 h 6897757"/>
              <a:gd name="connsiteX1" fmla="*/ 1 w 5605670"/>
              <a:gd name="connsiteY1" fmla="*/ 9939 h 6897757"/>
              <a:gd name="connsiteX2" fmla="*/ 1361662 w 5605670"/>
              <a:gd name="connsiteY2" fmla="*/ 0 h 6897757"/>
              <a:gd name="connsiteX3" fmla="*/ 5605670 w 5605670"/>
              <a:gd name="connsiteY3" fmla="*/ 6858000 h 6897757"/>
              <a:gd name="connsiteX4" fmla="*/ 0 w 5605670"/>
              <a:gd name="connsiteY4" fmla="*/ 6897757 h 6897757"/>
              <a:gd name="connsiteX0" fmla="*/ 9938 w 5615608"/>
              <a:gd name="connsiteY0" fmla="*/ 6897757 h 6897757"/>
              <a:gd name="connsiteX1" fmla="*/ 0 w 5615608"/>
              <a:gd name="connsiteY1" fmla="*/ 9939 h 6897757"/>
              <a:gd name="connsiteX2" fmla="*/ 1371600 w 5615608"/>
              <a:gd name="connsiteY2" fmla="*/ 0 h 6897757"/>
              <a:gd name="connsiteX3" fmla="*/ 5615608 w 5615608"/>
              <a:gd name="connsiteY3" fmla="*/ 6858000 h 6897757"/>
              <a:gd name="connsiteX4" fmla="*/ 9938 w 5615608"/>
              <a:gd name="connsiteY4" fmla="*/ 6897757 h 6897757"/>
              <a:gd name="connsiteX0" fmla="*/ 9938 w 5615608"/>
              <a:gd name="connsiteY0" fmla="*/ 6906868 h 6906868"/>
              <a:gd name="connsiteX1" fmla="*/ 0 w 5615608"/>
              <a:gd name="connsiteY1" fmla="*/ 0 h 6906868"/>
              <a:gd name="connsiteX2" fmla="*/ 1371600 w 5615608"/>
              <a:gd name="connsiteY2" fmla="*/ 9111 h 6906868"/>
              <a:gd name="connsiteX3" fmla="*/ 5615608 w 5615608"/>
              <a:gd name="connsiteY3" fmla="*/ 6867111 h 6906868"/>
              <a:gd name="connsiteX4" fmla="*/ 9938 w 5615608"/>
              <a:gd name="connsiteY4" fmla="*/ 6906868 h 6906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15608" h="6906868">
                <a:moveTo>
                  <a:pt x="9938" y="6906868"/>
                </a:moveTo>
                <a:cubicBezTo>
                  <a:pt x="9938" y="4962111"/>
                  <a:pt x="14908" y="3438939"/>
                  <a:pt x="0" y="0"/>
                </a:cubicBezTo>
                <a:lnTo>
                  <a:pt x="1371600" y="9111"/>
                </a:lnTo>
                <a:lnTo>
                  <a:pt x="5615608" y="6867111"/>
                </a:lnTo>
                <a:lnTo>
                  <a:pt x="9938" y="6906868"/>
                </a:lnTo>
                <a:close/>
              </a:path>
            </a:pathLst>
          </a:custGeom>
          <a:solidFill>
            <a:schemeClr val="bg1"/>
          </a:solidFill>
          <a:ln w="12700" cap="flat">
            <a:noFill/>
            <a:miter lim="400000"/>
          </a:ln>
          <a:effectLst>
            <a:outerShdw blurRad="267942" dist="38100" algn="l" rotWithShape="0">
              <a:srgbClr val="063958">
                <a:alpha val="56121"/>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lstStyle/>
          <a:p>
            <a:pPr marL="0" marR="0" indent="0" algn="ctr" defTabSz="914400" rtl="0" fontAlgn="auto" latinLnBrk="0" hangingPunct="0">
              <a:lnSpc>
                <a:spcPct val="100000"/>
              </a:lnSpc>
              <a:spcBef>
                <a:spcPts val="0"/>
              </a:spcBef>
              <a:spcAft>
                <a:spcPts val="0"/>
              </a:spcAft>
              <a:buClrTx/>
              <a:buSzTx/>
              <a:buFontTx/>
              <a:buNone/>
              <a:tabLst/>
            </a:pPr>
            <a:endParaRPr kumimoji="0" lang="en-US" sz="1200" b="0" i="0" u="none" strike="noStrike" cap="none" spc="0" normalizeH="0" baseline="0" dirty="0">
              <a:ln>
                <a:noFill/>
              </a:ln>
              <a:solidFill>
                <a:srgbClr val="50626A"/>
              </a:solidFill>
              <a:effectLst/>
              <a:uFillTx/>
              <a:latin typeface="Arial" panose="020B0604020202020204" pitchFamily="34" charset="0"/>
              <a:ea typeface="+mn-ea"/>
              <a:cs typeface="+mn-cs"/>
              <a:sym typeface="Calibri"/>
            </a:endParaRPr>
          </a:p>
        </p:txBody>
      </p:sp>
      <p:pic>
        <p:nvPicPr>
          <p:cNvPr id="7" name="Picture 6">
            <a:extLst>
              <a:ext uri="{FF2B5EF4-FFF2-40B4-BE49-F238E27FC236}">
                <a16:creationId xmlns:a16="http://schemas.microsoft.com/office/drawing/2014/main" id="{C911EF92-FB4D-FDCE-E79B-83AF9AF1519E}"/>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578394" y="2690592"/>
            <a:ext cx="1737725" cy="1132108"/>
          </a:xfrm>
          <a:prstGeom prst="rect">
            <a:avLst/>
          </a:prstGeom>
        </p:spPr>
      </p:pic>
      <p:sp>
        <p:nvSpPr>
          <p:cNvPr id="3" name="Title 2">
            <a:extLst>
              <a:ext uri="{FF2B5EF4-FFF2-40B4-BE49-F238E27FC236}">
                <a16:creationId xmlns:a16="http://schemas.microsoft.com/office/drawing/2014/main" id="{2B2A4150-9DA6-42D1-284D-733A65D0B695}"/>
              </a:ext>
            </a:extLst>
          </p:cNvPr>
          <p:cNvSpPr>
            <a:spLocks noGrp="1"/>
          </p:cNvSpPr>
          <p:nvPr>
            <p:ph type="title"/>
          </p:nvPr>
        </p:nvSpPr>
        <p:spPr>
          <a:xfrm>
            <a:off x="4297680" y="3172968"/>
            <a:ext cx="7911229" cy="808138"/>
          </a:xfrm>
        </p:spPr>
        <p:txBody>
          <a:bodyPr/>
          <a:lstStyle>
            <a:lvl1pPr>
              <a:defRPr sz="3200">
                <a:solidFill>
                  <a:schemeClr val="accent4"/>
                </a:solidFill>
              </a:defRPr>
            </a:lvl1pPr>
          </a:lstStyle>
          <a:p>
            <a:r>
              <a:rPr lang="en-US"/>
              <a:t>Click to edit Master title style</a:t>
            </a:r>
            <a:endParaRPr lang="en-US" dirty="0"/>
          </a:p>
        </p:txBody>
      </p:sp>
    </p:spTree>
    <p:extLst>
      <p:ext uri="{BB962C8B-B14F-4D97-AF65-F5344CB8AC3E}">
        <p14:creationId xmlns:p14="http://schemas.microsoft.com/office/powerpoint/2010/main" val="1678750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56">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Title &amp;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5B625F-C15A-4238-ABAC-07D8ECC9190F}"/>
              </a:ext>
            </a:extLst>
          </p:cNvPr>
          <p:cNvSpPr>
            <a:spLocks noGrp="1"/>
          </p:cNvSpPr>
          <p:nvPr>
            <p:ph type="title"/>
          </p:nvPr>
        </p:nvSpPr>
        <p:spPr/>
        <p:txBody>
          <a:bodyPr/>
          <a:lstStyle/>
          <a:p>
            <a:r>
              <a:rPr lang="en-US"/>
              <a:t>Click to edit Master title style</a:t>
            </a:r>
            <a:endParaRPr lang="en-US" dirty="0"/>
          </a:p>
        </p:txBody>
      </p:sp>
      <p:sp>
        <p:nvSpPr>
          <p:cNvPr id="3" name="Slide Number Placeholder 2">
            <a:extLst>
              <a:ext uri="{FF2B5EF4-FFF2-40B4-BE49-F238E27FC236}">
                <a16:creationId xmlns:a16="http://schemas.microsoft.com/office/drawing/2014/main" id="{93700611-B61B-4ABD-BE4D-17E6DAC9A66F}"/>
              </a:ext>
            </a:extLst>
          </p:cNvPr>
          <p:cNvSpPr>
            <a:spLocks noGrp="1"/>
          </p:cNvSpPr>
          <p:nvPr>
            <p:ph type="sldNum" sz="quarter" idx="10"/>
          </p:nvPr>
        </p:nvSpPr>
        <p:spPr>
          <a:xfrm>
            <a:off x="296055" y="6412748"/>
            <a:ext cx="426564" cy="365125"/>
          </a:xfrm>
          <a:prstGeom prst="rect">
            <a:avLst/>
          </a:prstGeom>
        </p:spPr>
        <p:txBody>
          <a:bodyPr/>
          <a:lstStyle>
            <a:lvl1pPr>
              <a:defRPr>
                <a:solidFill>
                  <a:srgbClr val="2C4D75"/>
                </a:solidFill>
              </a:defRPr>
            </a:lvl1pPr>
          </a:lstStyle>
          <a:p>
            <a:fld id="{2B143D1D-9801-49CA-88C0-178C03B6937F}" type="slidenum">
              <a:rPr lang="en-US" smtClean="0"/>
              <a:pPr/>
              <a:t>‹#›</a:t>
            </a:fld>
            <a:endParaRPr lang="en-US" dirty="0"/>
          </a:p>
        </p:txBody>
      </p:sp>
      <p:sp>
        <p:nvSpPr>
          <p:cNvPr id="4" name="Body Level One…">
            <a:extLst>
              <a:ext uri="{FF2B5EF4-FFF2-40B4-BE49-F238E27FC236}">
                <a16:creationId xmlns:a16="http://schemas.microsoft.com/office/drawing/2014/main" id="{40EBB8DB-A9D6-4FF1-A2F3-96E6783B8182}"/>
              </a:ext>
            </a:extLst>
          </p:cNvPr>
          <p:cNvSpPr txBox="1">
            <a:spLocks noGrp="1"/>
          </p:cNvSpPr>
          <p:nvPr>
            <p:ph idx="1"/>
          </p:nvPr>
        </p:nvSpPr>
        <p:spPr>
          <a:xfrm>
            <a:off x="347472" y="1280160"/>
            <a:ext cx="11460020" cy="508190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Footer Placeholder 4">
            <a:extLst>
              <a:ext uri="{FF2B5EF4-FFF2-40B4-BE49-F238E27FC236}">
                <a16:creationId xmlns:a16="http://schemas.microsoft.com/office/drawing/2014/main" id="{2A693616-0248-8133-F288-F4E37CFA4D70}"/>
              </a:ext>
            </a:extLst>
          </p:cNvPr>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33344565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Title &amp; Content w/ Note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5B625F-C15A-4238-ABAC-07D8ECC9190F}"/>
              </a:ext>
            </a:extLst>
          </p:cNvPr>
          <p:cNvSpPr>
            <a:spLocks noGrp="1"/>
          </p:cNvSpPr>
          <p:nvPr>
            <p:ph type="title"/>
          </p:nvPr>
        </p:nvSpPr>
        <p:spPr/>
        <p:txBody>
          <a:bodyPr/>
          <a:lstStyle/>
          <a:p>
            <a:r>
              <a:rPr lang="en-US"/>
              <a:t>Click to edit Master title style</a:t>
            </a:r>
            <a:endParaRPr lang="en-US" dirty="0"/>
          </a:p>
        </p:txBody>
      </p:sp>
      <p:sp>
        <p:nvSpPr>
          <p:cNvPr id="4" name="Body Level One…">
            <a:extLst>
              <a:ext uri="{FF2B5EF4-FFF2-40B4-BE49-F238E27FC236}">
                <a16:creationId xmlns:a16="http://schemas.microsoft.com/office/drawing/2014/main" id="{40EBB8DB-A9D6-4FF1-A2F3-96E6783B8182}"/>
              </a:ext>
            </a:extLst>
          </p:cNvPr>
          <p:cNvSpPr txBox="1">
            <a:spLocks noGrp="1"/>
          </p:cNvSpPr>
          <p:nvPr>
            <p:ph idx="1"/>
          </p:nvPr>
        </p:nvSpPr>
        <p:spPr>
          <a:xfrm>
            <a:off x="347472" y="1280160"/>
            <a:ext cx="11522128" cy="435133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Text Placeholder 5">
            <a:extLst>
              <a:ext uri="{FF2B5EF4-FFF2-40B4-BE49-F238E27FC236}">
                <a16:creationId xmlns:a16="http://schemas.microsoft.com/office/drawing/2014/main" id="{4CB08785-6C13-4F42-AEB0-A7E31B949AD0}"/>
              </a:ext>
            </a:extLst>
          </p:cNvPr>
          <p:cNvSpPr>
            <a:spLocks noGrp="1"/>
          </p:cNvSpPr>
          <p:nvPr>
            <p:ph type="body" sz="quarter" idx="11" hasCustomPrompt="1"/>
          </p:nvPr>
        </p:nvSpPr>
        <p:spPr>
          <a:xfrm>
            <a:off x="272233" y="6036177"/>
            <a:ext cx="10070406" cy="365125"/>
          </a:xfrm>
        </p:spPr>
        <p:txBody>
          <a:bodyPr lIns="91440" anchor="b">
            <a:noAutofit/>
          </a:bodyPr>
          <a:lstStyle>
            <a:lvl1pPr marL="0" indent="0">
              <a:buNone/>
              <a:defRPr sz="900">
                <a:solidFill>
                  <a:schemeClr val="tx1">
                    <a:lumMod val="50000"/>
                    <a:lumOff val="50000"/>
                  </a:schemeClr>
                </a:solidFill>
              </a:defRPr>
            </a:lvl1pPr>
          </a:lstStyle>
          <a:p>
            <a:pPr lvl="0"/>
            <a:r>
              <a:rPr lang="en-US" dirty="0"/>
              <a:t>Footnotes</a:t>
            </a:r>
          </a:p>
        </p:txBody>
      </p:sp>
      <p:sp>
        <p:nvSpPr>
          <p:cNvPr id="6" name="Footer Placeholder 5">
            <a:extLst>
              <a:ext uri="{FF2B5EF4-FFF2-40B4-BE49-F238E27FC236}">
                <a16:creationId xmlns:a16="http://schemas.microsoft.com/office/drawing/2014/main" id="{A861A535-BA79-05B3-5AF6-6BE830EA6687}"/>
              </a:ext>
            </a:extLst>
          </p:cNvPr>
          <p:cNvSpPr>
            <a:spLocks noGrp="1"/>
          </p:cNvSpPr>
          <p:nvPr>
            <p:ph type="ftr" sz="quarter" idx="12"/>
          </p:nvPr>
        </p:nvSpPr>
        <p:spPr/>
        <p:txBody>
          <a:bodyPr/>
          <a:lstStyle/>
          <a:p>
            <a:endParaRPr lang="en-US" dirty="0"/>
          </a:p>
        </p:txBody>
      </p:sp>
      <p:sp>
        <p:nvSpPr>
          <p:cNvPr id="7" name="Slide Number Placeholder 6">
            <a:extLst>
              <a:ext uri="{FF2B5EF4-FFF2-40B4-BE49-F238E27FC236}">
                <a16:creationId xmlns:a16="http://schemas.microsoft.com/office/drawing/2014/main" id="{B3BC38D2-B36B-D29F-9AA7-994F07556DE1}"/>
              </a:ext>
            </a:extLst>
          </p:cNvPr>
          <p:cNvSpPr>
            <a:spLocks noGrp="1"/>
          </p:cNvSpPr>
          <p:nvPr>
            <p:ph type="sldNum" sz="quarter" idx="13"/>
          </p:nvPr>
        </p:nvSpPr>
        <p:spPr>
          <a:xfrm>
            <a:off x="296055" y="6412748"/>
            <a:ext cx="426564" cy="365125"/>
          </a:xfrm>
          <a:prstGeom prst="rect">
            <a:avLst/>
          </a:prstGeom>
        </p:spPr>
        <p:txBody>
          <a:bodyPr/>
          <a:lstStyle/>
          <a:p>
            <a:fld id="{2B143D1D-9801-49CA-88C0-178C03B6937F}" type="slidenum">
              <a:rPr lang="en-US" smtClean="0"/>
              <a:t>‹#›</a:t>
            </a:fld>
            <a:endParaRPr lang="en-US" dirty="0"/>
          </a:p>
        </p:txBody>
      </p:sp>
    </p:spTree>
    <p:extLst>
      <p:ext uri="{BB962C8B-B14F-4D97-AF65-F5344CB8AC3E}">
        <p14:creationId xmlns:p14="http://schemas.microsoft.com/office/powerpoint/2010/main" val="38686339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35" name="Title Text"/>
          <p:cNvSpPr txBox="1">
            <a:spLocks noGrp="1"/>
          </p:cNvSpPr>
          <p:nvPr>
            <p:ph type="title"/>
          </p:nvPr>
        </p:nvSpPr>
        <p:spPr>
          <a:prstGeom prst="rect">
            <a:avLst/>
          </a:prstGeom>
        </p:spPr>
        <p:txBody>
          <a:bodyPr/>
          <a:lstStyle/>
          <a:p>
            <a:r>
              <a:rPr lang="en-US"/>
              <a:t>Click to edit Master title style</a:t>
            </a:r>
            <a:endParaRPr dirty="0"/>
          </a:p>
        </p:txBody>
      </p:sp>
      <p:sp>
        <p:nvSpPr>
          <p:cNvPr id="3" name="Slide Number Placeholder 2">
            <a:extLst>
              <a:ext uri="{FF2B5EF4-FFF2-40B4-BE49-F238E27FC236}">
                <a16:creationId xmlns:a16="http://schemas.microsoft.com/office/drawing/2014/main" id="{B3C47A46-FF53-3EF5-3718-12552EC56F59}"/>
              </a:ext>
            </a:extLst>
          </p:cNvPr>
          <p:cNvSpPr>
            <a:spLocks noGrp="1"/>
          </p:cNvSpPr>
          <p:nvPr>
            <p:ph type="sldNum" sz="quarter" idx="11"/>
          </p:nvPr>
        </p:nvSpPr>
        <p:spPr>
          <a:xfrm>
            <a:off x="296055" y="6412748"/>
            <a:ext cx="426564" cy="365125"/>
          </a:xfrm>
          <a:prstGeom prst="rect">
            <a:avLst/>
          </a:prstGeom>
        </p:spPr>
        <p:txBody>
          <a:bodyPr/>
          <a:lstStyle/>
          <a:p>
            <a:fld id="{2B143D1D-9801-49CA-88C0-178C03B6937F}" type="slidenum">
              <a:rPr lang="en-US" smtClean="0"/>
              <a:t>‹#›</a:t>
            </a:fld>
            <a:endParaRPr lang="en-US" dirty="0"/>
          </a:p>
        </p:txBody>
      </p:sp>
      <p:sp>
        <p:nvSpPr>
          <p:cNvPr id="4" name="Footer Placeholder 3">
            <a:extLst>
              <a:ext uri="{FF2B5EF4-FFF2-40B4-BE49-F238E27FC236}">
                <a16:creationId xmlns:a16="http://schemas.microsoft.com/office/drawing/2014/main" id="{90D8638C-4F5F-7956-F266-42A2C6FB1BF5}"/>
              </a:ext>
            </a:extLst>
          </p:cNvPr>
          <p:cNvSpPr>
            <a:spLocks noGrp="1"/>
          </p:cNvSpPr>
          <p:nvPr>
            <p:ph type="ftr" sz="quarter" idx="12"/>
          </p:nvPr>
        </p:nvSpPr>
        <p:spPr/>
        <p:txBody>
          <a:bodyPr/>
          <a:lstStyle/>
          <a:p>
            <a:endParaRPr lang="en-US" dirty="0"/>
          </a:p>
        </p:txBody>
      </p:sp>
    </p:spTree>
    <p:extLst>
      <p:ext uri="{BB962C8B-B14F-4D97-AF65-F5344CB8AC3E}">
        <p14:creationId xmlns:p14="http://schemas.microsoft.com/office/powerpoint/2010/main" val="6347546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p:cSld name="Title Only Dark">
    <p:bg>
      <p:bgPr>
        <a:gradFill>
          <a:gsLst>
            <a:gs pos="1000">
              <a:schemeClr val="accent6"/>
            </a:gs>
            <a:gs pos="100000">
              <a:srgbClr val="000738"/>
            </a:gs>
            <a:gs pos="42000">
              <a:srgbClr val="063958"/>
            </a:gs>
          </a:gsLst>
          <a:path path="circle">
            <a:fillToRect l="100000" t="100000"/>
          </a:path>
        </a:gradFill>
        <a:effectLst/>
      </p:bgPr>
    </p:bg>
    <p:spTree>
      <p:nvGrpSpPr>
        <p:cNvPr id="1" name=""/>
        <p:cNvGrpSpPr/>
        <p:nvPr/>
      </p:nvGrpSpPr>
      <p:grpSpPr>
        <a:xfrm>
          <a:off x="0" y="0"/>
          <a:ext cx="0" cy="0"/>
          <a:chOff x="0" y="0"/>
          <a:chExt cx="0" cy="0"/>
        </a:xfrm>
      </p:grpSpPr>
      <p:sp>
        <p:nvSpPr>
          <p:cNvPr id="35" name="Title Text"/>
          <p:cNvSpPr txBox="1">
            <a:spLocks noGrp="1"/>
          </p:cNvSpPr>
          <p:nvPr>
            <p:ph type="title"/>
          </p:nvPr>
        </p:nvSpPr>
        <p:spPr>
          <a:prstGeom prst="rect">
            <a:avLst/>
          </a:prstGeom>
        </p:spPr>
        <p:txBody>
          <a:bodyPr/>
          <a:lstStyle>
            <a:lvl1pPr>
              <a:defRPr>
                <a:solidFill>
                  <a:schemeClr val="bg1"/>
                </a:solidFill>
              </a:defRPr>
            </a:lvl1pPr>
          </a:lstStyle>
          <a:p>
            <a:r>
              <a:rPr lang="en-US"/>
              <a:t>Click to edit Master title style</a:t>
            </a:r>
            <a:endParaRPr dirty="0"/>
          </a:p>
        </p:txBody>
      </p:sp>
      <p:sp>
        <p:nvSpPr>
          <p:cNvPr id="3" name="Slide Number Placeholder 2">
            <a:extLst>
              <a:ext uri="{FF2B5EF4-FFF2-40B4-BE49-F238E27FC236}">
                <a16:creationId xmlns:a16="http://schemas.microsoft.com/office/drawing/2014/main" id="{B3C47A46-FF53-3EF5-3718-12552EC56F59}"/>
              </a:ext>
            </a:extLst>
          </p:cNvPr>
          <p:cNvSpPr>
            <a:spLocks noGrp="1"/>
          </p:cNvSpPr>
          <p:nvPr>
            <p:ph type="sldNum" sz="quarter" idx="11"/>
          </p:nvPr>
        </p:nvSpPr>
        <p:spPr>
          <a:xfrm>
            <a:off x="296055" y="6412748"/>
            <a:ext cx="426564" cy="365125"/>
          </a:xfrm>
          <a:prstGeom prst="rect">
            <a:avLst/>
          </a:prstGeom>
        </p:spPr>
        <p:txBody>
          <a:bodyPr/>
          <a:lstStyle>
            <a:lvl1pPr>
              <a:defRPr>
                <a:solidFill>
                  <a:schemeClr val="bg1"/>
                </a:solidFill>
              </a:defRPr>
            </a:lvl1pPr>
          </a:lstStyle>
          <a:p>
            <a:fld id="{2B143D1D-9801-49CA-88C0-178C03B6937F}" type="slidenum">
              <a:rPr lang="en-US" smtClean="0"/>
              <a:t>‹#›</a:t>
            </a:fld>
            <a:endParaRPr lang="en-US" dirty="0"/>
          </a:p>
        </p:txBody>
      </p:sp>
      <p:sp>
        <p:nvSpPr>
          <p:cNvPr id="4" name="Footer Placeholder 3">
            <a:extLst>
              <a:ext uri="{FF2B5EF4-FFF2-40B4-BE49-F238E27FC236}">
                <a16:creationId xmlns:a16="http://schemas.microsoft.com/office/drawing/2014/main" id="{90D8638C-4F5F-7956-F266-42A2C6FB1BF5}"/>
              </a:ext>
            </a:extLst>
          </p:cNvPr>
          <p:cNvSpPr>
            <a:spLocks noGrp="1"/>
          </p:cNvSpPr>
          <p:nvPr>
            <p:ph type="ftr" sz="quarter" idx="12"/>
          </p:nvPr>
        </p:nvSpPr>
        <p:spPr/>
        <p:txBody>
          <a:bodyPr/>
          <a:lstStyle>
            <a:lvl1pPr>
              <a:defRPr>
                <a:solidFill>
                  <a:schemeClr val="bg1"/>
                </a:solidFill>
              </a:defRPr>
            </a:lvl1pPr>
          </a:lstStyle>
          <a:p>
            <a:endParaRPr lang="en-US" dirty="0"/>
          </a:p>
        </p:txBody>
      </p:sp>
      <p:pic>
        <p:nvPicPr>
          <p:cNvPr id="5" name="Graphic 4">
            <a:extLst>
              <a:ext uri="{FF2B5EF4-FFF2-40B4-BE49-F238E27FC236}">
                <a16:creationId xmlns:a16="http://schemas.microsoft.com/office/drawing/2014/main" id="{C1F8C85C-BFAA-DC82-25E9-742DA6EB15A1}"/>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806884" y="6082764"/>
            <a:ext cx="1082711" cy="721807"/>
          </a:xfrm>
          <a:prstGeom prst="rect">
            <a:avLst/>
          </a:prstGeom>
        </p:spPr>
      </p:pic>
    </p:spTree>
    <p:extLst>
      <p:ext uri="{BB962C8B-B14F-4D97-AF65-F5344CB8AC3E}">
        <p14:creationId xmlns:p14="http://schemas.microsoft.com/office/powerpoint/2010/main" val="33276698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Left Side">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2C5727E7-0CEB-3F42-D5D8-424A5AAAB81E}"/>
              </a:ext>
            </a:extLst>
          </p:cNvPr>
          <p:cNvPicPr>
            <a:picLocks noChangeAspect="1"/>
          </p:cNvPicPr>
          <p:nvPr/>
        </p:nvPicPr>
        <p:blipFill>
          <a:blip r:embed="rId2" cstate="print">
            <a:extLst>
              <a:ext uri="{28A0092B-C50C-407E-A947-70E740481C1C}">
                <a14:useLocalDpi xmlns:a14="http://schemas.microsoft.com/office/drawing/2010/main" val="0"/>
              </a:ext>
            </a:extLst>
          </a:blip>
          <a:srcRect l="28718" r="28718"/>
          <a:stretch/>
        </p:blipFill>
        <p:spPr>
          <a:xfrm>
            <a:off x="-3810" y="0"/>
            <a:ext cx="5176311" cy="6858000"/>
          </a:xfrm>
          <a:prstGeom prst="rect">
            <a:avLst/>
          </a:prstGeom>
        </p:spPr>
      </p:pic>
      <p:sp>
        <p:nvSpPr>
          <p:cNvPr id="8" name="Rectangle 7">
            <a:extLst>
              <a:ext uri="{FF2B5EF4-FFF2-40B4-BE49-F238E27FC236}">
                <a16:creationId xmlns:a16="http://schemas.microsoft.com/office/drawing/2014/main" id="{945E0678-FA16-AB81-99E1-753A53DF58AD}"/>
              </a:ext>
            </a:extLst>
          </p:cNvPr>
          <p:cNvSpPr/>
          <p:nvPr/>
        </p:nvSpPr>
        <p:spPr>
          <a:xfrm>
            <a:off x="0" y="-1"/>
            <a:ext cx="5176311" cy="5880539"/>
          </a:xfrm>
          <a:prstGeom prst="rect">
            <a:avLst/>
          </a:prstGeom>
          <a:gradFill flip="none" rotWithShape="1">
            <a:gsLst>
              <a:gs pos="0">
                <a:schemeClr val="accent6">
                  <a:alpha val="0"/>
                </a:schemeClr>
              </a:gs>
              <a:gs pos="95000">
                <a:schemeClr val="bg2"/>
              </a:gs>
            </a:gsLst>
            <a:lin ang="16200000" scaled="1"/>
            <a:tileRect/>
          </a:gra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lstStyle/>
          <a:p>
            <a:pPr marL="0" marR="0" indent="0" algn="ctr" defTabSz="914400" rtl="0" fontAlgn="auto" latinLnBrk="0" hangingPunct="0">
              <a:lnSpc>
                <a:spcPct val="100000"/>
              </a:lnSpc>
              <a:spcBef>
                <a:spcPts val="0"/>
              </a:spcBef>
              <a:spcAft>
                <a:spcPts val="0"/>
              </a:spcAft>
              <a:buClrTx/>
              <a:buSzTx/>
              <a:buFontTx/>
              <a:buNone/>
              <a:tabLst/>
            </a:pPr>
            <a:endParaRPr kumimoji="0" lang="en-US" sz="1200" b="0" i="0" u="none" strike="noStrike" cap="none" spc="0" normalizeH="0" baseline="0" dirty="0">
              <a:ln>
                <a:noFill/>
              </a:ln>
              <a:solidFill>
                <a:srgbClr val="50626A"/>
              </a:solidFill>
              <a:effectLst/>
              <a:uFillTx/>
              <a:latin typeface="Arial" panose="020B0604020202020204" pitchFamily="34" charset="0"/>
              <a:ea typeface="+mn-ea"/>
              <a:cs typeface="+mn-cs"/>
              <a:sym typeface="Calibri"/>
            </a:endParaRPr>
          </a:p>
        </p:txBody>
      </p:sp>
      <p:sp>
        <p:nvSpPr>
          <p:cNvPr id="2" name="Title 1">
            <a:extLst>
              <a:ext uri="{FF2B5EF4-FFF2-40B4-BE49-F238E27FC236}">
                <a16:creationId xmlns:a16="http://schemas.microsoft.com/office/drawing/2014/main" id="{4A5B625F-C15A-4238-ABAC-07D8ECC9190F}"/>
              </a:ext>
            </a:extLst>
          </p:cNvPr>
          <p:cNvSpPr>
            <a:spLocks noGrp="1"/>
          </p:cNvSpPr>
          <p:nvPr>
            <p:ph type="title"/>
          </p:nvPr>
        </p:nvSpPr>
        <p:spPr>
          <a:xfrm>
            <a:off x="272233" y="317212"/>
            <a:ext cx="4518131" cy="1892587"/>
          </a:xfrm>
        </p:spPr>
        <p:txBody>
          <a:bodyPr/>
          <a:lstStyle>
            <a:lvl1pPr>
              <a:defRPr>
                <a:solidFill>
                  <a:schemeClr val="bg1"/>
                </a:solidFill>
              </a:defRPr>
            </a:lvl1pPr>
          </a:lstStyle>
          <a:p>
            <a:r>
              <a:rPr lang="en-US"/>
              <a:t>Click to edit Master title style</a:t>
            </a:r>
            <a:endParaRPr lang="en-US" dirty="0"/>
          </a:p>
        </p:txBody>
      </p:sp>
      <p:sp>
        <p:nvSpPr>
          <p:cNvPr id="3" name="Slide Number Placeholder 2">
            <a:extLst>
              <a:ext uri="{FF2B5EF4-FFF2-40B4-BE49-F238E27FC236}">
                <a16:creationId xmlns:a16="http://schemas.microsoft.com/office/drawing/2014/main" id="{93700611-B61B-4ABD-BE4D-17E6DAC9A66F}"/>
              </a:ext>
            </a:extLst>
          </p:cNvPr>
          <p:cNvSpPr>
            <a:spLocks noGrp="1"/>
          </p:cNvSpPr>
          <p:nvPr>
            <p:ph type="sldNum" sz="quarter" idx="10"/>
          </p:nvPr>
        </p:nvSpPr>
        <p:spPr>
          <a:xfrm>
            <a:off x="296055" y="6412748"/>
            <a:ext cx="426564" cy="365125"/>
          </a:xfrm>
          <a:prstGeom prst="rect">
            <a:avLst/>
          </a:prstGeom>
        </p:spPr>
        <p:txBody>
          <a:bodyPr/>
          <a:lstStyle>
            <a:lvl1pPr>
              <a:defRPr>
                <a:solidFill>
                  <a:schemeClr val="bg1"/>
                </a:solidFill>
              </a:defRPr>
            </a:lvl1pPr>
          </a:lstStyle>
          <a:p>
            <a:fld id="{2B143D1D-9801-49CA-88C0-178C03B6937F}" type="slidenum">
              <a:rPr lang="en-US" smtClean="0"/>
              <a:t>‹#›</a:t>
            </a:fld>
            <a:endParaRPr lang="en-US" dirty="0"/>
          </a:p>
        </p:txBody>
      </p:sp>
      <p:sp>
        <p:nvSpPr>
          <p:cNvPr id="4" name="Body Level One…">
            <a:extLst>
              <a:ext uri="{FF2B5EF4-FFF2-40B4-BE49-F238E27FC236}">
                <a16:creationId xmlns:a16="http://schemas.microsoft.com/office/drawing/2014/main" id="{40EBB8DB-A9D6-4FF1-A2F3-96E6783B8182}"/>
              </a:ext>
            </a:extLst>
          </p:cNvPr>
          <p:cNvSpPr txBox="1">
            <a:spLocks noGrp="1"/>
          </p:cNvSpPr>
          <p:nvPr>
            <p:ph idx="1"/>
          </p:nvPr>
        </p:nvSpPr>
        <p:spPr>
          <a:xfrm>
            <a:off x="5581933" y="560356"/>
            <a:ext cx="6398195" cy="551659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Footer Placeholder 4">
            <a:extLst>
              <a:ext uri="{FF2B5EF4-FFF2-40B4-BE49-F238E27FC236}">
                <a16:creationId xmlns:a16="http://schemas.microsoft.com/office/drawing/2014/main" id="{D1649BBA-C546-F173-EE3F-1CF65B3DB20A}"/>
              </a:ext>
            </a:extLst>
          </p:cNvPr>
          <p:cNvSpPr>
            <a:spLocks noGrp="1"/>
          </p:cNvSpPr>
          <p:nvPr>
            <p:ph type="ftr" sz="quarter" idx="11"/>
          </p:nvPr>
        </p:nvSpPr>
        <p:spPr/>
        <p:txBody>
          <a:bodyPr/>
          <a:lstStyle>
            <a:lvl1pPr>
              <a:defRPr>
                <a:solidFill>
                  <a:schemeClr val="bg1"/>
                </a:solidFill>
              </a:defRPr>
            </a:lvl1pPr>
          </a:lstStyle>
          <a:p>
            <a:endParaRPr lang="en-US" dirty="0"/>
          </a:p>
        </p:txBody>
      </p:sp>
    </p:spTree>
    <p:extLst>
      <p:ext uri="{BB962C8B-B14F-4D97-AF65-F5344CB8AC3E}">
        <p14:creationId xmlns:p14="http://schemas.microsoft.com/office/powerpoint/2010/main" val="27761457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Right Side">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2C5727E7-0CEB-3F42-D5D8-424A5AAAB81E}"/>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26689" r="30747"/>
          <a:stretch/>
        </p:blipFill>
        <p:spPr>
          <a:xfrm flipH="1" flipV="1">
            <a:off x="7015689" y="0"/>
            <a:ext cx="5176311" cy="6858000"/>
          </a:xfrm>
          <a:prstGeom prst="rect">
            <a:avLst/>
          </a:prstGeom>
        </p:spPr>
      </p:pic>
      <p:sp>
        <p:nvSpPr>
          <p:cNvPr id="7" name="Rectangle 6">
            <a:extLst>
              <a:ext uri="{FF2B5EF4-FFF2-40B4-BE49-F238E27FC236}">
                <a16:creationId xmlns:a16="http://schemas.microsoft.com/office/drawing/2014/main" id="{F06027A1-0D62-16F7-30CE-41BFE8B26C7C}"/>
              </a:ext>
            </a:extLst>
          </p:cNvPr>
          <p:cNvSpPr/>
          <p:nvPr/>
        </p:nvSpPr>
        <p:spPr>
          <a:xfrm>
            <a:off x="7015689" y="-1"/>
            <a:ext cx="5176311" cy="6777874"/>
          </a:xfrm>
          <a:prstGeom prst="rect">
            <a:avLst/>
          </a:prstGeom>
          <a:gradFill flip="none" rotWithShape="1">
            <a:gsLst>
              <a:gs pos="0">
                <a:schemeClr val="accent6">
                  <a:alpha val="0"/>
                </a:schemeClr>
              </a:gs>
              <a:gs pos="95000">
                <a:schemeClr val="bg2"/>
              </a:gs>
            </a:gsLst>
            <a:lin ang="16200000" scaled="1"/>
            <a:tileRect/>
          </a:gra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lstStyle/>
          <a:p>
            <a:pPr marL="0" marR="0" indent="0" algn="ctr" defTabSz="914400" rtl="0" fontAlgn="auto" latinLnBrk="0" hangingPunct="0">
              <a:lnSpc>
                <a:spcPct val="100000"/>
              </a:lnSpc>
              <a:spcBef>
                <a:spcPts val="0"/>
              </a:spcBef>
              <a:spcAft>
                <a:spcPts val="0"/>
              </a:spcAft>
              <a:buClrTx/>
              <a:buSzTx/>
              <a:buFontTx/>
              <a:buNone/>
              <a:tabLst/>
            </a:pPr>
            <a:endParaRPr kumimoji="0" lang="en-US" sz="1200" b="0" i="0" u="none" strike="noStrike" cap="none" spc="0" normalizeH="0" baseline="0" dirty="0">
              <a:ln>
                <a:noFill/>
              </a:ln>
              <a:solidFill>
                <a:srgbClr val="50626A"/>
              </a:solidFill>
              <a:effectLst/>
              <a:uFillTx/>
              <a:latin typeface="Arial" panose="020B0604020202020204" pitchFamily="34" charset="0"/>
              <a:ea typeface="+mn-ea"/>
              <a:cs typeface="+mn-cs"/>
              <a:sym typeface="Calibri"/>
            </a:endParaRPr>
          </a:p>
        </p:txBody>
      </p:sp>
      <p:sp>
        <p:nvSpPr>
          <p:cNvPr id="4" name="Body Level One…">
            <a:extLst>
              <a:ext uri="{FF2B5EF4-FFF2-40B4-BE49-F238E27FC236}">
                <a16:creationId xmlns:a16="http://schemas.microsoft.com/office/drawing/2014/main" id="{40EBB8DB-A9D6-4FF1-A2F3-96E6783B8182}"/>
              </a:ext>
            </a:extLst>
          </p:cNvPr>
          <p:cNvSpPr txBox="1">
            <a:spLocks noGrp="1"/>
          </p:cNvSpPr>
          <p:nvPr>
            <p:ph idx="1"/>
          </p:nvPr>
        </p:nvSpPr>
        <p:spPr>
          <a:xfrm>
            <a:off x="347472" y="1242203"/>
            <a:ext cx="6398195" cy="496809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8" name="Title 7">
            <a:extLst>
              <a:ext uri="{FF2B5EF4-FFF2-40B4-BE49-F238E27FC236}">
                <a16:creationId xmlns:a16="http://schemas.microsoft.com/office/drawing/2014/main" id="{0FB071E8-809B-6890-C6B9-812E8369D165}"/>
              </a:ext>
            </a:extLst>
          </p:cNvPr>
          <p:cNvSpPr>
            <a:spLocks noGrp="1"/>
          </p:cNvSpPr>
          <p:nvPr>
            <p:ph type="title"/>
          </p:nvPr>
        </p:nvSpPr>
        <p:spPr/>
        <p:txBody>
          <a:bodyPr/>
          <a:lstStyle/>
          <a:p>
            <a:r>
              <a:rPr lang="en-US"/>
              <a:t>Click to edit Master title style</a:t>
            </a:r>
          </a:p>
        </p:txBody>
      </p:sp>
      <p:sp>
        <p:nvSpPr>
          <p:cNvPr id="5" name="Footer Placeholder 4">
            <a:extLst>
              <a:ext uri="{FF2B5EF4-FFF2-40B4-BE49-F238E27FC236}">
                <a16:creationId xmlns:a16="http://schemas.microsoft.com/office/drawing/2014/main" id="{3B21BB59-32EF-F98A-2990-317BB5943E8A}"/>
              </a:ext>
            </a:extLst>
          </p:cNvPr>
          <p:cNvSpPr>
            <a:spLocks noGrp="1"/>
          </p:cNvSpPr>
          <p:nvPr>
            <p:ph type="ftr" sz="quarter" idx="10"/>
          </p:nvPr>
        </p:nvSpPr>
        <p:spPr/>
        <p:txBody>
          <a:bodyPr/>
          <a:lstStyle/>
          <a:p>
            <a:endParaRPr lang="en-US" dirty="0"/>
          </a:p>
        </p:txBody>
      </p:sp>
      <p:sp>
        <p:nvSpPr>
          <p:cNvPr id="10" name="Slide Number Placeholder 9">
            <a:extLst>
              <a:ext uri="{FF2B5EF4-FFF2-40B4-BE49-F238E27FC236}">
                <a16:creationId xmlns:a16="http://schemas.microsoft.com/office/drawing/2014/main" id="{5B7AFE7E-7CB0-FD25-F78E-7DA5692308E7}"/>
              </a:ext>
            </a:extLst>
          </p:cNvPr>
          <p:cNvSpPr>
            <a:spLocks noGrp="1"/>
          </p:cNvSpPr>
          <p:nvPr>
            <p:ph type="sldNum" sz="quarter" idx="11"/>
          </p:nvPr>
        </p:nvSpPr>
        <p:spPr>
          <a:xfrm>
            <a:off x="296055" y="6412748"/>
            <a:ext cx="426564" cy="365125"/>
          </a:xfrm>
          <a:prstGeom prst="rect">
            <a:avLst/>
          </a:prstGeom>
        </p:spPr>
        <p:txBody>
          <a:bodyPr/>
          <a:lstStyle/>
          <a:p>
            <a:fld id="{2B143D1D-9801-49CA-88C0-178C03B6937F}" type="slidenum">
              <a:rPr lang="en-US" smtClean="0"/>
              <a:t>‹#›</a:t>
            </a:fld>
            <a:endParaRPr lang="en-US" dirty="0"/>
          </a:p>
        </p:txBody>
      </p:sp>
      <p:pic>
        <p:nvPicPr>
          <p:cNvPr id="3" name="Picture 2">
            <a:extLst>
              <a:ext uri="{FF2B5EF4-FFF2-40B4-BE49-F238E27FC236}">
                <a16:creationId xmlns:a16="http://schemas.microsoft.com/office/drawing/2014/main" id="{7424F124-A258-66DC-3AAE-6DDE6D9BAB50}"/>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10886330" y="6126042"/>
            <a:ext cx="934494" cy="620833"/>
          </a:xfrm>
          <a:prstGeom prst="rect">
            <a:avLst/>
          </a:prstGeom>
          <a:effectLst/>
        </p:spPr>
      </p:pic>
    </p:spTree>
    <p:extLst>
      <p:ext uri="{BB962C8B-B14F-4D97-AF65-F5344CB8AC3E}">
        <p14:creationId xmlns:p14="http://schemas.microsoft.com/office/powerpoint/2010/main" val="28893224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p:cSld name="Two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669EB6F-995A-1D46-8E1D-4B914558475E}"/>
              </a:ext>
            </a:extLst>
          </p:cNvPr>
          <p:cNvSpPr>
            <a:spLocks noGrp="1"/>
          </p:cNvSpPr>
          <p:nvPr>
            <p:ph sz="half" idx="1"/>
          </p:nvPr>
        </p:nvSpPr>
        <p:spPr>
          <a:xfrm>
            <a:off x="347472" y="1496214"/>
            <a:ext cx="578285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6CAC1496-95B3-AF48-932D-76097CA09028}"/>
              </a:ext>
            </a:extLst>
          </p:cNvPr>
          <p:cNvSpPr>
            <a:spLocks noGrp="1"/>
          </p:cNvSpPr>
          <p:nvPr>
            <p:ph sz="half" idx="2"/>
          </p:nvPr>
        </p:nvSpPr>
        <p:spPr>
          <a:xfrm>
            <a:off x="6318913" y="1496214"/>
            <a:ext cx="5517486"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itle 8">
            <a:extLst>
              <a:ext uri="{FF2B5EF4-FFF2-40B4-BE49-F238E27FC236}">
                <a16:creationId xmlns:a16="http://schemas.microsoft.com/office/drawing/2014/main" id="{3C2B82B9-A421-0342-A9AE-E71D36964D72}"/>
              </a:ext>
            </a:extLst>
          </p:cNvPr>
          <p:cNvSpPr>
            <a:spLocks noGrp="1"/>
          </p:cNvSpPr>
          <p:nvPr>
            <p:ph type="title"/>
          </p:nvPr>
        </p:nvSpPr>
        <p:spPr/>
        <p:txBody>
          <a:bodyPr/>
          <a:lstStyle/>
          <a:p>
            <a:r>
              <a:rPr lang="en-US"/>
              <a:t>Click to edit Master title style</a:t>
            </a:r>
          </a:p>
        </p:txBody>
      </p:sp>
      <p:sp>
        <p:nvSpPr>
          <p:cNvPr id="2" name="Footer Placeholder 1">
            <a:extLst>
              <a:ext uri="{FF2B5EF4-FFF2-40B4-BE49-F238E27FC236}">
                <a16:creationId xmlns:a16="http://schemas.microsoft.com/office/drawing/2014/main" id="{C0DEEA6C-E455-DCE5-10A0-07DC163C6204}"/>
              </a:ext>
            </a:extLst>
          </p:cNvPr>
          <p:cNvSpPr>
            <a:spLocks noGrp="1"/>
          </p:cNvSpPr>
          <p:nvPr>
            <p:ph type="ftr" sz="quarter" idx="13"/>
          </p:nvPr>
        </p:nvSpPr>
        <p:spPr/>
        <p:txBody>
          <a:bodyPr/>
          <a:lstStyle/>
          <a:p>
            <a:endParaRPr lang="en-US" dirty="0"/>
          </a:p>
        </p:txBody>
      </p:sp>
      <p:sp>
        <p:nvSpPr>
          <p:cNvPr id="5" name="Slide Number Placeholder 4">
            <a:extLst>
              <a:ext uri="{FF2B5EF4-FFF2-40B4-BE49-F238E27FC236}">
                <a16:creationId xmlns:a16="http://schemas.microsoft.com/office/drawing/2014/main" id="{7317C745-C139-3EAD-AF1C-C07685608A44}"/>
              </a:ext>
            </a:extLst>
          </p:cNvPr>
          <p:cNvSpPr>
            <a:spLocks noGrp="1"/>
          </p:cNvSpPr>
          <p:nvPr>
            <p:ph type="sldNum" sz="quarter" idx="14"/>
          </p:nvPr>
        </p:nvSpPr>
        <p:spPr>
          <a:xfrm>
            <a:off x="296055" y="6412748"/>
            <a:ext cx="426564" cy="365125"/>
          </a:xfrm>
          <a:prstGeom prst="rect">
            <a:avLst/>
          </a:prstGeom>
        </p:spPr>
        <p:txBody>
          <a:bodyPr/>
          <a:lstStyle/>
          <a:p>
            <a:fld id="{2B143D1D-9801-49CA-88C0-178C03B6937F}" type="slidenum">
              <a:rPr lang="en-US" smtClean="0"/>
              <a:t>‹#›</a:t>
            </a:fld>
            <a:endParaRPr lang="en-US" dirty="0"/>
          </a:p>
        </p:txBody>
      </p:sp>
    </p:spTree>
    <p:extLst>
      <p:ext uri="{BB962C8B-B14F-4D97-AF65-F5344CB8AC3E}">
        <p14:creationId xmlns:p14="http://schemas.microsoft.com/office/powerpoint/2010/main" val="2236198897"/>
      </p:ext>
    </p:extLst>
  </p:cSld>
  <p:clrMapOvr>
    <a:masterClrMapping/>
  </p:clrMapOvr>
  <p:hf hdr="0" ftr="0" dt="0"/>
</p:sldLayout>
</file>

<file path=ppt/slideLayouts/slideLayout49.xml><?xml version="1.0" encoding="utf-8"?>
<p:sldLayout xmlns:a="http://schemas.openxmlformats.org/drawingml/2006/main" xmlns:r="http://schemas.openxmlformats.org/officeDocument/2006/relationships" xmlns:p="http://schemas.openxmlformats.org/presentationml/2006/main">
  <p:cSld name="Compariso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38EABC0-EFC6-D243-946E-F42B969FE9B9}"/>
              </a:ext>
            </a:extLst>
          </p:cNvPr>
          <p:cNvSpPr>
            <a:spLocks noGrp="1"/>
          </p:cNvSpPr>
          <p:nvPr>
            <p:ph type="body" idx="1"/>
          </p:nvPr>
        </p:nvSpPr>
        <p:spPr>
          <a:xfrm>
            <a:off x="347472" y="1144401"/>
            <a:ext cx="5760625" cy="823912"/>
          </a:xfrm>
        </p:spPr>
        <p:txBody>
          <a:bodyPr anchor="b"/>
          <a:lstStyle>
            <a:lvl1pPr marL="0" indent="0">
              <a:buNone/>
              <a:defRPr sz="2000" b="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CB5420B-0671-9947-8ACD-9947290B10A6}"/>
              </a:ext>
            </a:extLst>
          </p:cNvPr>
          <p:cNvSpPr>
            <a:spLocks noGrp="1"/>
          </p:cNvSpPr>
          <p:nvPr>
            <p:ph sz="half" idx="2"/>
          </p:nvPr>
        </p:nvSpPr>
        <p:spPr>
          <a:xfrm>
            <a:off x="347472" y="1968312"/>
            <a:ext cx="5760625" cy="404585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1DBC9F15-7C0B-4444-AE75-34E3127776B9}"/>
              </a:ext>
            </a:extLst>
          </p:cNvPr>
          <p:cNvSpPr>
            <a:spLocks noGrp="1"/>
          </p:cNvSpPr>
          <p:nvPr>
            <p:ph type="body" sz="quarter" idx="3"/>
          </p:nvPr>
        </p:nvSpPr>
        <p:spPr>
          <a:xfrm>
            <a:off x="6318913" y="1144401"/>
            <a:ext cx="5517485" cy="823912"/>
          </a:xfrm>
        </p:spPr>
        <p:txBody>
          <a:bodyPr anchor="b"/>
          <a:lstStyle>
            <a:lvl1pPr marL="0" indent="0">
              <a:buNone/>
              <a:defRPr sz="2000" b="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8CAFEF0-01F2-2E44-94D8-FD3D3CE15F1F}"/>
              </a:ext>
            </a:extLst>
          </p:cNvPr>
          <p:cNvSpPr>
            <a:spLocks noGrp="1"/>
          </p:cNvSpPr>
          <p:nvPr>
            <p:ph sz="quarter" idx="4"/>
          </p:nvPr>
        </p:nvSpPr>
        <p:spPr>
          <a:xfrm>
            <a:off x="6318913" y="1968312"/>
            <a:ext cx="5517485" cy="404585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itle 11">
            <a:extLst>
              <a:ext uri="{FF2B5EF4-FFF2-40B4-BE49-F238E27FC236}">
                <a16:creationId xmlns:a16="http://schemas.microsoft.com/office/drawing/2014/main" id="{A53AB65E-510E-4C42-BD7A-EC2B31E26B1F}"/>
              </a:ext>
            </a:extLst>
          </p:cNvPr>
          <p:cNvSpPr>
            <a:spLocks noGrp="1"/>
          </p:cNvSpPr>
          <p:nvPr>
            <p:ph type="title"/>
          </p:nvPr>
        </p:nvSpPr>
        <p:spPr/>
        <p:txBody>
          <a:bodyPr/>
          <a:lstStyle/>
          <a:p>
            <a:r>
              <a:rPr lang="en-US"/>
              <a:t>Click to edit Master title style</a:t>
            </a:r>
          </a:p>
        </p:txBody>
      </p:sp>
      <p:sp>
        <p:nvSpPr>
          <p:cNvPr id="2" name="Footer Placeholder 1">
            <a:extLst>
              <a:ext uri="{FF2B5EF4-FFF2-40B4-BE49-F238E27FC236}">
                <a16:creationId xmlns:a16="http://schemas.microsoft.com/office/drawing/2014/main" id="{F17E5D93-47C7-C366-2531-FB5F387B5132}"/>
              </a:ext>
            </a:extLst>
          </p:cNvPr>
          <p:cNvSpPr>
            <a:spLocks noGrp="1"/>
          </p:cNvSpPr>
          <p:nvPr>
            <p:ph type="ftr" sz="quarter" idx="13"/>
          </p:nvPr>
        </p:nvSpPr>
        <p:spPr/>
        <p:txBody>
          <a:bodyPr/>
          <a:lstStyle/>
          <a:p>
            <a:endParaRPr lang="en-US" dirty="0"/>
          </a:p>
        </p:txBody>
      </p:sp>
      <p:sp>
        <p:nvSpPr>
          <p:cNvPr id="7" name="Slide Number Placeholder 6">
            <a:extLst>
              <a:ext uri="{FF2B5EF4-FFF2-40B4-BE49-F238E27FC236}">
                <a16:creationId xmlns:a16="http://schemas.microsoft.com/office/drawing/2014/main" id="{E7A034DA-6BF8-D5C0-A344-983B2CDFAB2B}"/>
              </a:ext>
            </a:extLst>
          </p:cNvPr>
          <p:cNvSpPr>
            <a:spLocks noGrp="1"/>
          </p:cNvSpPr>
          <p:nvPr>
            <p:ph type="sldNum" sz="quarter" idx="14"/>
          </p:nvPr>
        </p:nvSpPr>
        <p:spPr>
          <a:xfrm>
            <a:off x="296055" y="6412748"/>
            <a:ext cx="426564" cy="365125"/>
          </a:xfrm>
          <a:prstGeom prst="rect">
            <a:avLst/>
          </a:prstGeom>
        </p:spPr>
        <p:txBody>
          <a:bodyPr/>
          <a:lstStyle/>
          <a:p>
            <a:fld id="{2B143D1D-9801-49CA-88C0-178C03B6937F}" type="slidenum">
              <a:rPr lang="en-US" smtClean="0"/>
              <a:t>‹#›</a:t>
            </a:fld>
            <a:endParaRPr lang="en-US" dirty="0"/>
          </a:p>
        </p:txBody>
      </p:sp>
    </p:spTree>
    <p:extLst>
      <p:ext uri="{BB962C8B-B14F-4D97-AF65-F5344CB8AC3E}">
        <p14:creationId xmlns:p14="http://schemas.microsoft.com/office/powerpoint/2010/main" val="1348259942"/>
      </p:ext>
    </p:extLst>
  </p:cSld>
  <p:clrMapOvr>
    <a:masterClrMapping/>
  </p:clrMapOvr>
  <p:hf hdr="0" ftr="0" dt="0"/>
</p:sldLayout>
</file>

<file path=ppt/slideLayouts/slideLayout50.xml><?xml version="1.0" encoding="utf-8"?>
<p:sldLayout xmlns:a="http://schemas.openxmlformats.org/drawingml/2006/main" xmlns:r="http://schemas.openxmlformats.org/officeDocument/2006/relationships" xmlns:p="http://schemas.openxmlformats.org/presentationml/2006/main">
  <p:cSld name="Title Only w/ Notes">
    <p:spTree>
      <p:nvGrpSpPr>
        <p:cNvPr id="1" name=""/>
        <p:cNvGrpSpPr/>
        <p:nvPr/>
      </p:nvGrpSpPr>
      <p:grpSpPr>
        <a:xfrm>
          <a:off x="0" y="0"/>
          <a:ext cx="0" cy="0"/>
          <a:chOff x="0" y="0"/>
          <a:chExt cx="0" cy="0"/>
        </a:xfrm>
      </p:grpSpPr>
      <p:sp>
        <p:nvSpPr>
          <p:cNvPr id="35" name="Title Text"/>
          <p:cNvSpPr txBox="1">
            <a:spLocks noGrp="1"/>
          </p:cNvSpPr>
          <p:nvPr>
            <p:ph type="title"/>
          </p:nvPr>
        </p:nvSpPr>
        <p:spPr>
          <a:prstGeom prst="rect">
            <a:avLst/>
          </a:prstGeom>
        </p:spPr>
        <p:txBody>
          <a:bodyPr/>
          <a:lstStyle/>
          <a:p>
            <a:r>
              <a:rPr lang="en-US"/>
              <a:t>Click to edit Master title style</a:t>
            </a:r>
            <a:endParaRPr dirty="0"/>
          </a:p>
        </p:txBody>
      </p:sp>
      <p:sp>
        <p:nvSpPr>
          <p:cNvPr id="5" name="Text Placeholder 5">
            <a:extLst>
              <a:ext uri="{FF2B5EF4-FFF2-40B4-BE49-F238E27FC236}">
                <a16:creationId xmlns:a16="http://schemas.microsoft.com/office/drawing/2014/main" id="{FDA54516-3AB8-43F7-B925-C8A09972FE42}"/>
              </a:ext>
            </a:extLst>
          </p:cNvPr>
          <p:cNvSpPr>
            <a:spLocks noGrp="1"/>
          </p:cNvSpPr>
          <p:nvPr>
            <p:ph type="body" sz="quarter" idx="11" hasCustomPrompt="1"/>
          </p:nvPr>
        </p:nvSpPr>
        <p:spPr>
          <a:xfrm>
            <a:off x="640080" y="6346825"/>
            <a:ext cx="10069830" cy="365125"/>
          </a:xfrm>
        </p:spPr>
        <p:txBody>
          <a:bodyPr anchor="b">
            <a:noAutofit/>
          </a:bodyPr>
          <a:lstStyle>
            <a:lvl1pPr marL="0" indent="0">
              <a:buNone/>
              <a:defRPr sz="900">
                <a:solidFill>
                  <a:schemeClr val="tx1">
                    <a:lumMod val="50000"/>
                    <a:lumOff val="50000"/>
                  </a:schemeClr>
                </a:solidFill>
              </a:defRPr>
            </a:lvl1pPr>
          </a:lstStyle>
          <a:p>
            <a:pPr lvl="0"/>
            <a:r>
              <a:rPr lang="en-US" dirty="0"/>
              <a:t>Footnotes</a:t>
            </a:r>
          </a:p>
        </p:txBody>
      </p:sp>
      <p:sp>
        <p:nvSpPr>
          <p:cNvPr id="3" name="Slide Number Placeholder 2">
            <a:extLst>
              <a:ext uri="{FF2B5EF4-FFF2-40B4-BE49-F238E27FC236}">
                <a16:creationId xmlns:a16="http://schemas.microsoft.com/office/drawing/2014/main" id="{B1C270EE-5CC7-A88D-14EC-FE339D1F0E11}"/>
              </a:ext>
            </a:extLst>
          </p:cNvPr>
          <p:cNvSpPr>
            <a:spLocks noGrp="1"/>
          </p:cNvSpPr>
          <p:nvPr>
            <p:ph type="sldNum" sz="quarter" idx="13"/>
          </p:nvPr>
        </p:nvSpPr>
        <p:spPr>
          <a:xfrm>
            <a:off x="296055" y="6412748"/>
            <a:ext cx="351645" cy="365125"/>
          </a:xfrm>
          <a:prstGeom prst="rect">
            <a:avLst/>
          </a:prstGeom>
        </p:spPr>
        <p:txBody>
          <a:bodyPr/>
          <a:lstStyle/>
          <a:p>
            <a:fld id="{2B143D1D-9801-49CA-88C0-178C03B6937F}" type="slidenum">
              <a:rPr lang="en-US" smtClean="0"/>
              <a:t>‹#›</a:t>
            </a:fld>
            <a:endParaRPr lang="en-US" dirty="0"/>
          </a:p>
        </p:txBody>
      </p:sp>
    </p:spTree>
    <p:extLst>
      <p:ext uri="{BB962C8B-B14F-4D97-AF65-F5344CB8AC3E}">
        <p14:creationId xmlns:p14="http://schemas.microsoft.com/office/powerpoint/2010/main" val="4977223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userDrawn="1">
  <p:cSld name="1_Title &amp; Content w/ Note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5B625F-C15A-4238-ABAC-07D8ECC9190F}"/>
              </a:ext>
            </a:extLst>
          </p:cNvPr>
          <p:cNvSpPr>
            <a:spLocks noGrp="1"/>
          </p:cNvSpPr>
          <p:nvPr>
            <p:ph type="title"/>
          </p:nvPr>
        </p:nvSpPr>
        <p:spPr>
          <a:xfrm>
            <a:off x="272233" y="336263"/>
            <a:ext cx="11536220" cy="808138"/>
          </a:xfrm>
        </p:spPr>
        <p:txBody>
          <a:bodyPr/>
          <a:lstStyle/>
          <a:p>
            <a:r>
              <a:rPr lang="en-US"/>
              <a:t>Click to edit Master title style</a:t>
            </a:r>
          </a:p>
        </p:txBody>
      </p:sp>
      <p:sp>
        <p:nvSpPr>
          <p:cNvPr id="3" name="Slide Number Placeholder 2">
            <a:extLst>
              <a:ext uri="{FF2B5EF4-FFF2-40B4-BE49-F238E27FC236}">
                <a16:creationId xmlns:a16="http://schemas.microsoft.com/office/drawing/2014/main" id="{93700611-B61B-4ABD-BE4D-17E6DAC9A66F}"/>
              </a:ext>
            </a:extLst>
          </p:cNvPr>
          <p:cNvSpPr>
            <a:spLocks noGrp="1"/>
          </p:cNvSpPr>
          <p:nvPr>
            <p:ph type="sldNum" sz="quarter" idx="10"/>
          </p:nvPr>
        </p:nvSpPr>
        <p:spPr/>
        <p:txBody>
          <a:bodyPr/>
          <a:lstStyle/>
          <a:p>
            <a:fld id="{2B143D1D-9801-49CA-88C0-178C03B6937F}" type="slidenum">
              <a:rPr lang="en-US" smtClean="0"/>
              <a:t>‹#›</a:t>
            </a:fld>
            <a:endParaRPr lang="en-US" dirty="0"/>
          </a:p>
        </p:txBody>
      </p:sp>
      <p:sp>
        <p:nvSpPr>
          <p:cNvPr id="4" name="Body Level One…">
            <a:extLst>
              <a:ext uri="{FF2B5EF4-FFF2-40B4-BE49-F238E27FC236}">
                <a16:creationId xmlns:a16="http://schemas.microsoft.com/office/drawing/2014/main" id="{40EBB8DB-A9D6-4FF1-A2F3-96E6783B8182}"/>
              </a:ext>
            </a:extLst>
          </p:cNvPr>
          <p:cNvSpPr txBox="1">
            <a:spLocks noGrp="1"/>
          </p:cNvSpPr>
          <p:nvPr>
            <p:ph idx="1"/>
          </p:nvPr>
        </p:nvSpPr>
        <p:spPr>
          <a:xfrm>
            <a:off x="272233" y="1253330"/>
            <a:ext cx="10515601" cy="435133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ormAutofit/>
          </a:bodyPr>
          <a:lstStyle/>
          <a:p>
            <a:r>
              <a:t>Body Level One</a:t>
            </a:r>
          </a:p>
          <a:p>
            <a:pPr lvl="1"/>
            <a:r>
              <a:t>Body Level Two</a:t>
            </a:r>
          </a:p>
          <a:p>
            <a:pPr lvl="2"/>
            <a:r>
              <a:t>Body Level Three</a:t>
            </a:r>
          </a:p>
          <a:p>
            <a:pPr lvl="3"/>
            <a:r>
              <a:t>Body Level Four</a:t>
            </a:r>
          </a:p>
          <a:p>
            <a:pPr lvl="4"/>
            <a:r>
              <a:t>Body Level Five</a:t>
            </a:r>
          </a:p>
        </p:txBody>
      </p:sp>
      <p:sp>
        <p:nvSpPr>
          <p:cNvPr id="6" name="Footer Placeholder 5">
            <a:extLst>
              <a:ext uri="{FF2B5EF4-FFF2-40B4-BE49-F238E27FC236}">
                <a16:creationId xmlns:a16="http://schemas.microsoft.com/office/drawing/2014/main" id="{983402DE-F626-1959-F600-100CCCF1D86E}"/>
              </a:ext>
            </a:extLst>
          </p:cNvPr>
          <p:cNvSpPr>
            <a:spLocks noGrp="1"/>
          </p:cNvSpPr>
          <p:nvPr>
            <p:ph type="ftr" sz="quarter" idx="12"/>
          </p:nvPr>
        </p:nvSpPr>
        <p:spPr/>
        <p:txBody>
          <a:bodyPr/>
          <a:lstStyle/>
          <a:p>
            <a:endParaRPr lang="en-US" dirty="0"/>
          </a:p>
        </p:txBody>
      </p:sp>
    </p:spTree>
    <p:extLst>
      <p:ext uri="{BB962C8B-B14F-4D97-AF65-F5344CB8AC3E}">
        <p14:creationId xmlns:p14="http://schemas.microsoft.com/office/powerpoint/2010/main" val="10234185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userDrawn="1">
  <p:cSld name="5_Master (All Decks)">
    <p:spTree>
      <p:nvGrpSpPr>
        <p:cNvPr id="1" name=""/>
        <p:cNvGrpSpPr/>
        <p:nvPr/>
      </p:nvGrpSpPr>
      <p:grpSpPr>
        <a:xfrm>
          <a:off x="0" y="0"/>
          <a:ext cx="0" cy="0"/>
          <a:chOff x="0" y="0"/>
          <a:chExt cx="0" cy="0"/>
        </a:xfrm>
      </p:grpSpPr>
      <p:sp>
        <p:nvSpPr>
          <p:cNvPr id="35" name="Title Text"/>
          <p:cNvSpPr txBox="1">
            <a:spLocks noGrp="1"/>
          </p:cNvSpPr>
          <p:nvPr>
            <p:ph type="title" hasCustomPrompt="1"/>
          </p:nvPr>
        </p:nvSpPr>
        <p:spPr>
          <a:xfrm>
            <a:off x="609600" y="286876"/>
            <a:ext cx="10972800" cy="718746"/>
          </a:xfrm>
          <a:prstGeom prst="rect">
            <a:avLst/>
          </a:prstGeom>
        </p:spPr>
        <p:txBody>
          <a:bodyPr anchor="ctr">
            <a:normAutofit/>
          </a:bodyPr>
          <a:lstStyle>
            <a:lvl1pPr>
              <a:defRPr sz="2400"/>
            </a:lvl1pPr>
          </a:lstStyle>
          <a:p>
            <a:r>
              <a:rPr dirty="0"/>
              <a:t>Title Text</a:t>
            </a:r>
          </a:p>
        </p:txBody>
      </p:sp>
      <p:sp>
        <p:nvSpPr>
          <p:cNvPr id="5" name="Body Level One…">
            <a:extLst>
              <a:ext uri="{FF2B5EF4-FFF2-40B4-BE49-F238E27FC236}">
                <a16:creationId xmlns:a16="http://schemas.microsoft.com/office/drawing/2014/main" id="{E9C248DF-527A-F244-A1E2-B5C74EE8F276}"/>
              </a:ext>
            </a:extLst>
          </p:cNvPr>
          <p:cNvSpPr txBox="1">
            <a:spLocks noGrp="1"/>
          </p:cNvSpPr>
          <p:nvPr>
            <p:ph idx="1" hasCustomPrompt="1"/>
          </p:nvPr>
        </p:nvSpPr>
        <p:spPr>
          <a:xfrm>
            <a:off x="609600" y="1341619"/>
            <a:ext cx="10972800" cy="435133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91440" rIns="91440">
            <a:normAutofit/>
          </a:bodyPr>
          <a:lstStyle>
            <a:lvl1pPr>
              <a:defRPr sz="1600"/>
            </a:lvl1pPr>
            <a:lvl2pPr>
              <a:defRPr sz="1600"/>
            </a:lvl2pPr>
            <a:lvl3pPr>
              <a:defRPr sz="1100"/>
            </a:lvl3pPr>
            <a:lvl4pPr>
              <a:defRPr sz="1050"/>
            </a:lvl4pPr>
            <a:lvl5pPr>
              <a:defRPr sz="1000"/>
            </a:lvl5pPr>
          </a:lstStyle>
          <a:p>
            <a:r>
              <a:rPr dirty="0"/>
              <a:t>Body Level One</a:t>
            </a:r>
          </a:p>
          <a:p>
            <a:pPr lvl="1"/>
            <a:r>
              <a:rPr dirty="0"/>
              <a:t>Body Level Two</a:t>
            </a:r>
          </a:p>
        </p:txBody>
      </p:sp>
      <p:sp>
        <p:nvSpPr>
          <p:cNvPr id="8" name="Slide Number">
            <a:extLst>
              <a:ext uri="{FF2B5EF4-FFF2-40B4-BE49-F238E27FC236}">
                <a16:creationId xmlns:a16="http://schemas.microsoft.com/office/drawing/2014/main" id="{D1F8AB9A-3D76-A744-BAF3-6B6FC3C5FF85}"/>
              </a:ext>
            </a:extLst>
          </p:cNvPr>
          <p:cNvSpPr txBox="1">
            <a:spLocks noGrp="1"/>
          </p:cNvSpPr>
          <p:nvPr>
            <p:ph type="sldNum" sz="quarter" idx="2"/>
          </p:nvPr>
        </p:nvSpPr>
        <p:spPr>
          <a:xfrm>
            <a:off x="19120" y="6502911"/>
            <a:ext cx="318809" cy="215444"/>
          </a:xfrm>
          <a:prstGeom prst="rect">
            <a:avLst/>
          </a:prstGeom>
          <a:ln w="12700">
            <a:miter lim="400000"/>
          </a:ln>
        </p:spPr>
        <p:txBody>
          <a:bodyPr wrap="square" lIns="45719" rIns="45719" anchor="b">
            <a:spAutoFit/>
          </a:bodyPr>
          <a:lstStyle>
            <a:lvl1pPr algn="ctr">
              <a:defRPr sz="800">
                <a:solidFill>
                  <a:schemeClr val="bg1"/>
                </a:solidFill>
                <a:latin typeface="Montserrat Regular"/>
                <a:ea typeface="Montserrat Regular"/>
                <a:cs typeface="Montserrat Regular"/>
                <a:sym typeface="Montserrat Regular"/>
              </a:defRPr>
            </a:lvl1pPr>
          </a:lstStyle>
          <a:p>
            <a:fld id="{86CB4B4D-7CA3-9044-876B-883B54F8677D}" type="slidenum">
              <a:rPr lang="en-US" smtClean="0"/>
              <a:pPr/>
              <a:t>‹#›</a:t>
            </a:fld>
            <a:endParaRPr lang="en-US" dirty="0"/>
          </a:p>
        </p:txBody>
      </p:sp>
      <p:sp>
        <p:nvSpPr>
          <p:cNvPr id="6" name="Text Placeholder 3">
            <a:extLst>
              <a:ext uri="{FF2B5EF4-FFF2-40B4-BE49-F238E27FC236}">
                <a16:creationId xmlns:a16="http://schemas.microsoft.com/office/drawing/2014/main" id="{49B8F208-CBF2-43E1-A9EB-247170548F24}"/>
              </a:ext>
            </a:extLst>
          </p:cNvPr>
          <p:cNvSpPr>
            <a:spLocks noGrp="1"/>
          </p:cNvSpPr>
          <p:nvPr>
            <p:ph type="body" sz="quarter" idx="10"/>
          </p:nvPr>
        </p:nvSpPr>
        <p:spPr>
          <a:xfrm>
            <a:off x="337929" y="6081380"/>
            <a:ext cx="10515601" cy="400050"/>
          </a:xfrm>
        </p:spPr>
        <p:txBody>
          <a:bodyPr anchor="b">
            <a:noAutofit/>
          </a:bodyPr>
          <a:lstStyle>
            <a:lvl1pPr marL="0" indent="0">
              <a:buNone/>
              <a:defRPr sz="900">
                <a:solidFill>
                  <a:schemeClr val="bg2"/>
                </a:solidFill>
              </a:defRPr>
            </a:lvl1pPr>
          </a:lstStyle>
          <a:p>
            <a:pPr lvl="0"/>
            <a:endParaRPr lang="en-US" dirty="0"/>
          </a:p>
        </p:txBody>
      </p:sp>
    </p:spTree>
    <p:extLst>
      <p:ext uri="{BB962C8B-B14F-4D97-AF65-F5344CB8AC3E}">
        <p14:creationId xmlns:p14="http://schemas.microsoft.com/office/powerpoint/2010/main" val="316485155"/>
      </p:ext>
    </p:extLst>
  </p:cSld>
  <p:clrMapOvr>
    <a:masterClrMapping/>
  </p:clrMapOvr>
  <p:transition spd="med"/>
</p:sldLayout>
</file>

<file path=ppt/slideLayouts/slideLayout53.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A94F90-682F-A640-828D-D444E2D3DC6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36E978C-01B0-B04E-8BD5-3A3BCE870A1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a:extLst>
              <a:ext uri="{FF2B5EF4-FFF2-40B4-BE49-F238E27FC236}">
                <a16:creationId xmlns:a16="http://schemas.microsoft.com/office/drawing/2014/main" id="{F16563D4-F8D0-4009-B0B7-59E670493EE8}"/>
              </a:ext>
            </a:extLst>
          </p:cNvPr>
          <p:cNvSpPr txBox="1">
            <a:spLocks noGrp="1"/>
          </p:cNvSpPr>
          <p:nvPr>
            <p:ph type="sldNum" sz="quarter" idx="2"/>
          </p:nvPr>
        </p:nvSpPr>
        <p:spPr>
          <a:xfrm>
            <a:off x="19120" y="6502911"/>
            <a:ext cx="318809" cy="215444"/>
          </a:xfrm>
          <a:prstGeom prst="rect">
            <a:avLst/>
          </a:prstGeom>
        </p:spPr>
        <p:txBody>
          <a:bodyPr/>
          <a:lstStyle/>
          <a:p>
            <a:fld id="{86CB4B4D-7CA3-9044-876B-883B54F8677D}" type="slidenum">
              <a:rPr/>
              <a:t>‹#›</a:t>
            </a:fld>
            <a:endParaRPr dirty="0"/>
          </a:p>
        </p:txBody>
      </p:sp>
      <p:sp>
        <p:nvSpPr>
          <p:cNvPr id="8" name="Text Placeholder 3">
            <a:extLst>
              <a:ext uri="{FF2B5EF4-FFF2-40B4-BE49-F238E27FC236}">
                <a16:creationId xmlns:a16="http://schemas.microsoft.com/office/drawing/2014/main" id="{EF1B96AE-8EA2-4775-8AD2-E6B3B6B59C58}"/>
              </a:ext>
            </a:extLst>
          </p:cNvPr>
          <p:cNvSpPr>
            <a:spLocks noGrp="1"/>
          </p:cNvSpPr>
          <p:nvPr>
            <p:ph type="body" sz="quarter" idx="10"/>
          </p:nvPr>
        </p:nvSpPr>
        <p:spPr>
          <a:xfrm>
            <a:off x="337929" y="6081380"/>
            <a:ext cx="10515601" cy="400050"/>
          </a:xfrm>
        </p:spPr>
        <p:txBody>
          <a:bodyPr anchor="b">
            <a:noAutofit/>
          </a:bodyPr>
          <a:lstStyle>
            <a:lvl1pPr marL="0" indent="0">
              <a:buNone/>
              <a:defRPr sz="900">
                <a:solidFill>
                  <a:schemeClr val="bg2"/>
                </a:solidFill>
              </a:defRPr>
            </a:lvl1pPr>
          </a:lstStyle>
          <a:p>
            <a:pPr lvl="0"/>
            <a:endParaRPr lang="en-US" dirty="0"/>
          </a:p>
        </p:txBody>
      </p:sp>
    </p:spTree>
    <p:extLst>
      <p:ext uri="{BB962C8B-B14F-4D97-AF65-F5344CB8AC3E}">
        <p14:creationId xmlns:p14="http://schemas.microsoft.com/office/powerpoint/2010/main" val="2256260644"/>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userDrawn="1">
  <p:cSld name="1_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Click to edit master title style</a:t>
            </a:r>
          </a:p>
        </p:txBody>
      </p:sp>
      <p:sp>
        <p:nvSpPr>
          <p:cNvPr id="5" name="Slide Number Placeholder 4"/>
          <p:cNvSpPr>
            <a:spLocks noGrp="1"/>
          </p:cNvSpPr>
          <p:nvPr>
            <p:ph type="sldNum" sz="quarter" idx="12"/>
          </p:nvPr>
        </p:nvSpPr>
        <p:spPr>
          <a:xfrm>
            <a:off x="0" y="6412748"/>
            <a:ext cx="381000" cy="365125"/>
          </a:xfrm>
          <a:prstGeom prst="rect">
            <a:avLst/>
          </a:prstGeom>
        </p:spPr>
        <p:txBody>
          <a:bodyPr/>
          <a:lstStyle/>
          <a:p>
            <a:fld id="{7742E3F2-B7A6-430E-ADCC-28BBE0D9B7B3}" type="slidenum">
              <a:rPr lang="en-US" smtClean="0"/>
              <a:t>‹#›</a:t>
            </a:fld>
            <a:endParaRPr lang="en-US" dirty="0"/>
          </a:p>
        </p:txBody>
      </p:sp>
      <p:sp>
        <p:nvSpPr>
          <p:cNvPr id="7" name="Text Placeholder 7">
            <a:extLst>
              <a:ext uri="{FF2B5EF4-FFF2-40B4-BE49-F238E27FC236}">
                <a16:creationId xmlns:a16="http://schemas.microsoft.com/office/drawing/2014/main" id="{5F7A7684-B9FF-4BD9-82F9-7F88511035E4}"/>
              </a:ext>
            </a:extLst>
          </p:cNvPr>
          <p:cNvSpPr>
            <a:spLocks noGrp="1"/>
          </p:cNvSpPr>
          <p:nvPr>
            <p:ph type="body" sz="quarter" idx="13"/>
          </p:nvPr>
        </p:nvSpPr>
        <p:spPr>
          <a:xfrm>
            <a:off x="502355" y="6309757"/>
            <a:ext cx="11338560" cy="458076"/>
          </a:xfrm>
        </p:spPr>
        <p:txBody>
          <a:bodyPr vert="horz" wrap="square" lIns="0" tIns="0" rIns="0" bIns="0" rtlCol="0" anchor="b">
            <a:noAutofit/>
          </a:bodyPr>
          <a:lstStyle>
            <a:lvl1pPr>
              <a:lnSpc>
                <a:spcPct val="90000"/>
              </a:lnSpc>
              <a:spcBef>
                <a:spcPts val="400"/>
              </a:spcBef>
              <a:defRPr lang="en-US" sz="900" b="0" dirty="0" smtClean="0">
                <a:solidFill>
                  <a:schemeClr val="tx1">
                    <a:lumMod val="65000"/>
                    <a:lumOff val="35000"/>
                  </a:schemeClr>
                </a:solidFill>
              </a:defRPr>
            </a:lvl1pPr>
          </a:lstStyle>
          <a:p>
            <a:pPr lvl="0">
              <a:lnSpc>
                <a:spcPct val="100000"/>
              </a:lnSpc>
              <a:spcBef>
                <a:spcPts val="0"/>
              </a:spcBef>
            </a:pPr>
            <a:r>
              <a:rPr lang="en-US"/>
              <a:t>Click to edit Master text styles</a:t>
            </a:r>
          </a:p>
        </p:txBody>
      </p:sp>
    </p:spTree>
    <p:extLst>
      <p:ext uri="{BB962C8B-B14F-4D97-AF65-F5344CB8AC3E}">
        <p14:creationId xmlns:p14="http://schemas.microsoft.com/office/powerpoint/2010/main" val="445957419"/>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D78734-D169-4EA9-92CB-4847660098B8}"/>
              </a:ext>
            </a:extLst>
          </p:cNvPr>
          <p:cNvSpPr>
            <a:spLocks noGrp="1"/>
          </p:cNvSpPr>
          <p:nvPr>
            <p:ph type="title" hasCustomPrompt="1"/>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227450F4-06BC-4942-9239-A80BB5246CAA}"/>
              </a:ext>
            </a:extLst>
          </p:cNvPr>
          <p:cNvSpPr>
            <a:spLocks noGrp="1"/>
          </p:cNvSpPr>
          <p:nvPr>
            <p:ph idx="1"/>
          </p:nvPr>
        </p:nvSpPr>
        <p:spPr>
          <a:xfrm>
            <a:off x="426720" y="1554480"/>
            <a:ext cx="11338560" cy="4480557"/>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ubtitle 2">
            <a:extLst>
              <a:ext uri="{FF2B5EF4-FFF2-40B4-BE49-F238E27FC236}">
                <a16:creationId xmlns:a16="http://schemas.microsoft.com/office/drawing/2014/main" id="{626CEC43-89B3-440B-B947-5BA6D8D4821C}"/>
              </a:ext>
            </a:extLst>
          </p:cNvPr>
          <p:cNvSpPr>
            <a:spLocks noGrp="1"/>
          </p:cNvSpPr>
          <p:nvPr>
            <p:ph type="subTitle" idx="10"/>
          </p:nvPr>
        </p:nvSpPr>
        <p:spPr>
          <a:xfrm>
            <a:off x="426720" y="1097280"/>
            <a:ext cx="11338560" cy="320040"/>
          </a:xfrm>
          <a:noFill/>
        </p:spPr>
        <p:txBody>
          <a:bodyPr anchor="ctr"/>
          <a:lstStyle>
            <a:lvl1pPr marL="0" indent="0" algn="ctr">
              <a:buNone/>
              <a:defRPr sz="1800" b="1"/>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Click to edit Master subtitle style</a:t>
            </a:r>
          </a:p>
        </p:txBody>
      </p:sp>
      <p:sp>
        <p:nvSpPr>
          <p:cNvPr id="5" name="Text Placeholder 4">
            <a:extLst>
              <a:ext uri="{FF2B5EF4-FFF2-40B4-BE49-F238E27FC236}">
                <a16:creationId xmlns:a16="http://schemas.microsoft.com/office/drawing/2014/main" id="{B0EB643B-C340-47CD-8CF9-C7C1859282E2}"/>
              </a:ext>
            </a:extLst>
          </p:cNvPr>
          <p:cNvSpPr>
            <a:spLocks noGrp="1"/>
          </p:cNvSpPr>
          <p:nvPr>
            <p:ph type="body" sz="quarter" idx="11" hasCustomPrompt="1"/>
          </p:nvPr>
        </p:nvSpPr>
        <p:spPr>
          <a:xfrm>
            <a:off x="0" y="6442502"/>
            <a:ext cx="11721024" cy="415498"/>
          </a:xfrm>
        </p:spPr>
        <p:txBody>
          <a:bodyPr wrap="square" lIns="457200" rIns="91440" bIns="274320" anchor="b">
            <a:spAutoFit/>
          </a:bodyPr>
          <a:lstStyle>
            <a:lvl1pPr marL="0" indent="0">
              <a:lnSpc>
                <a:spcPct val="90000"/>
              </a:lnSpc>
              <a:spcBef>
                <a:spcPts val="0"/>
              </a:spcBef>
              <a:spcAft>
                <a:spcPts val="0"/>
              </a:spcAft>
              <a:buNone/>
              <a:defRPr sz="1000" b="0">
                <a:solidFill>
                  <a:schemeClr val="bg1">
                    <a:lumMod val="50000"/>
                  </a:schemeClr>
                </a:solidFill>
              </a:defRPr>
            </a:lvl1pPr>
            <a:lvl2pPr marL="0" indent="0">
              <a:spcBef>
                <a:spcPts val="600"/>
              </a:spcBef>
              <a:spcAft>
                <a:spcPts val="0"/>
              </a:spcAft>
              <a:buNone/>
              <a:defRPr sz="900"/>
            </a:lvl2pPr>
            <a:lvl3pPr marL="684213" indent="0">
              <a:buNone/>
              <a:defRPr sz="900"/>
            </a:lvl3pPr>
            <a:lvl4pPr marL="971550" indent="0">
              <a:buNone/>
              <a:defRPr sz="900"/>
            </a:lvl4pPr>
            <a:lvl5pPr marL="1314450" indent="0">
              <a:buNone/>
              <a:defRPr sz="900"/>
            </a:lvl5pPr>
          </a:lstStyle>
          <a:p>
            <a:pPr lvl="0"/>
            <a:r>
              <a:rPr lang="en-US" dirty="0"/>
              <a:t>Footnotes, abbreviations, references</a:t>
            </a:r>
          </a:p>
        </p:txBody>
      </p:sp>
    </p:spTree>
    <p:extLst>
      <p:ext uri="{BB962C8B-B14F-4D97-AF65-F5344CB8AC3E}">
        <p14:creationId xmlns:p14="http://schemas.microsoft.com/office/powerpoint/2010/main" val="1007644173"/>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74A6077-3720-05F2-8EEA-8DF3BFF59A73}"/>
              </a:ext>
            </a:extLst>
          </p:cNvPr>
          <p:cNvSpPr>
            <a:spLocks noGrp="1"/>
          </p:cNvSpPr>
          <p:nvPr>
            <p:ph type="dt" sz="half" idx="10"/>
          </p:nvPr>
        </p:nvSpPr>
        <p:spPr/>
        <p:txBody>
          <a:bodyPr/>
          <a:lstStyle/>
          <a:p>
            <a:fld id="{EE047FDD-DC7B-45D6-9B87-8D7C07AE6F9B}" type="datetimeFigureOut">
              <a:rPr lang="en-US" smtClean="0"/>
              <a:t>4/17/2026</a:t>
            </a:fld>
            <a:endParaRPr lang="en-US" dirty="0"/>
          </a:p>
        </p:txBody>
      </p:sp>
      <p:sp>
        <p:nvSpPr>
          <p:cNvPr id="3" name="Footer Placeholder 2">
            <a:extLst>
              <a:ext uri="{FF2B5EF4-FFF2-40B4-BE49-F238E27FC236}">
                <a16:creationId xmlns:a16="http://schemas.microsoft.com/office/drawing/2014/main" id="{B0079CCD-B44F-FD06-4DC5-AD16DF74701E}"/>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98B0C900-198B-89C0-0DDD-38DAD157C097}"/>
              </a:ext>
            </a:extLst>
          </p:cNvPr>
          <p:cNvSpPr>
            <a:spLocks noGrp="1"/>
          </p:cNvSpPr>
          <p:nvPr>
            <p:ph type="sldNum" sz="quarter" idx="12"/>
          </p:nvPr>
        </p:nvSpPr>
        <p:spPr/>
        <p:txBody>
          <a:bodyPr/>
          <a:lstStyle/>
          <a:p>
            <a:fld id="{CD3F1533-7A02-40AA-BA8E-337594803D70}" type="slidenum">
              <a:rPr lang="en-US" smtClean="0"/>
              <a:t>‹#›</a:t>
            </a:fld>
            <a:endParaRPr lang="en-US" dirty="0"/>
          </a:p>
        </p:txBody>
      </p:sp>
    </p:spTree>
    <p:extLst>
      <p:ext uri="{BB962C8B-B14F-4D97-AF65-F5344CB8AC3E}">
        <p14:creationId xmlns:p14="http://schemas.microsoft.com/office/powerpoint/2010/main" val="3165073625"/>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preserve="1">
  <p:cSld name="Title Slide - Nabs">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Right Triangle 1">
            <a:extLst>
              <a:ext uri="{FF2B5EF4-FFF2-40B4-BE49-F238E27FC236}">
                <a16:creationId xmlns:a16="http://schemas.microsoft.com/office/drawing/2014/main" id="{C6C9C98D-378E-0B5D-E771-1E95F147F947}"/>
              </a:ext>
            </a:extLst>
          </p:cNvPr>
          <p:cNvSpPr/>
          <p:nvPr/>
        </p:nvSpPr>
        <p:spPr>
          <a:xfrm>
            <a:off x="-19877" y="-9938"/>
            <a:ext cx="8726556" cy="6917635"/>
          </a:xfrm>
          <a:custGeom>
            <a:avLst/>
            <a:gdLst>
              <a:gd name="connsiteX0" fmla="*/ 0 w 4244008"/>
              <a:gd name="connsiteY0" fmla="*/ 6858000 h 6858000"/>
              <a:gd name="connsiteX1" fmla="*/ 0 w 4244008"/>
              <a:gd name="connsiteY1" fmla="*/ 0 h 6858000"/>
              <a:gd name="connsiteX2" fmla="*/ 4244008 w 4244008"/>
              <a:gd name="connsiteY2" fmla="*/ 6858000 h 6858000"/>
              <a:gd name="connsiteX3" fmla="*/ 0 w 4244008"/>
              <a:gd name="connsiteY3" fmla="*/ 6858000 h 6858000"/>
              <a:gd name="connsiteX0" fmla="*/ 1 w 4244009"/>
              <a:gd name="connsiteY0" fmla="*/ 6858000 h 6858000"/>
              <a:gd name="connsiteX1" fmla="*/ 0 w 4244009"/>
              <a:gd name="connsiteY1" fmla="*/ 1023730 h 6858000"/>
              <a:gd name="connsiteX2" fmla="*/ 1 w 4244009"/>
              <a:gd name="connsiteY2" fmla="*/ 0 h 6858000"/>
              <a:gd name="connsiteX3" fmla="*/ 4244009 w 4244009"/>
              <a:gd name="connsiteY3" fmla="*/ 6858000 h 6858000"/>
              <a:gd name="connsiteX4" fmla="*/ 1 w 4244009"/>
              <a:gd name="connsiteY4" fmla="*/ 6858000 h 6858000"/>
              <a:gd name="connsiteX0" fmla="*/ 655983 w 4899991"/>
              <a:gd name="connsiteY0" fmla="*/ 6912905 h 6912905"/>
              <a:gd name="connsiteX1" fmla="*/ 0 w 4899991"/>
              <a:gd name="connsiteY1" fmla="*/ 104600 h 6912905"/>
              <a:gd name="connsiteX2" fmla="*/ 655983 w 4899991"/>
              <a:gd name="connsiteY2" fmla="*/ 54905 h 6912905"/>
              <a:gd name="connsiteX3" fmla="*/ 4899991 w 4899991"/>
              <a:gd name="connsiteY3" fmla="*/ 6912905 h 6912905"/>
              <a:gd name="connsiteX4" fmla="*/ 655983 w 4899991"/>
              <a:gd name="connsiteY4" fmla="*/ 6912905 h 6912905"/>
              <a:gd name="connsiteX0" fmla="*/ 19878 w 4899991"/>
              <a:gd name="connsiteY0" fmla="*/ 6922844 h 6922844"/>
              <a:gd name="connsiteX1" fmla="*/ 0 w 4899991"/>
              <a:gd name="connsiteY1" fmla="*/ 104600 h 6922844"/>
              <a:gd name="connsiteX2" fmla="*/ 655983 w 4899991"/>
              <a:gd name="connsiteY2" fmla="*/ 54905 h 6922844"/>
              <a:gd name="connsiteX3" fmla="*/ 4899991 w 4899991"/>
              <a:gd name="connsiteY3" fmla="*/ 6912905 h 6922844"/>
              <a:gd name="connsiteX4" fmla="*/ 19878 w 4899991"/>
              <a:gd name="connsiteY4" fmla="*/ 6922844 h 6922844"/>
              <a:gd name="connsiteX0" fmla="*/ 19878 w 4899991"/>
              <a:gd name="connsiteY0" fmla="*/ 6983106 h 6983106"/>
              <a:gd name="connsiteX1" fmla="*/ 0 w 4899991"/>
              <a:gd name="connsiteY1" fmla="*/ 164862 h 6983106"/>
              <a:gd name="connsiteX2" fmla="*/ 655983 w 4899991"/>
              <a:gd name="connsiteY2" fmla="*/ 115167 h 6983106"/>
              <a:gd name="connsiteX3" fmla="*/ 4899991 w 4899991"/>
              <a:gd name="connsiteY3" fmla="*/ 6973167 h 6983106"/>
              <a:gd name="connsiteX4" fmla="*/ 19878 w 4899991"/>
              <a:gd name="connsiteY4" fmla="*/ 6983106 h 6983106"/>
              <a:gd name="connsiteX0" fmla="*/ 19878 w 4899991"/>
              <a:gd name="connsiteY0" fmla="*/ 6867939 h 6867939"/>
              <a:gd name="connsiteX1" fmla="*/ 0 w 4899991"/>
              <a:gd name="connsiteY1" fmla="*/ 49695 h 6867939"/>
              <a:gd name="connsiteX2" fmla="*/ 655983 w 4899991"/>
              <a:gd name="connsiteY2" fmla="*/ 0 h 6867939"/>
              <a:gd name="connsiteX3" fmla="*/ 4899991 w 4899991"/>
              <a:gd name="connsiteY3" fmla="*/ 6858000 h 6867939"/>
              <a:gd name="connsiteX4" fmla="*/ 19878 w 4899991"/>
              <a:gd name="connsiteY4" fmla="*/ 6867939 h 6867939"/>
              <a:gd name="connsiteX0" fmla="*/ 29817 w 4909930"/>
              <a:gd name="connsiteY0" fmla="*/ 6877879 h 6877879"/>
              <a:gd name="connsiteX1" fmla="*/ 0 w 4909930"/>
              <a:gd name="connsiteY1" fmla="*/ 0 h 6877879"/>
              <a:gd name="connsiteX2" fmla="*/ 665922 w 4909930"/>
              <a:gd name="connsiteY2" fmla="*/ 9940 h 6877879"/>
              <a:gd name="connsiteX3" fmla="*/ 4909930 w 4909930"/>
              <a:gd name="connsiteY3" fmla="*/ 6867940 h 6877879"/>
              <a:gd name="connsiteX4" fmla="*/ 29817 w 4909930"/>
              <a:gd name="connsiteY4" fmla="*/ 6877879 h 6877879"/>
              <a:gd name="connsiteX0" fmla="*/ 29817 w 4909930"/>
              <a:gd name="connsiteY0" fmla="*/ 6877879 h 6877879"/>
              <a:gd name="connsiteX1" fmla="*/ 0 w 4909930"/>
              <a:gd name="connsiteY1" fmla="*/ 0 h 6877879"/>
              <a:gd name="connsiteX2" fmla="*/ 665922 w 4909930"/>
              <a:gd name="connsiteY2" fmla="*/ 9940 h 6877879"/>
              <a:gd name="connsiteX3" fmla="*/ 4909930 w 4909930"/>
              <a:gd name="connsiteY3" fmla="*/ 6867940 h 6877879"/>
              <a:gd name="connsiteX4" fmla="*/ 29817 w 4909930"/>
              <a:gd name="connsiteY4" fmla="*/ 6877879 h 6877879"/>
              <a:gd name="connsiteX0" fmla="*/ 29817 w 4909930"/>
              <a:gd name="connsiteY0" fmla="*/ 6877879 h 6877879"/>
              <a:gd name="connsiteX1" fmla="*/ 0 w 4909930"/>
              <a:gd name="connsiteY1" fmla="*/ 0 h 6877879"/>
              <a:gd name="connsiteX2" fmla="*/ 665922 w 4909930"/>
              <a:gd name="connsiteY2" fmla="*/ 9940 h 6877879"/>
              <a:gd name="connsiteX3" fmla="*/ 4909930 w 4909930"/>
              <a:gd name="connsiteY3" fmla="*/ 6867940 h 6877879"/>
              <a:gd name="connsiteX4" fmla="*/ 29817 w 4909930"/>
              <a:gd name="connsiteY4" fmla="*/ 6877879 h 6877879"/>
              <a:gd name="connsiteX0" fmla="*/ 29817 w 4909930"/>
              <a:gd name="connsiteY0" fmla="*/ 6881616 h 6881616"/>
              <a:gd name="connsiteX1" fmla="*/ 0 w 4909930"/>
              <a:gd name="connsiteY1" fmla="*/ 3737 h 6881616"/>
              <a:gd name="connsiteX2" fmla="*/ 665922 w 4909930"/>
              <a:gd name="connsiteY2" fmla="*/ 13677 h 6881616"/>
              <a:gd name="connsiteX3" fmla="*/ 4909930 w 4909930"/>
              <a:gd name="connsiteY3" fmla="*/ 6871677 h 6881616"/>
              <a:gd name="connsiteX4" fmla="*/ 29817 w 4909930"/>
              <a:gd name="connsiteY4" fmla="*/ 6881616 h 6881616"/>
              <a:gd name="connsiteX0" fmla="*/ 29817 w 4909930"/>
              <a:gd name="connsiteY0" fmla="*/ 6867939 h 6867939"/>
              <a:gd name="connsiteX1" fmla="*/ 0 w 4909930"/>
              <a:gd name="connsiteY1" fmla="*/ 9938 h 6867939"/>
              <a:gd name="connsiteX2" fmla="*/ 665922 w 4909930"/>
              <a:gd name="connsiteY2" fmla="*/ 0 h 6867939"/>
              <a:gd name="connsiteX3" fmla="*/ 4909930 w 4909930"/>
              <a:gd name="connsiteY3" fmla="*/ 6858000 h 6867939"/>
              <a:gd name="connsiteX4" fmla="*/ 29817 w 4909930"/>
              <a:gd name="connsiteY4" fmla="*/ 6867939 h 6867939"/>
              <a:gd name="connsiteX0" fmla="*/ 39756 w 4919869"/>
              <a:gd name="connsiteY0" fmla="*/ 6881616 h 6881616"/>
              <a:gd name="connsiteX1" fmla="*/ 0 w 4919869"/>
              <a:gd name="connsiteY1" fmla="*/ 3737 h 6881616"/>
              <a:gd name="connsiteX2" fmla="*/ 675861 w 4919869"/>
              <a:gd name="connsiteY2" fmla="*/ 13677 h 6881616"/>
              <a:gd name="connsiteX3" fmla="*/ 4919869 w 4919869"/>
              <a:gd name="connsiteY3" fmla="*/ 6871677 h 6881616"/>
              <a:gd name="connsiteX4" fmla="*/ 39756 w 4919869"/>
              <a:gd name="connsiteY4" fmla="*/ 6881616 h 6881616"/>
              <a:gd name="connsiteX0" fmla="*/ 4084982 w 8965095"/>
              <a:gd name="connsiteY0" fmla="*/ 6873159 h 6873159"/>
              <a:gd name="connsiteX1" fmla="*/ 0 w 8965095"/>
              <a:gd name="connsiteY1" fmla="*/ 5220 h 6873159"/>
              <a:gd name="connsiteX2" fmla="*/ 4721087 w 8965095"/>
              <a:gd name="connsiteY2" fmla="*/ 5220 h 6873159"/>
              <a:gd name="connsiteX3" fmla="*/ 8965095 w 8965095"/>
              <a:gd name="connsiteY3" fmla="*/ 6863220 h 6873159"/>
              <a:gd name="connsiteX4" fmla="*/ 4084982 w 8965095"/>
              <a:gd name="connsiteY4" fmla="*/ 6873159 h 6873159"/>
              <a:gd name="connsiteX0" fmla="*/ 19877 w 8965095"/>
              <a:gd name="connsiteY0" fmla="*/ 6853281 h 6863220"/>
              <a:gd name="connsiteX1" fmla="*/ 0 w 8965095"/>
              <a:gd name="connsiteY1" fmla="*/ 5220 h 6863220"/>
              <a:gd name="connsiteX2" fmla="*/ 4721087 w 8965095"/>
              <a:gd name="connsiteY2" fmla="*/ 5220 h 6863220"/>
              <a:gd name="connsiteX3" fmla="*/ 8965095 w 8965095"/>
              <a:gd name="connsiteY3" fmla="*/ 6863220 h 6863220"/>
              <a:gd name="connsiteX4" fmla="*/ 19877 w 8965095"/>
              <a:gd name="connsiteY4" fmla="*/ 6853281 h 6863220"/>
              <a:gd name="connsiteX0" fmla="*/ 0 w 8975035"/>
              <a:gd name="connsiteY0" fmla="*/ 6873159 h 6873159"/>
              <a:gd name="connsiteX1" fmla="*/ 9940 w 8975035"/>
              <a:gd name="connsiteY1" fmla="*/ 5220 h 6873159"/>
              <a:gd name="connsiteX2" fmla="*/ 4731027 w 8975035"/>
              <a:gd name="connsiteY2" fmla="*/ 5220 h 6873159"/>
              <a:gd name="connsiteX3" fmla="*/ 8975035 w 8975035"/>
              <a:gd name="connsiteY3" fmla="*/ 6863220 h 6873159"/>
              <a:gd name="connsiteX4" fmla="*/ 0 w 8975035"/>
              <a:gd name="connsiteY4" fmla="*/ 6873159 h 6873159"/>
              <a:gd name="connsiteX0" fmla="*/ 318051 w 8965095"/>
              <a:gd name="connsiteY0" fmla="*/ 6893037 h 6893037"/>
              <a:gd name="connsiteX1" fmla="*/ 0 w 8965095"/>
              <a:gd name="connsiteY1" fmla="*/ 5220 h 6893037"/>
              <a:gd name="connsiteX2" fmla="*/ 4721087 w 8965095"/>
              <a:gd name="connsiteY2" fmla="*/ 5220 h 6893037"/>
              <a:gd name="connsiteX3" fmla="*/ 8965095 w 8965095"/>
              <a:gd name="connsiteY3" fmla="*/ 6863220 h 6893037"/>
              <a:gd name="connsiteX4" fmla="*/ 318051 w 8965095"/>
              <a:gd name="connsiteY4" fmla="*/ 6893037 h 6893037"/>
              <a:gd name="connsiteX0" fmla="*/ 248477 w 8965095"/>
              <a:gd name="connsiteY0" fmla="*/ 6912916 h 6912916"/>
              <a:gd name="connsiteX1" fmla="*/ 0 w 8965095"/>
              <a:gd name="connsiteY1" fmla="*/ 5220 h 6912916"/>
              <a:gd name="connsiteX2" fmla="*/ 4721087 w 8965095"/>
              <a:gd name="connsiteY2" fmla="*/ 5220 h 6912916"/>
              <a:gd name="connsiteX3" fmla="*/ 8965095 w 8965095"/>
              <a:gd name="connsiteY3" fmla="*/ 6863220 h 6912916"/>
              <a:gd name="connsiteX4" fmla="*/ 248477 w 8965095"/>
              <a:gd name="connsiteY4" fmla="*/ 6912916 h 6912916"/>
              <a:gd name="connsiteX0" fmla="*/ 89451 w 8806069"/>
              <a:gd name="connsiteY0" fmla="*/ 6907696 h 6907696"/>
              <a:gd name="connsiteX1" fmla="*/ 0 w 8806069"/>
              <a:gd name="connsiteY1" fmla="*/ 39756 h 6907696"/>
              <a:gd name="connsiteX2" fmla="*/ 4562061 w 8806069"/>
              <a:gd name="connsiteY2" fmla="*/ 0 h 6907696"/>
              <a:gd name="connsiteX3" fmla="*/ 8806069 w 8806069"/>
              <a:gd name="connsiteY3" fmla="*/ 6858000 h 6907696"/>
              <a:gd name="connsiteX4" fmla="*/ 89451 w 8806069"/>
              <a:gd name="connsiteY4" fmla="*/ 6907696 h 6907696"/>
              <a:gd name="connsiteX0" fmla="*/ 0 w 8716618"/>
              <a:gd name="connsiteY0" fmla="*/ 6907696 h 6907696"/>
              <a:gd name="connsiteX1" fmla="*/ 1 w 8716618"/>
              <a:gd name="connsiteY1" fmla="*/ 9939 h 6907696"/>
              <a:gd name="connsiteX2" fmla="*/ 4472610 w 8716618"/>
              <a:gd name="connsiteY2" fmla="*/ 0 h 6907696"/>
              <a:gd name="connsiteX3" fmla="*/ 8716618 w 8716618"/>
              <a:gd name="connsiteY3" fmla="*/ 6858000 h 6907696"/>
              <a:gd name="connsiteX4" fmla="*/ 0 w 8716618"/>
              <a:gd name="connsiteY4" fmla="*/ 6907696 h 6907696"/>
              <a:gd name="connsiteX0" fmla="*/ 9938 w 8726556"/>
              <a:gd name="connsiteY0" fmla="*/ 6921372 h 6921372"/>
              <a:gd name="connsiteX1" fmla="*/ 0 w 8726556"/>
              <a:gd name="connsiteY1" fmla="*/ 3737 h 6921372"/>
              <a:gd name="connsiteX2" fmla="*/ 4482548 w 8726556"/>
              <a:gd name="connsiteY2" fmla="*/ 13676 h 6921372"/>
              <a:gd name="connsiteX3" fmla="*/ 8726556 w 8726556"/>
              <a:gd name="connsiteY3" fmla="*/ 6871676 h 6921372"/>
              <a:gd name="connsiteX4" fmla="*/ 9938 w 8726556"/>
              <a:gd name="connsiteY4" fmla="*/ 6921372 h 6921372"/>
              <a:gd name="connsiteX0" fmla="*/ 9938 w 8726556"/>
              <a:gd name="connsiteY0" fmla="*/ 6917635 h 6917635"/>
              <a:gd name="connsiteX1" fmla="*/ 0 w 8726556"/>
              <a:gd name="connsiteY1" fmla="*/ 0 h 6917635"/>
              <a:gd name="connsiteX2" fmla="*/ 4482548 w 8726556"/>
              <a:gd name="connsiteY2" fmla="*/ 9939 h 6917635"/>
              <a:gd name="connsiteX3" fmla="*/ 8726556 w 8726556"/>
              <a:gd name="connsiteY3" fmla="*/ 6867939 h 6917635"/>
              <a:gd name="connsiteX4" fmla="*/ 9938 w 8726556"/>
              <a:gd name="connsiteY4" fmla="*/ 6917635 h 69176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26556" h="6917635">
                <a:moveTo>
                  <a:pt x="9938" y="6917635"/>
                </a:moveTo>
                <a:cubicBezTo>
                  <a:pt x="9938" y="4972878"/>
                  <a:pt x="14908" y="3438939"/>
                  <a:pt x="0" y="0"/>
                </a:cubicBezTo>
                <a:lnTo>
                  <a:pt x="4482548" y="9939"/>
                </a:lnTo>
                <a:lnTo>
                  <a:pt x="8726556" y="6867939"/>
                </a:lnTo>
                <a:lnTo>
                  <a:pt x="9938" y="6917635"/>
                </a:lnTo>
                <a:close/>
              </a:path>
            </a:pathLst>
          </a:custGeom>
          <a:solidFill>
            <a:schemeClr val="bg1"/>
          </a:solidFill>
          <a:ln w="12700" cap="flat">
            <a:noFill/>
            <a:miter lim="400000"/>
          </a:ln>
          <a:effectLst>
            <a:outerShdw blurRad="171482" dist="89822" algn="l" rotWithShape="0">
              <a:srgbClr val="063958">
                <a:alpha val="91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lstStyle/>
          <a:p>
            <a:pPr lvl="0" algn="ctr"/>
            <a:endParaRPr lang="en-US" sz="1200" dirty="0">
              <a:solidFill>
                <a:srgbClr val="50626A"/>
              </a:solidFill>
              <a:latin typeface="Arial" panose="020B0604020202020204" pitchFamily="34" charset="0"/>
              <a:ea typeface="+mn-ea"/>
              <a:cs typeface="+mn-cs"/>
              <a:sym typeface="Calibri"/>
            </a:endParaRPr>
          </a:p>
        </p:txBody>
      </p:sp>
      <p:pic>
        <p:nvPicPr>
          <p:cNvPr id="8" name="Picture 7">
            <a:extLst>
              <a:ext uri="{FF2B5EF4-FFF2-40B4-BE49-F238E27FC236}">
                <a16:creationId xmlns:a16="http://schemas.microsoft.com/office/drawing/2014/main" id="{A884A716-13EB-3776-396E-6D16BE0888EC}"/>
              </a:ext>
            </a:extLst>
          </p:cNvPr>
          <p:cNvPicPr>
            <a:picLocks noChangeAspect="1"/>
          </p:cNvPicPr>
          <p:nvPr/>
        </p:nvPicPr>
        <p:blipFill>
          <a:blip r:embed="rId3" cstate="screen">
            <a:extLst>
              <a:ext uri="{28A0092B-C50C-407E-A947-70E740481C1C}">
                <a14:useLocalDpi xmlns:a14="http://schemas.microsoft.com/office/drawing/2010/main"/>
              </a:ext>
            </a:extLst>
          </a:blip>
          <a:srcRect/>
          <a:stretch/>
        </p:blipFill>
        <p:spPr>
          <a:xfrm>
            <a:off x="469900" y="889000"/>
            <a:ext cx="3568700" cy="2324966"/>
          </a:xfrm>
          <a:prstGeom prst="rect">
            <a:avLst/>
          </a:prstGeom>
          <a:effectLst/>
        </p:spPr>
      </p:pic>
      <p:sp>
        <p:nvSpPr>
          <p:cNvPr id="5" name="Text Placeholder 4">
            <a:extLst>
              <a:ext uri="{FF2B5EF4-FFF2-40B4-BE49-F238E27FC236}">
                <a16:creationId xmlns:a16="http://schemas.microsoft.com/office/drawing/2014/main" id="{22B9F82C-68FB-4B3D-B24C-42E74B805B74}"/>
              </a:ext>
            </a:extLst>
          </p:cNvPr>
          <p:cNvSpPr>
            <a:spLocks noGrp="1"/>
          </p:cNvSpPr>
          <p:nvPr>
            <p:ph type="body" sz="quarter" idx="11" hasCustomPrompt="1"/>
          </p:nvPr>
        </p:nvSpPr>
        <p:spPr>
          <a:xfrm>
            <a:off x="407503" y="4603632"/>
            <a:ext cx="4096512" cy="219456"/>
          </a:xfrm>
        </p:spPr>
        <p:txBody>
          <a:bodyPr lIns="91440" anchor="ctr">
            <a:noAutofit/>
          </a:bodyPr>
          <a:lstStyle>
            <a:lvl1pPr marL="0" indent="0">
              <a:buNone/>
              <a:defRPr sz="1600" b="0" i="0">
                <a:solidFill>
                  <a:schemeClr val="bg2"/>
                </a:solidFill>
                <a:effectLst/>
                <a:latin typeface="Arial" panose="020B0604020202020204" pitchFamily="34" charset="0"/>
              </a:defRPr>
            </a:lvl1pPr>
          </a:lstStyle>
          <a:p>
            <a:pPr lvl="0"/>
            <a:r>
              <a:rPr lang="en-US"/>
              <a:t>Click to edit text</a:t>
            </a:r>
          </a:p>
        </p:txBody>
      </p:sp>
      <p:sp>
        <p:nvSpPr>
          <p:cNvPr id="4" name="Title 3">
            <a:extLst>
              <a:ext uri="{FF2B5EF4-FFF2-40B4-BE49-F238E27FC236}">
                <a16:creationId xmlns:a16="http://schemas.microsoft.com/office/drawing/2014/main" id="{1C1E6077-226C-F089-3ECE-23E0EFE5B774}"/>
              </a:ext>
            </a:extLst>
          </p:cNvPr>
          <p:cNvSpPr>
            <a:spLocks noGrp="1"/>
          </p:cNvSpPr>
          <p:nvPr>
            <p:ph type="title"/>
          </p:nvPr>
        </p:nvSpPr>
        <p:spPr>
          <a:xfrm>
            <a:off x="407503" y="3586375"/>
            <a:ext cx="5864087" cy="808138"/>
          </a:xfrm>
        </p:spPr>
        <p:txBody>
          <a:bodyPr lIns="91440"/>
          <a:lstStyle/>
          <a:p>
            <a:r>
              <a:rPr lang="en-US"/>
              <a:t>Click to edit Master title style</a:t>
            </a:r>
          </a:p>
        </p:txBody>
      </p:sp>
    </p:spTree>
    <p:extLst>
      <p:ext uri="{BB962C8B-B14F-4D97-AF65-F5344CB8AC3E}">
        <p14:creationId xmlns:p14="http://schemas.microsoft.com/office/powerpoint/2010/main" val="8611993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preserve="1" userDrawn="1">
  <p:cSld name="Nabs Divider">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D1665B39-5A65-20DC-416D-D7106520AEB9}"/>
              </a:ext>
            </a:extLst>
          </p:cNvPr>
          <p:cNvSpPr/>
          <p:nvPr/>
        </p:nvSpPr>
        <p:spPr>
          <a:xfrm>
            <a:off x="0" y="1669775"/>
            <a:ext cx="12192000" cy="3766930"/>
          </a:xfrm>
          <a:prstGeom prst="rect">
            <a:avLst/>
          </a:prstGeom>
          <a:solidFill>
            <a:schemeClr val="bg1">
              <a:alpha val="87619"/>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p>
        </p:txBody>
      </p:sp>
      <p:sp>
        <p:nvSpPr>
          <p:cNvPr id="6" name="Right Triangle 1">
            <a:extLst>
              <a:ext uri="{FF2B5EF4-FFF2-40B4-BE49-F238E27FC236}">
                <a16:creationId xmlns:a16="http://schemas.microsoft.com/office/drawing/2014/main" id="{6181DB09-2547-7198-4AA8-746B7585D9AD}"/>
              </a:ext>
            </a:extLst>
          </p:cNvPr>
          <p:cNvSpPr/>
          <p:nvPr/>
        </p:nvSpPr>
        <p:spPr>
          <a:xfrm>
            <a:off x="-16909" y="-9111"/>
            <a:ext cx="5615608" cy="6906870"/>
          </a:xfrm>
          <a:custGeom>
            <a:avLst/>
            <a:gdLst>
              <a:gd name="connsiteX0" fmla="*/ 0 w 4244008"/>
              <a:gd name="connsiteY0" fmla="*/ 6858000 h 6858000"/>
              <a:gd name="connsiteX1" fmla="*/ 0 w 4244008"/>
              <a:gd name="connsiteY1" fmla="*/ 0 h 6858000"/>
              <a:gd name="connsiteX2" fmla="*/ 4244008 w 4244008"/>
              <a:gd name="connsiteY2" fmla="*/ 6858000 h 6858000"/>
              <a:gd name="connsiteX3" fmla="*/ 0 w 4244008"/>
              <a:gd name="connsiteY3" fmla="*/ 6858000 h 6858000"/>
              <a:gd name="connsiteX0" fmla="*/ 1 w 4244009"/>
              <a:gd name="connsiteY0" fmla="*/ 6858000 h 6858000"/>
              <a:gd name="connsiteX1" fmla="*/ 0 w 4244009"/>
              <a:gd name="connsiteY1" fmla="*/ 1023730 h 6858000"/>
              <a:gd name="connsiteX2" fmla="*/ 1 w 4244009"/>
              <a:gd name="connsiteY2" fmla="*/ 0 h 6858000"/>
              <a:gd name="connsiteX3" fmla="*/ 4244009 w 4244009"/>
              <a:gd name="connsiteY3" fmla="*/ 6858000 h 6858000"/>
              <a:gd name="connsiteX4" fmla="*/ 1 w 4244009"/>
              <a:gd name="connsiteY4" fmla="*/ 6858000 h 6858000"/>
              <a:gd name="connsiteX0" fmla="*/ 655983 w 4899991"/>
              <a:gd name="connsiteY0" fmla="*/ 6912905 h 6912905"/>
              <a:gd name="connsiteX1" fmla="*/ 0 w 4899991"/>
              <a:gd name="connsiteY1" fmla="*/ 104600 h 6912905"/>
              <a:gd name="connsiteX2" fmla="*/ 655983 w 4899991"/>
              <a:gd name="connsiteY2" fmla="*/ 54905 h 6912905"/>
              <a:gd name="connsiteX3" fmla="*/ 4899991 w 4899991"/>
              <a:gd name="connsiteY3" fmla="*/ 6912905 h 6912905"/>
              <a:gd name="connsiteX4" fmla="*/ 655983 w 4899991"/>
              <a:gd name="connsiteY4" fmla="*/ 6912905 h 6912905"/>
              <a:gd name="connsiteX0" fmla="*/ 19878 w 4899991"/>
              <a:gd name="connsiteY0" fmla="*/ 6922844 h 6922844"/>
              <a:gd name="connsiteX1" fmla="*/ 0 w 4899991"/>
              <a:gd name="connsiteY1" fmla="*/ 104600 h 6922844"/>
              <a:gd name="connsiteX2" fmla="*/ 655983 w 4899991"/>
              <a:gd name="connsiteY2" fmla="*/ 54905 h 6922844"/>
              <a:gd name="connsiteX3" fmla="*/ 4899991 w 4899991"/>
              <a:gd name="connsiteY3" fmla="*/ 6912905 h 6922844"/>
              <a:gd name="connsiteX4" fmla="*/ 19878 w 4899991"/>
              <a:gd name="connsiteY4" fmla="*/ 6922844 h 6922844"/>
              <a:gd name="connsiteX0" fmla="*/ 19878 w 4899991"/>
              <a:gd name="connsiteY0" fmla="*/ 6983106 h 6983106"/>
              <a:gd name="connsiteX1" fmla="*/ 0 w 4899991"/>
              <a:gd name="connsiteY1" fmla="*/ 164862 h 6983106"/>
              <a:gd name="connsiteX2" fmla="*/ 655983 w 4899991"/>
              <a:gd name="connsiteY2" fmla="*/ 115167 h 6983106"/>
              <a:gd name="connsiteX3" fmla="*/ 4899991 w 4899991"/>
              <a:gd name="connsiteY3" fmla="*/ 6973167 h 6983106"/>
              <a:gd name="connsiteX4" fmla="*/ 19878 w 4899991"/>
              <a:gd name="connsiteY4" fmla="*/ 6983106 h 6983106"/>
              <a:gd name="connsiteX0" fmla="*/ 19878 w 4899991"/>
              <a:gd name="connsiteY0" fmla="*/ 6867939 h 6867939"/>
              <a:gd name="connsiteX1" fmla="*/ 0 w 4899991"/>
              <a:gd name="connsiteY1" fmla="*/ 49695 h 6867939"/>
              <a:gd name="connsiteX2" fmla="*/ 655983 w 4899991"/>
              <a:gd name="connsiteY2" fmla="*/ 0 h 6867939"/>
              <a:gd name="connsiteX3" fmla="*/ 4899991 w 4899991"/>
              <a:gd name="connsiteY3" fmla="*/ 6858000 h 6867939"/>
              <a:gd name="connsiteX4" fmla="*/ 19878 w 4899991"/>
              <a:gd name="connsiteY4" fmla="*/ 6867939 h 6867939"/>
              <a:gd name="connsiteX0" fmla="*/ 29817 w 4909930"/>
              <a:gd name="connsiteY0" fmla="*/ 6877879 h 6877879"/>
              <a:gd name="connsiteX1" fmla="*/ 0 w 4909930"/>
              <a:gd name="connsiteY1" fmla="*/ 0 h 6877879"/>
              <a:gd name="connsiteX2" fmla="*/ 665922 w 4909930"/>
              <a:gd name="connsiteY2" fmla="*/ 9940 h 6877879"/>
              <a:gd name="connsiteX3" fmla="*/ 4909930 w 4909930"/>
              <a:gd name="connsiteY3" fmla="*/ 6867940 h 6877879"/>
              <a:gd name="connsiteX4" fmla="*/ 29817 w 4909930"/>
              <a:gd name="connsiteY4" fmla="*/ 6877879 h 6877879"/>
              <a:gd name="connsiteX0" fmla="*/ 29817 w 4909930"/>
              <a:gd name="connsiteY0" fmla="*/ 6877879 h 6877879"/>
              <a:gd name="connsiteX1" fmla="*/ 0 w 4909930"/>
              <a:gd name="connsiteY1" fmla="*/ 0 h 6877879"/>
              <a:gd name="connsiteX2" fmla="*/ 665922 w 4909930"/>
              <a:gd name="connsiteY2" fmla="*/ 9940 h 6877879"/>
              <a:gd name="connsiteX3" fmla="*/ 4909930 w 4909930"/>
              <a:gd name="connsiteY3" fmla="*/ 6867940 h 6877879"/>
              <a:gd name="connsiteX4" fmla="*/ 29817 w 4909930"/>
              <a:gd name="connsiteY4" fmla="*/ 6877879 h 6877879"/>
              <a:gd name="connsiteX0" fmla="*/ 29817 w 4909930"/>
              <a:gd name="connsiteY0" fmla="*/ 6877879 h 6877879"/>
              <a:gd name="connsiteX1" fmla="*/ 0 w 4909930"/>
              <a:gd name="connsiteY1" fmla="*/ 0 h 6877879"/>
              <a:gd name="connsiteX2" fmla="*/ 665922 w 4909930"/>
              <a:gd name="connsiteY2" fmla="*/ 9940 h 6877879"/>
              <a:gd name="connsiteX3" fmla="*/ 4909930 w 4909930"/>
              <a:gd name="connsiteY3" fmla="*/ 6867940 h 6877879"/>
              <a:gd name="connsiteX4" fmla="*/ 29817 w 4909930"/>
              <a:gd name="connsiteY4" fmla="*/ 6877879 h 6877879"/>
              <a:gd name="connsiteX0" fmla="*/ 29817 w 4909930"/>
              <a:gd name="connsiteY0" fmla="*/ 6881616 h 6881616"/>
              <a:gd name="connsiteX1" fmla="*/ 0 w 4909930"/>
              <a:gd name="connsiteY1" fmla="*/ 3737 h 6881616"/>
              <a:gd name="connsiteX2" fmla="*/ 665922 w 4909930"/>
              <a:gd name="connsiteY2" fmla="*/ 13677 h 6881616"/>
              <a:gd name="connsiteX3" fmla="*/ 4909930 w 4909930"/>
              <a:gd name="connsiteY3" fmla="*/ 6871677 h 6881616"/>
              <a:gd name="connsiteX4" fmla="*/ 29817 w 4909930"/>
              <a:gd name="connsiteY4" fmla="*/ 6881616 h 6881616"/>
              <a:gd name="connsiteX0" fmla="*/ 29817 w 4909930"/>
              <a:gd name="connsiteY0" fmla="*/ 6867939 h 6867939"/>
              <a:gd name="connsiteX1" fmla="*/ 0 w 4909930"/>
              <a:gd name="connsiteY1" fmla="*/ 9938 h 6867939"/>
              <a:gd name="connsiteX2" fmla="*/ 665922 w 4909930"/>
              <a:gd name="connsiteY2" fmla="*/ 0 h 6867939"/>
              <a:gd name="connsiteX3" fmla="*/ 4909930 w 4909930"/>
              <a:gd name="connsiteY3" fmla="*/ 6858000 h 6867939"/>
              <a:gd name="connsiteX4" fmla="*/ 29817 w 4909930"/>
              <a:gd name="connsiteY4" fmla="*/ 6867939 h 6867939"/>
              <a:gd name="connsiteX0" fmla="*/ 39756 w 4919869"/>
              <a:gd name="connsiteY0" fmla="*/ 6881616 h 6881616"/>
              <a:gd name="connsiteX1" fmla="*/ 0 w 4919869"/>
              <a:gd name="connsiteY1" fmla="*/ 3737 h 6881616"/>
              <a:gd name="connsiteX2" fmla="*/ 675861 w 4919869"/>
              <a:gd name="connsiteY2" fmla="*/ 13677 h 6881616"/>
              <a:gd name="connsiteX3" fmla="*/ 4919869 w 4919869"/>
              <a:gd name="connsiteY3" fmla="*/ 6871677 h 6881616"/>
              <a:gd name="connsiteX4" fmla="*/ 39756 w 4919869"/>
              <a:gd name="connsiteY4" fmla="*/ 6881616 h 6881616"/>
              <a:gd name="connsiteX0" fmla="*/ 4084982 w 8965095"/>
              <a:gd name="connsiteY0" fmla="*/ 6873159 h 6873159"/>
              <a:gd name="connsiteX1" fmla="*/ 0 w 8965095"/>
              <a:gd name="connsiteY1" fmla="*/ 5220 h 6873159"/>
              <a:gd name="connsiteX2" fmla="*/ 4721087 w 8965095"/>
              <a:gd name="connsiteY2" fmla="*/ 5220 h 6873159"/>
              <a:gd name="connsiteX3" fmla="*/ 8965095 w 8965095"/>
              <a:gd name="connsiteY3" fmla="*/ 6863220 h 6873159"/>
              <a:gd name="connsiteX4" fmla="*/ 4084982 w 8965095"/>
              <a:gd name="connsiteY4" fmla="*/ 6873159 h 6873159"/>
              <a:gd name="connsiteX0" fmla="*/ 19877 w 8965095"/>
              <a:gd name="connsiteY0" fmla="*/ 6853281 h 6863220"/>
              <a:gd name="connsiteX1" fmla="*/ 0 w 8965095"/>
              <a:gd name="connsiteY1" fmla="*/ 5220 h 6863220"/>
              <a:gd name="connsiteX2" fmla="*/ 4721087 w 8965095"/>
              <a:gd name="connsiteY2" fmla="*/ 5220 h 6863220"/>
              <a:gd name="connsiteX3" fmla="*/ 8965095 w 8965095"/>
              <a:gd name="connsiteY3" fmla="*/ 6863220 h 6863220"/>
              <a:gd name="connsiteX4" fmla="*/ 19877 w 8965095"/>
              <a:gd name="connsiteY4" fmla="*/ 6853281 h 6863220"/>
              <a:gd name="connsiteX0" fmla="*/ 0 w 8975035"/>
              <a:gd name="connsiteY0" fmla="*/ 6873159 h 6873159"/>
              <a:gd name="connsiteX1" fmla="*/ 9940 w 8975035"/>
              <a:gd name="connsiteY1" fmla="*/ 5220 h 6873159"/>
              <a:gd name="connsiteX2" fmla="*/ 4731027 w 8975035"/>
              <a:gd name="connsiteY2" fmla="*/ 5220 h 6873159"/>
              <a:gd name="connsiteX3" fmla="*/ 8975035 w 8975035"/>
              <a:gd name="connsiteY3" fmla="*/ 6863220 h 6873159"/>
              <a:gd name="connsiteX4" fmla="*/ 0 w 8975035"/>
              <a:gd name="connsiteY4" fmla="*/ 6873159 h 6873159"/>
              <a:gd name="connsiteX0" fmla="*/ 318051 w 8965095"/>
              <a:gd name="connsiteY0" fmla="*/ 6893037 h 6893037"/>
              <a:gd name="connsiteX1" fmla="*/ 0 w 8965095"/>
              <a:gd name="connsiteY1" fmla="*/ 5220 h 6893037"/>
              <a:gd name="connsiteX2" fmla="*/ 4721087 w 8965095"/>
              <a:gd name="connsiteY2" fmla="*/ 5220 h 6893037"/>
              <a:gd name="connsiteX3" fmla="*/ 8965095 w 8965095"/>
              <a:gd name="connsiteY3" fmla="*/ 6863220 h 6893037"/>
              <a:gd name="connsiteX4" fmla="*/ 318051 w 8965095"/>
              <a:gd name="connsiteY4" fmla="*/ 6893037 h 6893037"/>
              <a:gd name="connsiteX0" fmla="*/ 248477 w 8965095"/>
              <a:gd name="connsiteY0" fmla="*/ 6912916 h 6912916"/>
              <a:gd name="connsiteX1" fmla="*/ 0 w 8965095"/>
              <a:gd name="connsiteY1" fmla="*/ 5220 h 6912916"/>
              <a:gd name="connsiteX2" fmla="*/ 4721087 w 8965095"/>
              <a:gd name="connsiteY2" fmla="*/ 5220 h 6912916"/>
              <a:gd name="connsiteX3" fmla="*/ 8965095 w 8965095"/>
              <a:gd name="connsiteY3" fmla="*/ 6863220 h 6912916"/>
              <a:gd name="connsiteX4" fmla="*/ 248477 w 8965095"/>
              <a:gd name="connsiteY4" fmla="*/ 6912916 h 6912916"/>
              <a:gd name="connsiteX0" fmla="*/ 89451 w 8806069"/>
              <a:gd name="connsiteY0" fmla="*/ 6907696 h 6907696"/>
              <a:gd name="connsiteX1" fmla="*/ 0 w 8806069"/>
              <a:gd name="connsiteY1" fmla="*/ 39756 h 6907696"/>
              <a:gd name="connsiteX2" fmla="*/ 4562061 w 8806069"/>
              <a:gd name="connsiteY2" fmla="*/ 0 h 6907696"/>
              <a:gd name="connsiteX3" fmla="*/ 8806069 w 8806069"/>
              <a:gd name="connsiteY3" fmla="*/ 6858000 h 6907696"/>
              <a:gd name="connsiteX4" fmla="*/ 89451 w 8806069"/>
              <a:gd name="connsiteY4" fmla="*/ 6907696 h 6907696"/>
              <a:gd name="connsiteX0" fmla="*/ 0 w 8716618"/>
              <a:gd name="connsiteY0" fmla="*/ 6907696 h 6907696"/>
              <a:gd name="connsiteX1" fmla="*/ 1 w 8716618"/>
              <a:gd name="connsiteY1" fmla="*/ 9939 h 6907696"/>
              <a:gd name="connsiteX2" fmla="*/ 4472610 w 8716618"/>
              <a:gd name="connsiteY2" fmla="*/ 0 h 6907696"/>
              <a:gd name="connsiteX3" fmla="*/ 8716618 w 8716618"/>
              <a:gd name="connsiteY3" fmla="*/ 6858000 h 6907696"/>
              <a:gd name="connsiteX4" fmla="*/ 0 w 8716618"/>
              <a:gd name="connsiteY4" fmla="*/ 6907696 h 6907696"/>
              <a:gd name="connsiteX0" fmla="*/ 9938 w 8726556"/>
              <a:gd name="connsiteY0" fmla="*/ 6921372 h 6921372"/>
              <a:gd name="connsiteX1" fmla="*/ 0 w 8726556"/>
              <a:gd name="connsiteY1" fmla="*/ 3737 h 6921372"/>
              <a:gd name="connsiteX2" fmla="*/ 4482548 w 8726556"/>
              <a:gd name="connsiteY2" fmla="*/ 13676 h 6921372"/>
              <a:gd name="connsiteX3" fmla="*/ 8726556 w 8726556"/>
              <a:gd name="connsiteY3" fmla="*/ 6871676 h 6921372"/>
              <a:gd name="connsiteX4" fmla="*/ 9938 w 8726556"/>
              <a:gd name="connsiteY4" fmla="*/ 6921372 h 6921372"/>
              <a:gd name="connsiteX0" fmla="*/ 9938 w 8726556"/>
              <a:gd name="connsiteY0" fmla="*/ 6917635 h 6917635"/>
              <a:gd name="connsiteX1" fmla="*/ 0 w 8726556"/>
              <a:gd name="connsiteY1" fmla="*/ 0 h 6917635"/>
              <a:gd name="connsiteX2" fmla="*/ 4482548 w 8726556"/>
              <a:gd name="connsiteY2" fmla="*/ 9939 h 6917635"/>
              <a:gd name="connsiteX3" fmla="*/ 8726556 w 8726556"/>
              <a:gd name="connsiteY3" fmla="*/ 6867939 h 6917635"/>
              <a:gd name="connsiteX4" fmla="*/ 9938 w 8726556"/>
              <a:gd name="connsiteY4" fmla="*/ 6917635 h 6917635"/>
              <a:gd name="connsiteX0" fmla="*/ 0 w 8716618"/>
              <a:gd name="connsiteY0" fmla="*/ 6907696 h 6907696"/>
              <a:gd name="connsiteX1" fmla="*/ 1470992 w 8716618"/>
              <a:gd name="connsiteY1" fmla="*/ 168965 h 6907696"/>
              <a:gd name="connsiteX2" fmla="*/ 4472610 w 8716618"/>
              <a:gd name="connsiteY2" fmla="*/ 0 h 6907696"/>
              <a:gd name="connsiteX3" fmla="*/ 8716618 w 8716618"/>
              <a:gd name="connsiteY3" fmla="*/ 6858000 h 6907696"/>
              <a:gd name="connsiteX4" fmla="*/ 0 w 8716618"/>
              <a:gd name="connsiteY4" fmla="*/ 6907696 h 6907696"/>
              <a:gd name="connsiteX0" fmla="*/ 0 w 8716618"/>
              <a:gd name="connsiteY0" fmla="*/ 6907696 h 6907696"/>
              <a:gd name="connsiteX1" fmla="*/ 3110949 w 8716618"/>
              <a:gd name="connsiteY1" fmla="*/ 9939 h 6907696"/>
              <a:gd name="connsiteX2" fmla="*/ 4472610 w 8716618"/>
              <a:gd name="connsiteY2" fmla="*/ 0 h 6907696"/>
              <a:gd name="connsiteX3" fmla="*/ 8716618 w 8716618"/>
              <a:gd name="connsiteY3" fmla="*/ 6858000 h 6907696"/>
              <a:gd name="connsiteX4" fmla="*/ 0 w 8716618"/>
              <a:gd name="connsiteY4" fmla="*/ 6907696 h 6907696"/>
              <a:gd name="connsiteX0" fmla="*/ 0 w 5724940"/>
              <a:gd name="connsiteY0" fmla="*/ 6907696 h 6907696"/>
              <a:gd name="connsiteX1" fmla="*/ 119271 w 5724940"/>
              <a:gd name="connsiteY1" fmla="*/ 9939 h 6907696"/>
              <a:gd name="connsiteX2" fmla="*/ 1480932 w 5724940"/>
              <a:gd name="connsiteY2" fmla="*/ 0 h 6907696"/>
              <a:gd name="connsiteX3" fmla="*/ 5724940 w 5724940"/>
              <a:gd name="connsiteY3" fmla="*/ 6858000 h 6907696"/>
              <a:gd name="connsiteX4" fmla="*/ 0 w 5724940"/>
              <a:gd name="connsiteY4" fmla="*/ 6907696 h 6907696"/>
              <a:gd name="connsiteX0" fmla="*/ 29816 w 5605669"/>
              <a:gd name="connsiteY0" fmla="*/ 6907696 h 6907696"/>
              <a:gd name="connsiteX1" fmla="*/ 0 w 5605669"/>
              <a:gd name="connsiteY1" fmla="*/ 9939 h 6907696"/>
              <a:gd name="connsiteX2" fmla="*/ 1361661 w 5605669"/>
              <a:gd name="connsiteY2" fmla="*/ 0 h 6907696"/>
              <a:gd name="connsiteX3" fmla="*/ 5605669 w 5605669"/>
              <a:gd name="connsiteY3" fmla="*/ 6858000 h 6907696"/>
              <a:gd name="connsiteX4" fmla="*/ 29816 w 5605669"/>
              <a:gd name="connsiteY4" fmla="*/ 6907696 h 6907696"/>
              <a:gd name="connsiteX0" fmla="*/ 69573 w 5605669"/>
              <a:gd name="connsiteY0" fmla="*/ 6937513 h 6937513"/>
              <a:gd name="connsiteX1" fmla="*/ 0 w 5605669"/>
              <a:gd name="connsiteY1" fmla="*/ 9939 h 6937513"/>
              <a:gd name="connsiteX2" fmla="*/ 1361661 w 5605669"/>
              <a:gd name="connsiteY2" fmla="*/ 0 h 6937513"/>
              <a:gd name="connsiteX3" fmla="*/ 5605669 w 5605669"/>
              <a:gd name="connsiteY3" fmla="*/ 6858000 h 6937513"/>
              <a:gd name="connsiteX4" fmla="*/ 69573 w 5605669"/>
              <a:gd name="connsiteY4" fmla="*/ 6937513 h 6937513"/>
              <a:gd name="connsiteX0" fmla="*/ 0 w 5605670"/>
              <a:gd name="connsiteY0" fmla="*/ 6897757 h 6897757"/>
              <a:gd name="connsiteX1" fmla="*/ 1 w 5605670"/>
              <a:gd name="connsiteY1" fmla="*/ 9939 h 6897757"/>
              <a:gd name="connsiteX2" fmla="*/ 1361662 w 5605670"/>
              <a:gd name="connsiteY2" fmla="*/ 0 h 6897757"/>
              <a:gd name="connsiteX3" fmla="*/ 5605670 w 5605670"/>
              <a:gd name="connsiteY3" fmla="*/ 6858000 h 6897757"/>
              <a:gd name="connsiteX4" fmla="*/ 0 w 5605670"/>
              <a:gd name="connsiteY4" fmla="*/ 6897757 h 6897757"/>
              <a:gd name="connsiteX0" fmla="*/ 9938 w 5615608"/>
              <a:gd name="connsiteY0" fmla="*/ 6897757 h 6897757"/>
              <a:gd name="connsiteX1" fmla="*/ 0 w 5615608"/>
              <a:gd name="connsiteY1" fmla="*/ 9939 h 6897757"/>
              <a:gd name="connsiteX2" fmla="*/ 1371600 w 5615608"/>
              <a:gd name="connsiteY2" fmla="*/ 0 h 6897757"/>
              <a:gd name="connsiteX3" fmla="*/ 5615608 w 5615608"/>
              <a:gd name="connsiteY3" fmla="*/ 6858000 h 6897757"/>
              <a:gd name="connsiteX4" fmla="*/ 9938 w 5615608"/>
              <a:gd name="connsiteY4" fmla="*/ 6897757 h 6897757"/>
              <a:gd name="connsiteX0" fmla="*/ 9938 w 5615608"/>
              <a:gd name="connsiteY0" fmla="*/ 6906868 h 6906868"/>
              <a:gd name="connsiteX1" fmla="*/ 0 w 5615608"/>
              <a:gd name="connsiteY1" fmla="*/ 0 h 6906868"/>
              <a:gd name="connsiteX2" fmla="*/ 1371600 w 5615608"/>
              <a:gd name="connsiteY2" fmla="*/ 9111 h 6906868"/>
              <a:gd name="connsiteX3" fmla="*/ 5615608 w 5615608"/>
              <a:gd name="connsiteY3" fmla="*/ 6867111 h 6906868"/>
              <a:gd name="connsiteX4" fmla="*/ 9938 w 5615608"/>
              <a:gd name="connsiteY4" fmla="*/ 6906868 h 6906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15608" h="6906868">
                <a:moveTo>
                  <a:pt x="9938" y="6906868"/>
                </a:moveTo>
                <a:cubicBezTo>
                  <a:pt x="9938" y="4962111"/>
                  <a:pt x="14908" y="3438939"/>
                  <a:pt x="0" y="0"/>
                </a:cubicBezTo>
                <a:lnTo>
                  <a:pt x="1371600" y="9111"/>
                </a:lnTo>
                <a:lnTo>
                  <a:pt x="5615608" y="6867111"/>
                </a:lnTo>
                <a:lnTo>
                  <a:pt x="9938" y="6906868"/>
                </a:lnTo>
                <a:close/>
              </a:path>
            </a:pathLst>
          </a:custGeom>
          <a:solidFill>
            <a:schemeClr val="bg1"/>
          </a:solidFill>
          <a:ln w="12700" cap="flat">
            <a:noFill/>
            <a:miter lim="400000"/>
          </a:ln>
          <a:effectLst>
            <a:outerShdw blurRad="267942" dist="38100" algn="l" rotWithShape="0">
              <a:srgbClr val="063958">
                <a:alpha val="56121"/>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lstStyle/>
          <a:p>
            <a:pPr marL="0" marR="0" indent="0" algn="ctr" defTabSz="914400" rtl="0" fontAlgn="auto" latinLnBrk="0" hangingPunct="0">
              <a:lnSpc>
                <a:spcPct val="100000"/>
              </a:lnSpc>
              <a:spcBef>
                <a:spcPts val="0"/>
              </a:spcBef>
              <a:spcAft>
                <a:spcPts val="0"/>
              </a:spcAft>
              <a:buClrTx/>
              <a:buSzTx/>
              <a:buFontTx/>
              <a:buNone/>
              <a:tabLst/>
            </a:pPr>
            <a:endParaRPr kumimoji="0" lang="en-US" sz="1200" b="0" i="0" u="none" strike="noStrike" cap="none" spc="0" normalizeH="0" baseline="0" dirty="0">
              <a:ln>
                <a:noFill/>
              </a:ln>
              <a:solidFill>
                <a:srgbClr val="50626A"/>
              </a:solidFill>
              <a:effectLst/>
              <a:uFillTx/>
              <a:latin typeface="Arial" panose="020B0604020202020204" pitchFamily="34" charset="0"/>
              <a:ea typeface="+mn-ea"/>
              <a:cs typeface="+mn-cs"/>
              <a:sym typeface="Calibri"/>
            </a:endParaRPr>
          </a:p>
        </p:txBody>
      </p:sp>
      <p:pic>
        <p:nvPicPr>
          <p:cNvPr id="7" name="Picture 6">
            <a:extLst>
              <a:ext uri="{FF2B5EF4-FFF2-40B4-BE49-F238E27FC236}">
                <a16:creationId xmlns:a16="http://schemas.microsoft.com/office/drawing/2014/main" id="{C911EF92-FB4D-FDCE-E79B-83AF9AF1519E}"/>
              </a:ext>
            </a:extLst>
          </p:cNvPr>
          <p:cNvPicPr>
            <a:picLocks noChangeAspect="1"/>
          </p:cNvPicPr>
          <p:nvPr/>
        </p:nvPicPr>
        <p:blipFill>
          <a:blip r:embed="rId3" cstate="screen">
            <a:extLst>
              <a:ext uri="{28A0092B-C50C-407E-A947-70E740481C1C}">
                <a14:useLocalDpi xmlns:a14="http://schemas.microsoft.com/office/drawing/2010/main"/>
              </a:ext>
            </a:extLst>
          </a:blip>
          <a:srcRect/>
          <a:stretch/>
        </p:blipFill>
        <p:spPr>
          <a:xfrm>
            <a:off x="578394" y="2690592"/>
            <a:ext cx="1737725" cy="1132108"/>
          </a:xfrm>
          <a:prstGeom prst="rect">
            <a:avLst/>
          </a:prstGeom>
        </p:spPr>
      </p:pic>
      <p:sp>
        <p:nvSpPr>
          <p:cNvPr id="3" name="Title 2">
            <a:extLst>
              <a:ext uri="{FF2B5EF4-FFF2-40B4-BE49-F238E27FC236}">
                <a16:creationId xmlns:a16="http://schemas.microsoft.com/office/drawing/2014/main" id="{2B2A4150-9DA6-42D1-284D-733A65D0B695}"/>
              </a:ext>
            </a:extLst>
          </p:cNvPr>
          <p:cNvSpPr>
            <a:spLocks noGrp="1"/>
          </p:cNvSpPr>
          <p:nvPr>
            <p:ph type="title"/>
          </p:nvPr>
        </p:nvSpPr>
        <p:spPr>
          <a:xfrm>
            <a:off x="4297680" y="3172968"/>
            <a:ext cx="7911229" cy="808138"/>
          </a:xfrm>
        </p:spPr>
        <p:txBody>
          <a:bodyPr/>
          <a:lstStyle>
            <a:lvl1pPr>
              <a:defRPr sz="3200">
                <a:solidFill>
                  <a:schemeClr val="accent4"/>
                </a:solidFill>
              </a:defRPr>
            </a:lvl1pPr>
          </a:lstStyle>
          <a:p>
            <a:r>
              <a:rPr lang="en-US"/>
              <a:t>Click to edit Master title style</a:t>
            </a:r>
          </a:p>
        </p:txBody>
      </p:sp>
    </p:spTree>
    <p:extLst>
      <p:ext uri="{BB962C8B-B14F-4D97-AF65-F5344CB8AC3E}">
        <p14:creationId xmlns:p14="http://schemas.microsoft.com/office/powerpoint/2010/main" val="19717619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56">
          <p15:clr>
            <a:srgbClr val="FBAE4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Title &amp;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5B625F-C15A-4238-ABAC-07D8ECC9190F}"/>
              </a:ext>
            </a:extLst>
          </p:cNvPr>
          <p:cNvSpPr>
            <a:spLocks noGrp="1"/>
          </p:cNvSpPr>
          <p:nvPr>
            <p:ph type="title"/>
          </p:nvPr>
        </p:nvSpPr>
        <p:spPr/>
        <p:txBody>
          <a:bodyPr/>
          <a:lstStyle/>
          <a:p>
            <a:r>
              <a:rPr lang="en-US"/>
              <a:t>Click to edit Master title style</a:t>
            </a:r>
          </a:p>
        </p:txBody>
      </p:sp>
      <p:sp>
        <p:nvSpPr>
          <p:cNvPr id="3" name="Slide Number Placeholder 2">
            <a:extLst>
              <a:ext uri="{FF2B5EF4-FFF2-40B4-BE49-F238E27FC236}">
                <a16:creationId xmlns:a16="http://schemas.microsoft.com/office/drawing/2014/main" id="{93700611-B61B-4ABD-BE4D-17E6DAC9A66F}"/>
              </a:ext>
            </a:extLst>
          </p:cNvPr>
          <p:cNvSpPr>
            <a:spLocks noGrp="1"/>
          </p:cNvSpPr>
          <p:nvPr>
            <p:ph type="sldNum" sz="quarter" idx="10"/>
          </p:nvPr>
        </p:nvSpPr>
        <p:spPr/>
        <p:txBody>
          <a:bodyPr/>
          <a:lstStyle/>
          <a:p>
            <a:fld id="{2B143D1D-9801-49CA-88C0-178C03B6937F}" type="slidenum">
              <a:rPr lang="en-US" smtClean="0"/>
              <a:t>‹#›</a:t>
            </a:fld>
            <a:endParaRPr lang="en-US" dirty="0"/>
          </a:p>
        </p:txBody>
      </p:sp>
      <p:sp>
        <p:nvSpPr>
          <p:cNvPr id="4" name="Body Level One…">
            <a:extLst>
              <a:ext uri="{FF2B5EF4-FFF2-40B4-BE49-F238E27FC236}">
                <a16:creationId xmlns:a16="http://schemas.microsoft.com/office/drawing/2014/main" id="{40EBB8DB-A9D6-4FF1-A2F3-96E6783B8182}"/>
              </a:ext>
            </a:extLst>
          </p:cNvPr>
          <p:cNvSpPr txBox="1">
            <a:spLocks noGrp="1"/>
          </p:cNvSpPr>
          <p:nvPr>
            <p:ph idx="1"/>
          </p:nvPr>
        </p:nvSpPr>
        <p:spPr>
          <a:xfrm>
            <a:off x="347472" y="1280160"/>
            <a:ext cx="11460020" cy="5081908"/>
          </a:xfrm>
          <a:prstGeom prst="rect">
            <a:avLst/>
          </a:prstGeom>
          <a:ln w="12700">
            <a:miter lim="400000"/>
          </a:ln>
          <a:extLst>
            <a:ext uri="{C572A759-6A51-4108-AA02-DFA0A04FC94B}">
              <ma14:wrappingTextBoxFlag xmlns="" xmlns:ma14="http://schemas.microsoft.com/office/mac/drawingml/2011/main" val="1"/>
            </a:ext>
          </a:extLst>
        </p:spPr>
        <p:txBody>
          <a:bodyPr lIns="45719" rIns="45719">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a:extLst>
              <a:ext uri="{FF2B5EF4-FFF2-40B4-BE49-F238E27FC236}">
                <a16:creationId xmlns:a16="http://schemas.microsoft.com/office/drawing/2014/main" id="{2A693616-0248-8133-F288-F4E37CFA4D70}"/>
              </a:ext>
            </a:extLst>
          </p:cNvPr>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24154222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Title &amp; Content w/ Note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5B625F-C15A-4238-ABAC-07D8ECC9190F}"/>
              </a:ext>
            </a:extLst>
          </p:cNvPr>
          <p:cNvSpPr>
            <a:spLocks noGrp="1"/>
          </p:cNvSpPr>
          <p:nvPr>
            <p:ph type="title"/>
          </p:nvPr>
        </p:nvSpPr>
        <p:spPr/>
        <p:txBody>
          <a:bodyPr/>
          <a:lstStyle/>
          <a:p>
            <a:r>
              <a:rPr lang="en-US"/>
              <a:t>Click to edit Master title style</a:t>
            </a:r>
          </a:p>
        </p:txBody>
      </p:sp>
      <p:sp>
        <p:nvSpPr>
          <p:cNvPr id="4" name="Body Level One…">
            <a:extLst>
              <a:ext uri="{FF2B5EF4-FFF2-40B4-BE49-F238E27FC236}">
                <a16:creationId xmlns:a16="http://schemas.microsoft.com/office/drawing/2014/main" id="{40EBB8DB-A9D6-4FF1-A2F3-96E6783B8182}"/>
              </a:ext>
            </a:extLst>
          </p:cNvPr>
          <p:cNvSpPr txBox="1">
            <a:spLocks noGrp="1"/>
          </p:cNvSpPr>
          <p:nvPr>
            <p:ph idx="1"/>
          </p:nvPr>
        </p:nvSpPr>
        <p:spPr>
          <a:xfrm>
            <a:off x="347472" y="1280160"/>
            <a:ext cx="11522128" cy="4351339"/>
          </a:xfrm>
          <a:prstGeom prst="rect">
            <a:avLst/>
          </a:prstGeom>
          <a:ln w="12700">
            <a:miter lim="400000"/>
          </a:ln>
          <a:extLst>
            <a:ext uri="{C572A759-6A51-4108-AA02-DFA0A04FC94B}">
              <ma14:wrappingTextBoxFlag xmlns="" xmlns:ma14="http://schemas.microsoft.com/office/mac/drawingml/2011/main" val="1"/>
            </a:ext>
          </a:extLst>
        </p:spPr>
        <p:txBody>
          <a:bodyPr lIns="45719" rIns="45719">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ext Placeholder 5">
            <a:extLst>
              <a:ext uri="{FF2B5EF4-FFF2-40B4-BE49-F238E27FC236}">
                <a16:creationId xmlns:a16="http://schemas.microsoft.com/office/drawing/2014/main" id="{4CB08785-6C13-4F42-AEB0-A7E31B949AD0}"/>
              </a:ext>
            </a:extLst>
          </p:cNvPr>
          <p:cNvSpPr>
            <a:spLocks noGrp="1"/>
          </p:cNvSpPr>
          <p:nvPr>
            <p:ph type="body" sz="quarter" idx="11" hasCustomPrompt="1"/>
          </p:nvPr>
        </p:nvSpPr>
        <p:spPr>
          <a:xfrm>
            <a:off x="272233" y="6036177"/>
            <a:ext cx="10070406" cy="365125"/>
          </a:xfrm>
        </p:spPr>
        <p:txBody>
          <a:bodyPr lIns="91440" anchor="b">
            <a:noAutofit/>
          </a:bodyPr>
          <a:lstStyle>
            <a:lvl1pPr marL="0" indent="0">
              <a:buNone/>
              <a:defRPr sz="900">
                <a:solidFill>
                  <a:schemeClr val="tx1">
                    <a:lumMod val="50000"/>
                    <a:lumOff val="50000"/>
                  </a:schemeClr>
                </a:solidFill>
              </a:defRPr>
            </a:lvl1pPr>
          </a:lstStyle>
          <a:p>
            <a:pPr lvl="0"/>
            <a:r>
              <a:rPr lang="en-US"/>
              <a:t>Footnotes</a:t>
            </a:r>
          </a:p>
        </p:txBody>
      </p:sp>
      <p:sp>
        <p:nvSpPr>
          <p:cNvPr id="6" name="Footer Placeholder 5">
            <a:extLst>
              <a:ext uri="{FF2B5EF4-FFF2-40B4-BE49-F238E27FC236}">
                <a16:creationId xmlns:a16="http://schemas.microsoft.com/office/drawing/2014/main" id="{A861A535-BA79-05B3-5AF6-6BE830EA6687}"/>
              </a:ext>
            </a:extLst>
          </p:cNvPr>
          <p:cNvSpPr>
            <a:spLocks noGrp="1"/>
          </p:cNvSpPr>
          <p:nvPr>
            <p:ph type="ftr" sz="quarter" idx="12"/>
          </p:nvPr>
        </p:nvSpPr>
        <p:spPr/>
        <p:txBody>
          <a:bodyPr/>
          <a:lstStyle/>
          <a:p>
            <a:endParaRPr lang="en-US" dirty="0"/>
          </a:p>
        </p:txBody>
      </p:sp>
      <p:sp>
        <p:nvSpPr>
          <p:cNvPr id="7" name="Slide Number Placeholder 6">
            <a:extLst>
              <a:ext uri="{FF2B5EF4-FFF2-40B4-BE49-F238E27FC236}">
                <a16:creationId xmlns:a16="http://schemas.microsoft.com/office/drawing/2014/main" id="{B3BC38D2-B36B-D29F-9AA7-994F07556DE1}"/>
              </a:ext>
            </a:extLst>
          </p:cNvPr>
          <p:cNvSpPr>
            <a:spLocks noGrp="1"/>
          </p:cNvSpPr>
          <p:nvPr>
            <p:ph type="sldNum" sz="quarter" idx="13"/>
          </p:nvPr>
        </p:nvSpPr>
        <p:spPr/>
        <p:txBody>
          <a:bodyPr/>
          <a:lstStyle/>
          <a:p>
            <a:fld id="{2B143D1D-9801-49CA-88C0-178C03B6937F}" type="slidenum">
              <a:rPr lang="en-US" smtClean="0"/>
              <a:t>‹#›</a:t>
            </a:fld>
            <a:endParaRPr lang="en-US" dirty="0"/>
          </a:p>
        </p:txBody>
      </p:sp>
    </p:spTree>
    <p:extLst>
      <p:ext uri="{BB962C8B-B14F-4D97-AF65-F5344CB8AC3E}">
        <p14:creationId xmlns:p14="http://schemas.microsoft.com/office/powerpoint/2010/main" val="36850340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35" name="Title Text"/>
          <p:cNvSpPr txBox="1">
            <a:spLocks noGrp="1"/>
          </p:cNvSpPr>
          <p:nvPr>
            <p:ph type="title"/>
          </p:nvPr>
        </p:nvSpPr>
        <p:spPr>
          <a:prstGeom prst="rect">
            <a:avLst/>
          </a:prstGeom>
        </p:spPr>
        <p:txBody>
          <a:bodyPr/>
          <a:lstStyle/>
          <a:p>
            <a:r>
              <a:rPr lang="en-US"/>
              <a:t>Click to edit Master title style</a:t>
            </a:r>
            <a:endParaRPr/>
          </a:p>
        </p:txBody>
      </p:sp>
      <p:sp>
        <p:nvSpPr>
          <p:cNvPr id="3" name="Slide Number Placeholder 2">
            <a:extLst>
              <a:ext uri="{FF2B5EF4-FFF2-40B4-BE49-F238E27FC236}">
                <a16:creationId xmlns:a16="http://schemas.microsoft.com/office/drawing/2014/main" id="{B3C47A46-FF53-3EF5-3718-12552EC56F59}"/>
              </a:ext>
            </a:extLst>
          </p:cNvPr>
          <p:cNvSpPr>
            <a:spLocks noGrp="1"/>
          </p:cNvSpPr>
          <p:nvPr>
            <p:ph type="sldNum" sz="quarter" idx="11"/>
          </p:nvPr>
        </p:nvSpPr>
        <p:spPr>
          <a:xfrm>
            <a:off x="296055" y="6412748"/>
            <a:ext cx="426564" cy="365125"/>
          </a:xfrm>
        </p:spPr>
        <p:txBody>
          <a:bodyPr/>
          <a:lstStyle/>
          <a:p>
            <a:fld id="{2B143D1D-9801-49CA-88C0-178C03B6937F}" type="slidenum">
              <a:rPr lang="en-US" smtClean="0"/>
              <a:t>‹#›</a:t>
            </a:fld>
            <a:endParaRPr lang="en-US" dirty="0"/>
          </a:p>
        </p:txBody>
      </p:sp>
      <p:sp>
        <p:nvSpPr>
          <p:cNvPr id="4" name="Footer Placeholder 3">
            <a:extLst>
              <a:ext uri="{FF2B5EF4-FFF2-40B4-BE49-F238E27FC236}">
                <a16:creationId xmlns:a16="http://schemas.microsoft.com/office/drawing/2014/main" id="{90D8638C-4F5F-7956-F266-42A2C6FB1BF5}"/>
              </a:ext>
            </a:extLst>
          </p:cNvPr>
          <p:cNvSpPr>
            <a:spLocks noGrp="1"/>
          </p:cNvSpPr>
          <p:nvPr>
            <p:ph type="ftr" sz="quarter" idx="12"/>
          </p:nvPr>
        </p:nvSpPr>
        <p:spPr/>
        <p:txBody>
          <a:bodyPr/>
          <a:lstStyle/>
          <a:p>
            <a:endParaRPr lang="en-US" dirty="0"/>
          </a:p>
        </p:txBody>
      </p:sp>
    </p:spTree>
    <p:extLst>
      <p:ext uri="{BB962C8B-B14F-4D97-AF65-F5344CB8AC3E}">
        <p14:creationId xmlns:p14="http://schemas.microsoft.com/office/powerpoint/2010/main" val="17914741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userDrawn="1">
  <p:cSld name="Title, Sub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F272BB5-D502-6E48-945B-90EC04928F59}"/>
              </a:ext>
            </a:extLst>
          </p:cNvPr>
          <p:cNvSpPr>
            <a:spLocks noGrp="1"/>
          </p:cNvSpPr>
          <p:nvPr>
            <p:ph idx="1"/>
          </p:nvPr>
        </p:nvSpPr>
        <p:spPr>
          <a:xfrm>
            <a:off x="347472" y="1501701"/>
            <a:ext cx="11523313" cy="449385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itle 9">
            <a:extLst>
              <a:ext uri="{FF2B5EF4-FFF2-40B4-BE49-F238E27FC236}">
                <a16:creationId xmlns:a16="http://schemas.microsoft.com/office/drawing/2014/main" id="{B8F3A85B-992C-624C-B477-86FCC84FC4EE}"/>
              </a:ext>
            </a:extLst>
          </p:cNvPr>
          <p:cNvSpPr>
            <a:spLocks noGrp="1"/>
          </p:cNvSpPr>
          <p:nvPr>
            <p:ph type="title"/>
          </p:nvPr>
        </p:nvSpPr>
        <p:spPr/>
        <p:txBody>
          <a:bodyPr/>
          <a:lstStyle/>
          <a:p>
            <a:r>
              <a:rPr lang="en-US"/>
              <a:t>Click to edit Master title style</a:t>
            </a:r>
          </a:p>
        </p:txBody>
      </p:sp>
      <p:sp>
        <p:nvSpPr>
          <p:cNvPr id="2" name="Footer Placeholder 1">
            <a:extLst>
              <a:ext uri="{FF2B5EF4-FFF2-40B4-BE49-F238E27FC236}">
                <a16:creationId xmlns:a16="http://schemas.microsoft.com/office/drawing/2014/main" id="{C134F6EB-B204-C4FE-15E8-2278090DFFCE}"/>
              </a:ext>
            </a:extLst>
          </p:cNvPr>
          <p:cNvSpPr>
            <a:spLocks noGrp="1"/>
          </p:cNvSpPr>
          <p:nvPr>
            <p:ph type="ftr" sz="quarter" idx="15"/>
          </p:nvPr>
        </p:nvSpPr>
        <p:spPr/>
        <p:txBody>
          <a:bodyPr/>
          <a:lstStyle/>
          <a:p>
            <a:endParaRPr lang="en-US" dirty="0"/>
          </a:p>
        </p:txBody>
      </p:sp>
      <p:sp>
        <p:nvSpPr>
          <p:cNvPr id="4" name="Slide Number Placeholder 3">
            <a:extLst>
              <a:ext uri="{FF2B5EF4-FFF2-40B4-BE49-F238E27FC236}">
                <a16:creationId xmlns:a16="http://schemas.microsoft.com/office/drawing/2014/main" id="{F4289857-7002-3FFE-8658-49A55508C204}"/>
              </a:ext>
            </a:extLst>
          </p:cNvPr>
          <p:cNvSpPr>
            <a:spLocks noGrp="1"/>
          </p:cNvSpPr>
          <p:nvPr>
            <p:ph type="sldNum" sz="quarter" idx="16"/>
          </p:nvPr>
        </p:nvSpPr>
        <p:spPr/>
        <p:txBody>
          <a:bodyPr/>
          <a:lstStyle/>
          <a:p>
            <a:fld id="{2B143D1D-9801-49CA-88C0-178C03B6937F}" type="slidenum">
              <a:rPr lang="en-US" smtClean="0"/>
              <a:t>‹#›</a:t>
            </a:fld>
            <a:endParaRPr lang="en-US" dirty="0"/>
          </a:p>
        </p:txBody>
      </p:sp>
      <p:sp>
        <p:nvSpPr>
          <p:cNvPr id="8" name="Text Placeholder 7">
            <a:extLst>
              <a:ext uri="{FF2B5EF4-FFF2-40B4-BE49-F238E27FC236}">
                <a16:creationId xmlns:a16="http://schemas.microsoft.com/office/drawing/2014/main" id="{6785FB59-B4A9-3743-A4B9-055A73302568}"/>
              </a:ext>
            </a:extLst>
          </p:cNvPr>
          <p:cNvSpPr>
            <a:spLocks noGrp="1"/>
          </p:cNvSpPr>
          <p:nvPr>
            <p:ph type="body" sz="quarter" idx="13" hasCustomPrompt="1"/>
          </p:nvPr>
        </p:nvSpPr>
        <p:spPr>
          <a:xfrm>
            <a:off x="308792" y="767008"/>
            <a:ext cx="11610975" cy="650875"/>
          </a:xfrm>
        </p:spPr>
        <p:txBody>
          <a:bodyPr anchor="ctr"/>
          <a:lstStyle>
            <a:lvl1pPr marL="0" indent="0">
              <a:buNone/>
              <a:defRPr sz="1800" i="1">
                <a:solidFill>
                  <a:schemeClr val="accent4"/>
                </a:solidFill>
              </a:defRPr>
            </a:lvl1pPr>
          </a:lstStyle>
          <a:p>
            <a:pPr lvl="0"/>
            <a:r>
              <a:rPr lang="en-US"/>
              <a:t>Click to edit Master subtitle style</a:t>
            </a:r>
          </a:p>
        </p:txBody>
      </p:sp>
    </p:spTree>
    <p:extLst>
      <p:ext uri="{BB962C8B-B14F-4D97-AF65-F5344CB8AC3E}">
        <p14:creationId xmlns:p14="http://schemas.microsoft.com/office/powerpoint/2010/main" val="67824890"/>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p:cSld name="Title Only Dark">
    <p:bg>
      <p:bgPr>
        <a:gradFill>
          <a:gsLst>
            <a:gs pos="1000">
              <a:schemeClr val="accent6"/>
            </a:gs>
            <a:gs pos="100000">
              <a:srgbClr val="000738"/>
            </a:gs>
            <a:gs pos="42000">
              <a:srgbClr val="063958"/>
            </a:gs>
          </a:gsLst>
          <a:path path="circle">
            <a:fillToRect l="100000" t="100000"/>
          </a:path>
        </a:gradFill>
        <a:effectLst/>
      </p:bgPr>
    </p:bg>
    <p:spTree>
      <p:nvGrpSpPr>
        <p:cNvPr id="1" name=""/>
        <p:cNvGrpSpPr/>
        <p:nvPr/>
      </p:nvGrpSpPr>
      <p:grpSpPr>
        <a:xfrm>
          <a:off x="0" y="0"/>
          <a:ext cx="0" cy="0"/>
          <a:chOff x="0" y="0"/>
          <a:chExt cx="0" cy="0"/>
        </a:xfrm>
      </p:grpSpPr>
      <p:sp>
        <p:nvSpPr>
          <p:cNvPr id="35" name="Title Text"/>
          <p:cNvSpPr txBox="1">
            <a:spLocks noGrp="1"/>
          </p:cNvSpPr>
          <p:nvPr>
            <p:ph type="title"/>
          </p:nvPr>
        </p:nvSpPr>
        <p:spPr>
          <a:prstGeom prst="rect">
            <a:avLst/>
          </a:prstGeom>
        </p:spPr>
        <p:txBody>
          <a:bodyPr/>
          <a:lstStyle>
            <a:lvl1pPr>
              <a:defRPr>
                <a:solidFill>
                  <a:schemeClr val="bg1"/>
                </a:solidFill>
              </a:defRPr>
            </a:lvl1pPr>
          </a:lstStyle>
          <a:p>
            <a:r>
              <a:rPr lang="en-US"/>
              <a:t>Click to edit Master title style</a:t>
            </a:r>
            <a:endParaRPr/>
          </a:p>
        </p:txBody>
      </p:sp>
      <p:sp>
        <p:nvSpPr>
          <p:cNvPr id="3" name="Slide Number Placeholder 2">
            <a:extLst>
              <a:ext uri="{FF2B5EF4-FFF2-40B4-BE49-F238E27FC236}">
                <a16:creationId xmlns:a16="http://schemas.microsoft.com/office/drawing/2014/main" id="{B3C47A46-FF53-3EF5-3718-12552EC56F59}"/>
              </a:ext>
            </a:extLst>
          </p:cNvPr>
          <p:cNvSpPr>
            <a:spLocks noGrp="1"/>
          </p:cNvSpPr>
          <p:nvPr>
            <p:ph type="sldNum" sz="quarter" idx="11"/>
          </p:nvPr>
        </p:nvSpPr>
        <p:spPr>
          <a:xfrm>
            <a:off x="296055" y="6412748"/>
            <a:ext cx="426564" cy="365125"/>
          </a:xfrm>
        </p:spPr>
        <p:txBody>
          <a:bodyPr/>
          <a:lstStyle>
            <a:lvl1pPr>
              <a:defRPr>
                <a:solidFill>
                  <a:schemeClr val="bg1"/>
                </a:solidFill>
              </a:defRPr>
            </a:lvl1pPr>
          </a:lstStyle>
          <a:p>
            <a:fld id="{2B143D1D-9801-49CA-88C0-178C03B6937F}" type="slidenum">
              <a:rPr lang="en-US" smtClean="0"/>
              <a:pPr/>
              <a:t>‹#›</a:t>
            </a:fld>
            <a:endParaRPr lang="en-US" dirty="0"/>
          </a:p>
        </p:txBody>
      </p:sp>
      <p:sp>
        <p:nvSpPr>
          <p:cNvPr id="4" name="Footer Placeholder 3">
            <a:extLst>
              <a:ext uri="{FF2B5EF4-FFF2-40B4-BE49-F238E27FC236}">
                <a16:creationId xmlns:a16="http://schemas.microsoft.com/office/drawing/2014/main" id="{90D8638C-4F5F-7956-F266-42A2C6FB1BF5}"/>
              </a:ext>
            </a:extLst>
          </p:cNvPr>
          <p:cNvSpPr>
            <a:spLocks noGrp="1"/>
          </p:cNvSpPr>
          <p:nvPr>
            <p:ph type="ftr" sz="quarter" idx="12"/>
          </p:nvPr>
        </p:nvSpPr>
        <p:spPr/>
        <p:txBody>
          <a:bodyPr/>
          <a:lstStyle>
            <a:lvl1pPr>
              <a:defRPr>
                <a:solidFill>
                  <a:schemeClr val="bg1"/>
                </a:solidFill>
              </a:defRPr>
            </a:lvl1pPr>
          </a:lstStyle>
          <a:p>
            <a:endParaRPr lang="en-US" dirty="0"/>
          </a:p>
        </p:txBody>
      </p:sp>
      <p:pic>
        <p:nvPicPr>
          <p:cNvPr id="5" name="Graphic 4">
            <a:extLst>
              <a:ext uri="{FF2B5EF4-FFF2-40B4-BE49-F238E27FC236}">
                <a16:creationId xmlns:a16="http://schemas.microsoft.com/office/drawing/2014/main" id="{C1F8C85C-BFAA-DC82-25E9-742DA6EB15A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10806884" y="6082764"/>
            <a:ext cx="1082711" cy="721807"/>
          </a:xfrm>
          <a:prstGeom prst="rect">
            <a:avLst/>
          </a:prstGeom>
        </p:spPr>
      </p:pic>
    </p:spTree>
    <p:extLst>
      <p:ext uri="{BB962C8B-B14F-4D97-AF65-F5344CB8AC3E}">
        <p14:creationId xmlns:p14="http://schemas.microsoft.com/office/powerpoint/2010/main" val="35652732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Left Side">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2C5727E7-0CEB-3F42-D5D8-424A5AAAB81E}"/>
              </a:ext>
            </a:extLst>
          </p:cNvPr>
          <p:cNvPicPr>
            <a:picLocks noChangeAspect="1"/>
          </p:cNvPicPr>
          <p:nvPr/>
        </p:nvPicPr>
        <p:blipFill>
          <a:blip r:embed="rId2" cstate="screen">
            <a:extLst>
              <a:ext uri="{28A0092B-C50C-407E-A947-70E740481C1C}">
                <a14:useLocalDpi xmlns:a14="http://schemas.microsoft.com/office/drawing/2010/main"/>
              </a:ext>
            </a:extLst>
          </a:blip>
          <a:srcRect l="28718" r="28718"/>
          <a:stretch/>
        </p:blipFill>
        <p:spPr>
          <a:xfrm>
            <a:off x="-3810" y="0"/>
            <a:ext cx="5176311" cy="6858000"/>
          </a:xfrm>
          <a:prstGeom prst="rect">
            <a:avLst/>
          </a:prstGeom>
        </p:spPr>
      </p:pic>
      <p:sp>
        <p:nvSpPr>
          <p:cNvPr id="8" name="Rectangle 7">
            <a:extLst>
              <a:ext uri="{FF2B5EF4-FFF2-40B4-BE49-F238E27FC236}">
                <a16:creationId xmlns:a16="http://schemas.microsoft.com/office/drawing/2014/main" id="{945E0678-FA16-AB81-99E1-753A53DF58AD}"/>
              </a:ext>
            </a:extLst>
          </p:cNvPr>
          <p:cNvSpPr/>
          <p:nvPr userDrawn="1"/>
        </p:nvSpPr>
        <p:spPr>
          <a:xfrm>
            <a:off x="0" y="-1"/>
            <a:ext cx="5176311" cy="5880539"/>
          </a:xfrm>
          <a:prstGeom prst="rect">
            <a:avLst/>
          </a:prstGeom>
          <a:gradFill flip="none" rotWithShape="1">
            <a:gsLst>
              <a:gs pos="0">
                <a:schemeClr val="accent6">
                  <a:alpha val="0"/>
                </a:schemeClr>
              </a:gs>
              <a:gs pos="95000">
                <a:schemeClr val="bg2"/>
              </a:gs>
            </a:gsLst>
            <a:lin ang="16200000" scaled="1"/>
            <a:tileRect/>
          </a:gra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lstStyle/>
          <a:p>
            <a:pPr marL="0" marR="0" indent="0" algn="ctr" defTabSz="914400" rtl="0" fontAlgn="auto" latinLnBrk="0" hangingPunct="0">
              <a:lnSpc>
                <a:spcPct val="100000"/>
              </a:lnSpc>
              <a:spcBef>
                <a:spcPts val="0"/>
              </a:spcBef>
              <a:spcAft>
                <a:spcPts val="0"/>
              </a:spcAft>
              <a:buClrTx/>
              <a:buSzTx/>
              <a:buFontTx/>
              <a:buNone/>
              <a:tabLst/>
            </a:pPr>
            <a:endParaRPr kumimoji="0" lang="en-US" sz="1200" b="0" i="0" u="none" strike="noStrike" cap="none" spc="0" normalizeH="0" baseline="0" dirty="0">
              <a:ln>
                <a:noFill/>
              </a:ln>
              <a:solidFill>
                <a:srgbClr val="50626A"/>
              </a:solidFill>
              <a:effectLst/>
              <a:uFillTx/>
              <a:latin typeface="Arial" panose="020B0604020202020204" pitchFamily="34" charset="0"/>
              <a:ea typeface="+mn-ea"/>
              <a:cs typeface="+mn-cs"/>
              <a:sym typeface="Calibri"/>
            </a:endParaRPr>
          </a:p>
        </p:txBody>
      </p:sp>
      <p:sp>
        <p:nvSpPr>
          <p:cNvPr id="2" name="Title 1">
            <a:extLst>
              <a:ext uri="{FF2B5EF4-FFF2-40B4-BE49-F238E27FC236}">
                <a16:creationId xmlns:a16="http://schemas.microsoft.com/office/drawing/2014/main" id="{4A5B625F-C15A-4238-ABAC-07D8ECC9190F}"/>
              </a:ext>
            </a:extLst>
          </p:cNvPr>
          <p:cNvSpPr>
            <a:spLocks noGrp="1"/>
          </p:cNvSpPr>
          <p:nvPr>
            <p:ph type="title"/>
          </p:nvPr>
        </p:nvSpPr>
        <p:spPr>
          <a:xfrm>
            <a:off x="272233" y="317212"/>
            <a:ext cx="4518131" cy="1892587"/>
          </a:xfrm>
        </p:spPr>
        <p:txBody>
          <a:bodyPr/>
          <a:lstStyle>
            <a:lvl1pPr>
              <a:defRPr>
                <a:solidFill>
                  <a:schemeClr val="bg1"/>
                </a:solidFill>
              </a:defRPr>
            </a:lvl1pPr>
          </a:lstStyle>
          <a:p>
            <a:r>
              <a:rPr lang="en-US"/>
              <a:t>Click to edit Master title style</a:t>
            </a:r>
          </a:p>
        </p:txBody>
      </p:sp>
      <p:sp>
        <p:nvSpPr>
          <p:cNvPr id="3" name="Slide Number Placeholder 2">
            <a:extLst>
              <a:ext uri="{FF2B5EF4-FFF2-40B4-BE49-F238E27FC236}">
                <a16:creationId xmlns:a16="http://schemas.microsoft.com/office/drawing/2014/main" id="{93700611-B61B-4ABD-BE4D-17E6DAC9A66F}"/>
              </a:ext>
            </a:extLst>
          </p:cNvPr>
          <p:cNvSpPr>
            <a:spLocks noGrp="1"/>
          </p:cNvSpPr>
          <p:nvPr>
            <p:ph type="sldNum" sz="quarter" idx="10"/>
          </p:nvPr>
        </p:nvSpPr>
        <p:spPr/>
        <p:txBody>
          <a:bodyPr/>
          <a:lstStyle>
            <a:lvl1pPr>
              <a:defRPr>
                <a:solidFill>
                  <a:schemeClr val="bg1"/>
                </a:solidFill>
              </a:defRPr>
            </a:lvl1pPr>
          </a:lstStyle>
          <a:p>
            <a:fld id="{2B143D1D-9801-49CA-88C0-178C03B6937F}" type="slidenum">
              <a:rPr lang="en-US" smtClean="0"/>
              <a:t>‹#›</a:t>
            </a:fld>
            <a:endParaRPr lang="en-US" dirty="0"/>
          </a:p>
        </p:txBody>
      </p:sp>
      <p:sp>
        <p:nvSpPr>
          <p:cNvPr id="4" name="Body Level One…">
            <a:extLst>
              <a:ext uri="{FF2B5EF4-FFF2-40B4-BE49-F238E27FC236}">
                <a16:creationId xmlns:a16="http://schemas.microsoft.com/office/drawing/2014/main" id="{40EBB8DB-A9D6-4FF1-A2F3-96E6783B8182}"/>
              </a:ext>
            </a:extLst>
          </p:cNvPr>
          <p:cNvSpPr txBox="1">
            <a:spLocks noGrp="1"/>
          </p:cNvSpPr>
          <p:nvPr>
            <p:ph idx="1"/>
          </p:nvPr>
        </p:nvSpPr>
        <p:spPr>
          <a:xfrm>
            <a:off x="5581933" y="560356"/>
            <a:ext cx="6398195" cy="5516594"/>
          </a:xfrm>
          <a:prstGeom prst="rect">
            <a:avLst/>
          </a:prstGeom>
          <a:ln w="12700">
            <a:miter lim="400000"/>
          </a:ln>
          <a:extLst>
            <a:ext uri="{C572A759-6A51-4108-AA02-DFA0A04FC94B}">
              <ma14:wrappingTextBoxFlag xmlns:ma14="http://schemas.microsoft.com/office/mac/drawingml/2011/main" xmlns="" val="1"/>
            </a:ext>
          </a:extLst>
        </p:spPr>
        <p:txBody>
          <a:bodyPr lIns="45719" rIns="45719"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a:extLst>
              <a:ext uri="{FF2B5EF4-FFF2-40B4-BE49-F238E27FC236}">
                <a16:creationId xmlns:a16="http://schemas.microsoft.com/office/drawing/2014/main" id="{D1649BBA-C546-F173-EE3F-1CF65B3DB20A}"/>
              </a:ext>
            </a:extLst>
          </p:cNvPr>
          <p:cNvSpPr>
            <a:spLocks noGrp="1"/>
          </p:cNvSpPr>
          <p:nvPr>
            <p:ph type="ftr" sz="quarter" idx="11"/>
          </p:nvPr>
        </p:nvSpPr>
        <p:spPr/>
        <p:txBody>
          <a:bodyPr/>
          <a:lstStyle>
            <a:lvl1pPr>
              <a:defRPr>
                <a:solidFill>
                  <a:schemeClr val="bg1"/>
                </a:solidFill>
              </a:defRPr>
            </a:lvl1pPr>
          </a:lstStyle>
          <a:p>
            <a:endParaRPr lang="en-US" dirty="0"/>
          </a:p>
        </p:txBody>
      </p:sp>
    </p:spTree>
    <p:extLst>
      <p:ext uri="{BB962C8B-B14F-4D97-AF65-F5344CB8AC3E}">
        <p14:creationId xmlns:p14="http://schemas.microsoft.com/office/powerpoint/2010/main" val="33513933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Right Side">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2C5727E7-0CEB-3F42-D5D8-424A5AAAB81E}"/>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l="26689" r="30747"/>
          <a:stretch/>
        </p:blipFill>
        <p:spPr>
          <a:xfrm flipH="1" flipV="1">
            <a:off x="7015689" y="0"/>
            <a:ext cx="5176311" cy="6858000"/>
          </a:xfrm>
          <a:prstGeom prst="rect">
            <a:avLst/>
          </a:prstGeom>
        </p:spPr>
      </p:pic>
      <p:sp>
        <p:nvSpPr>
          <p:cNvPr id="7" name="Rectangle 6">
            <a:extLst>
              <a:ext uri="{FF2B5EF4-FFF2-40B4-BE49-F238E27FC236}">
                <a16:creationId xmlns:a16="http://schemas.microsoft.com/office/drawing/2014/main" id="{F06027A1-0D62-16F7-30CE-41BFE8B26C7C}"/>
              </a:ext>
            </a:extLst>
          </p:cNvPr>
          <p:cNvSpPr/>
          <p:nvPr/>
        </p:nvSpPr>
        <p:spPr>
          <a:xfrm>
            <a:off x="7015689" y="-1"/>
            <a:ext cx="5176311" cy="6777874"/>
          </a:xfrm>
          <a:prstGeom prst="rect">
            <a:avLst/>
          </a:prstGeom>
          <a:gradFill flip="none" rotWithShape="1">
            <a:gsLst>
              <a:gs pos="0">
                <a:schemeClr val="accent6">
                  <a:alpha val="0"/>
                </a:schemeClr>
              </a:gs>
              <a:gs pos="95000">
                <a:schemeClr val="bg2"/>
              </a:gs>
            </a:gsLst>
            <a:lin ang="16200000" scaled="1"/>
            <a:tileRect/>
          </a:gra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lstStyle/>
          <a:p>
            <a:pPr marL="0" marR="0" indent="0" algn="ctr" defTabSz="914400" rtl="0" fontAlgn="auto" latinLnBrk="0" hangingPunct="0">
              <a:lnSpc>
                <a:spcPct val="100000"/>
              </a:lnSpc>
              <a:spcBef>
                <a:spcPts val="0"/>
              </a:spcBef>
              <a:spcAft>
                <a:spcPts val="0"/>
              </a:spcAft>
              <a:buClrTx/>
              <a:buSzTx/>
              <a:buFontTx/>
              <a:buNone/>
              <a:tabLst/>
            </a:pPr>
            <a:endParaRPr kumimoji="0" lang="en-US" sz="1200" b="0" i="0" u="none" strike="noStrike" cap="none" spc="0" normalizeH="0" baseline="0" dirty="0">
              <a:ln>
                <a:noFill/>
              </a:ln>
              <a:solidFill>
                <a:srgbClr val="50626A"/>
              </a:solidFill>
              <a:effectLst/>
              <a:uFillTx/>
              <a:latin typeface="Arial" panose="020B0604020202020204" pitchFamily="34" charset="0"/>
              <a:ea typeface="+mn-ea"/>
              <a:cs typeface="+mn-cs"/>
              <a:sym typeface="Calibri"/>
            </a:endParaRPr>
          </a:p>
        </p:txBody>
      </p:sp>
      <p:sp>
        <p:nvSpPr>
          <p:cNvPr id="4" name="Body Level One…">
            <a:extLst>
              <a:ext uri="{FF2B5EF4-FFF2-40B4-BE49-F238E27FC236}">
                <a16:creationId xmlns:a16="http://schemas.microsoft.com/office/drawing/2014/main" id="{40EBB8DB-A9D6-4FF1-A2F3-96E6783B8182}"/>
              </a:ext>
            </a:extLst>
          </p:cNvPr>
          <p:cNvSpPr txBox="1">
            <a:spLocks noGrp="1"/>
          </p:cNvSpPr>
          <p:nvPr>
            <p:ph idx="1"/>
          </p:nvPr>
        </p:nvSpPr>
        <p:spPr>
          <a:xfrm>
            <a:off x="347472" y="1242203"/>
            <a:ext cx="6398195" cy="4968097"/>
          </a:xfrm>
          <a:prstGeom prst="rect">
            <a:avLst/>
          </a:prstGeom>
          <a:ln w="12700">
            <a:miter lim="400000"/>
          </a:ln>
          <a:extLst>
            <a:ext uri="{C572A759-6A51-4108-AA02-DFA0A04FC94B}">
              <ma14:wrappingTextBoxFlag xmlns:ma14="http://schemas.microsoft.com/office/mac/drawingml/2011/main" xmlns="" val="1"/>
            </a:ext>
          </a:extLst>
        </p:spPr>
        <p:txBody>
          <a:bodyPr lIns="45719" rIns="45719">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8" name="Title 7">
            <a:extLst>
              <a:ext uri="{FF2B5EF4-FFF2-40B4-BE49-F238E27FC236}">
                <a16:creationId xmlns:a16="http://schemas.microsoft.com/office/drawing/2014/main" id="{0FB071E8-809B-6890-C6B9-812E8369D165}"/>
              </a:ext>
            </a:extLst>
          </p:cNvPr>
          <p:cNvSpPr>
            <a:spLocks noGrp="1"/>
          </p:cNvSpPr>
          <p:nvPr>
            <p:ph type="title"/>
          </p:nvPr>
        </p:nvSpPr>
        <p:spPr/>
        <p:txBody>
          <a:bodyPr/>
          <a:lstStyle/>
          <a:p>
            <a:r>
              <a:rPr lang="en-US"/>
              <a:t>Click to edit Master title style</a:t>
            </a:r>
          </a:p>
        </p:txBody>
      </p:sp>
      <p:sp>
        <p:nvSpPr>
          <p:cNvPr id="5" name="Footer Placeholder 4">
            <a:extLst>
              <a:ext uri="{FF2B5EF4-FFF2-40B4-BE49-F238E27FC236}">
                <a16:creationId xmlns:a16="http://schemas.microsoft.com/office/drawing/2014/main" id="{3B21BB59-32EF-F98A-2990-317BB5943E8A}"/>
              </a:ext>
            </a:extLst>
          </p:cNvPr>
          <p:cNvSpPr>
            <a:spLocks noGrp="1"/>
          </p:cNvSpPr>
          <p:nvPr>
            <p:ph type="ftr" sz="quarter" idx="10"/>
          </p:nvPr>
        </p:nvSpPr>
        <p:spPr/>
        <p:txBody>
          <a:bodyPr/>
          <a:lstStyle/>
          <a:p>
            <a:endParaRPr lang="en-US" dirty="0"/>
          </a:p>
        </p:txBody>
      </p:sp>
      <p:sp>
        <p:nvSpPr>
          <p:cNvPr id="10" name="Slide Number Placeholder 9">
            <a:extLst>
              <a:ext uri="{FF2B5EF4-FFF2-40B4-BE49-F238E27FC236}">
                <a16:creationId xmlns:a16="http://schemas.microsoft.com/office/drawing/2014/main" id="{5B7AFE7E-7CB0-FD25-F78E-7DA5692308E7}"/>
              </a:ext>
            </a:extLst>
          </p:cNvPr>
          <p:cNvSpPr>
            <a:spLocks noGrp="1"/>
          </p:cNvSpPr>
          <p:nvPr>
            <p:ph type="sldNum" sz="quarter" idx="11"/>
          </p:nvPr>
        </p:nvSpPr>
        <p:spPr/>
        <p:txBody>
          <a:bodyPr/>
          <a:lstStyle/>
          <a:p>
            <a:fld id="{2B143D1D-9801-49CA-88C0-178C03B6937F}" type="slidenum">
              <a:rPr lang="en-US" smtClean="0"/>
              <a:t>‹#›</a:t>
            </a:fld>
            <a:endParaRPr lang="en-US" dirty="0"/>
          </a:p>
        </p:txBody>
      </p:sp>
      <p:pic>
        <p:nvPicPr>
          <p:cNvPr id="3" name="Picture 2">
            <a:extLst>
              <a:ext uri="{FF2B5EF4-FFF2-40B4-BE49-F238E27FC236}">
                <a16:creationId xmlns:a16="http://schemas.microsoft.com/office/drawing/2014/main" id="{7424F124-A258-66DC-3AAE-6DDE6D9BAB50}"/>
              </a:ext>
            </a:extLst>
          </p:cNvPr>
          <p:cNvPicPr>
            <a:picLocks noChangeAspect="1"/>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a:xfrm>
            <a:off x="10886330" y="6126042"/>
            <a:ext cx="934494" cy="620833"/>
          </a:xfrm>
          <a:prstGeom prst="rect">
            <a:avLst/>
          </a:prstGeom>
          <a:effectLst/>
        </p:spPr>
      </p:pic>
    </p:spTree>
    <p:extLst>
      <p:ext uri="{BB962C8B-B14F-4D97-AF65-F5344CB8AC3E}">
        <p14:creationId xmlns:p14="http://schemas.microsoft.com/office/powerpoint/2010/main" val="10032833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6.xml><?xml version="1.0" encoding="utf-8"?>
<p:sldLayout xmlns:a="http://schemas.openxmlformats.org/drawingml/2006/main" xmlns:r="http://schemas.openxmlformats.org/officeDocument/2006/relationships" xmlns:p="http://schemas.openxmlformats.org/presentationml/2006/main" userDrawn="1">
  <p:cSld name="Two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669EB6F-995A-1D46-8E1D-4B914558475E}"/>
              </a:ext>
            </a:extLst>
          </p:cNvPr>
          <p:cNvSpPr>
            <a:spLocks noGrp="1"/>
          </p:cNvSpPr>
          <p:nvPr>
            <p:ph sz="half" idx="1"/>
          </p:nvPr>
        </p:nvSpPr>
        <p:spPr>
          <a:xfrm>
            <a:off x="347472" y="1496214"/>
            <a:ext cx="578285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CAC1496-95B3-AF48-932D-76097CA09028}"/>
              </a:ext>
            </a:extLst>
          </p:cNvPr>
          <p:cNvSpPr>
            <a:spLocks noGrp="1"/>
          </p:cNvSpPr>
          <p:nvPr>
            <p:ph sz="half" idx="2"/>
          </p:nvPr>
        </p:nvSpPr>
        <p:spPr>
          <a:xfrm>
            <a:off x="6318913" y="1496214"/>
            <a:ext cx="5517486"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itle 8">
            <a:extLst>
              <a:ext uri="{FF2B5EF4-FFF2-40B4-BE49-F238E27FC236}">
                <a16:creationId xmlns:a16="http://schemas.microsoft.com/office/drawing/2014/main" id="{3C2B82B9-A421-0342-A9AE-E71D36964D72}"/>
              </a:ext>
            </a:extLst>
          </p:cNvPr>
          <p:cNvSpPr>
            <a:spLocks noGrp="1"/>
          </p:cNvSpPr>
          <p:nvPr>
            <p:ph type="title"/>
          </p:nvPr>
        </p:nvSpPr>
        <p:spPr/>
        <p:txBody>
          <a:bodyPr/>
          <a:lstStyle/>
          <a:p>
            <a:r>
              <a:rPr lang="en-US"/>
              <a:t>Click to edit Master title style</a:t>
            </a:r>
          </a:p>
        </p:txBody>
      </p:sp>
      <p:sp>
        <p:nvSpPr>
          <p:cNvPr id="2" name="Footer Placeholder 1">
            <a:extLst>
              <a:ext uri="{FF2B5EF4-FFF2-40B4-BE49-F238E27FC236}">
                <a16:creationId xmlns:a16="http://schemas.microsoft.com/office/drawing/2014/main" id="{C0DEEA6C-E455-DCE5-10A0-07DC163C6204}"/>
              </a:ext>
            </a:extLst>
          </p:cNvPr>
          <p:cNvSpPr>
            <a:spLocks noGrp="1"/>
          </p:cNvSpPr>
          <p:nvPr>
            <p:ph type="ftr" sz="quarter" idx="13"/>
          </p:nvPr>
        </p:nvSpPr>
        <p:spPr/>
        <p:txBody>
          <a:bodyPr/>
          <a:lstStyle/>
          <a:p>
            <a:endParaRPr lang="en-US" dirty="0"/>
          </a:p>
        </p:txBody>
      </p:sp>
      <p:sp>
        <p:nvSpPr>
          <p:cNvPr id="5" name="Slide Number Placeholder 4">
            <a:extLst>
              <a:ext uri="{FF2B5EF4-FFF2-40B4-BE49-F238E27FC236}">
                <a16:creationId xmlns:a16="http://schemas.microsoft.com/office/drawing/2014/main" id="{7317C745-C139-3EAD-AF1C-C07685608A44}"/>
              </a:ext>
            </a:extLst>
          </p:cNvPr>
          <p:cNvSpPr>
            <a:spLocks noGrp="1"/>
          </p:cNvSpPr>
          <p:nvPr>
            <p:ph type="sldNum" sz="quarter" idx="14"/>
          </p:nvPr>
        </p:nvSpPr>
        <p:spPr/>
        <p:txBody>
          <a:bodyPr/>
          <a:lstStyle/>
          <a:p>
            <a:fld id="{2B143D1D-9801-49CA-88C0-178C03B6937F}" type="slidenum">
              <a:rPr lang="en-US" smtClean="0"/>
              <a:t>‹#›</a:t>
            </a:fld>
            <a:endParaRPr lang="en-US" dirty="0"/>
          </a:p>
        </p:txBody>
      </p:sp>
    </p:spTree>
    <p:extLst>
      <p:ext uri="{BB962C8B-B14F-4D97-AF65-F5344CB8AC3E}">
        <p14:creationId xmlns:p14="http://schemas.microsoft.com/office/powerpoint/2010/main" val="2841424575"/>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userDrawn="1">
  <p:cSld name="Compariso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38EABC0-EFC6-D243-946E-F42B969FE9B9}"/>
              </a:ext>
            </a:extLst>
          </p:cNvPr>
          <p:cNvSpPr>
            <a:spLocks noGrp="1"/>
          </p:cNvSpPr>
          <p:nvPr>
            <p:ph type="body" idx="1"/>
          </p:nvPr>
        </p:nvSpPr>
        <p:spPr>
          <a:xfrm>
            <a:off x="347472" y="1144401"/>
            <a:ext cx="5760625" cy="823912"/>
          </a:xfrm>
        </p:spPr>
        <p:txBody>
          <a:bodyPr anchor="b"/>
          <a:lstStyle>
            <a:lvl1pPr marL="0" indent="0">
              <a:buNone/>
              <a:defRPr sz="2000" b="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CB5420B-0671-9947-8ACD-9947290B10A6}"/>
              </a:ext>
            </a:extLst>
          </p:cNvPr>
          <p:cNvSpPr>
            <a:spLocks noGrp="1"/>
          </p:cNvSpPr>
          <p:nvPr>
            <p:ph sz="half" idx="2"/>
          </p:nvPr>
        </p:nvSpPr>
        <p:spPr>
          <a:xfrm>
            <a:off x="347472" y="1968312"/>
            <a:ext cx="5760625" cy="404585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DBC9F15-7C0B-4444-AE75-34E3127776B9}"/>
              </a:ext>
            </a:extLst>
          </p:cNvPr>
          <p:cNvSpPr>
            <a:spLocks noGrp="1"/>
          </p:cNvSpPr>
          <p:nvPr>
            <p:ph type="body" sz="quarter" idx="3"/>
          </p:nvPr>
        </p:nvSpPr>
        <p:spPr>
          <a:xfrm>
            <a:off x="6318913" y="1144401"/>
            <a:ext cx="5517485" cy="823912"/>
          </a:xfrm>
        </p:spPr>
        <p:txBody>
          <a:bodyPr anchor="b"/>
          <a:lstStyle>
            <a:lvl1pPr marL="0" indent="0">
              <a:buNone/>
              <a:defRPr sz="2000" b="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8CAFEF0-01F2-2E44-94D8-FD3D3CE15F1F}"/>
              </a:ext>
            </a:extLst>
          </p:cNvPr>
          <p:cNvSpPr>
            <a:spLocks noGrp="1"/>
          </p:cNvSpPr>
          <p:nvPr>
            <p:ph sz="quarter" idx="4"/>
          </p:nvPr>
        </p:nvSpPr>
        <p:spPr>
          <a:xfrm>
            <a:off x="6318913" y="1968312"/>
            <a:ext cx="5517485" cy="404585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itle 11">
            <a:extLst>
              <a:ext uri="{FF2B5EF4-FFF2-40B4-BE49-F238E27FC236}">
                <a16:creationId xmlns:a16="http://schemas.microsoft.com/office/drawing/2014/main" id="{A53AB65E-510E-4C42-BD7A-EC2B31E26B1F}"/>
              </a:ext>
            </a:extLst>
          </p:cNvPr>
          <p:cNvSpPr>
            <a:spLocks noGrp="1"/>
          </p:cNvSpPr>
          <p:nvPr>
            <p:ph type="title"/>
          </p:nvPr>
        </p:nvSpPr>
        <p:spPr/>
        <p:txBody>
          <a:bodyPr/>
          <a:lstStyle/>
          <a:p>
            <a:r>
              <a:rPr lang="en-US"/>
              <a:t>Click to edit Master title style</a:t>
            </a:r>
          </a:p>
        </p:txBody>
      </p:sp>
      <p:sp>
        <p:nvSpPr>
          <p:cNvPr id="2" name="Footer Placeholder 1">
            <a:extLst>
              <a:ext uri="{FF2B5EF4-FFF2-40B4-BE49-F238E27FC236}">
                <a16:creationId xmlns:a16="http://schemas.microsoft.com/office/drawing/2014/main" id="{F17E5D93-47C7-C366-2531-FB5F387B5132}"/>
              </a:ext>
            </a:extLst>
          </p:cNvPr>
          <p:cNvSpPr>
            <a:spLocks noGrp="1"/>
          </p:cNvSpPr>
          <p:nvPr>
            <p:ph type="ftr" sz="quarter" idx="13"/>
          </p:nvPr>
        </p:nvSpPr>
        <p:spPr/>
        <p:txBody>
          <a:bodyPr/>
          <a:lstStyle/>
          <a:p>
            <a:endParaRPr lang="en-US" dirty="0"/>
          </a:p>
        </p:txBody>
      </p:sp>
      <p:sp>
        <p:nvSpPr>
          <p:cNvPr id="7" name="Slide Number Placeholder 6">
            <a:extLst>
              <a:ext uri="{FF2B5EF4-FFF2-40B4-BE49-F238E27FC236}">
                <a16:creationId xmlns:a16="http://schemas.microsoft.com/office/drawing/2014/main" id="{E7A034DA-6BF8-D5C0-A344-983B2CDFAB2B}"/>
              </a:ext>
            </a:extLst>
          </p:cNvPr>
          <p:cNvSpPr>
            <a:spLocks noGrp="1"/>
          </p:cNvSpPr>
          <p:nvPr>
            <p:ph type="sldNum" sz="quarter" idx="14"/>
          </p:nvPr>
        </p:nvSpPr>
        <p:spPr/>
        <p:txBody>
          <a:bodyPr/>
          <a:lstStyle/>
          <a:p>
            <a:fld id="{2B143D1D-9801-49CA-88C0-178C03B6937F}" type="slidenum">
              <a:rPr lang="en-US" smtClean="0"/>
              <a:t>‹#›</a:t>
            </a:fld>
            <a:endParaRPr lang="en-US" dirty="0"/>
          </a:p>
        </p:txBody>
      </p:sp>
    </p:spTree>
    <p:extLst>
      <p:ext uri="{BB962C8B-B14F-4D97-AF65-F5344CB8AC3E}">
        <p14:creationId xmlns:p14="http://schemas.microsoft.com/office/powerpoint/2010/main" val="1995691585"/>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55C964D5-B550-6846-8985-5B599212ACCD}"/>
              </a:ext>
            </a:extLst>
          </p:cNvPr>
          <p:cNvSpPr/>
          <p:nvPr userDrawn="1"/>
        </p:nvSpPr>
        <p:spPr>
          <a:xfrm>
            <a:off x="300251" y="1078173"/>
            <a:ext cx="1651379" cy="23201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Footer Placeholder 1">
            <a:extLst>
              <a:ext uri="{FF2B5EF4-FFF2-40B4-BE49-F238E27FC236}">
                <a16:creationId xmlns:a16="http://schemas.microsoft.com/office/drawing/2014/main" id="{1D59C5D9-EEF9-FBBB-D92F-C03D76437CEA}"/>
              </a:ext>
            </a:extLst>
          </p:cNvPr>
          <p:cNvSpPr>
            <a:spLocks noGrp="1"/>
          </p:cNvSpPr>
          <p:nvPr>
            <p:ph type="ftr" sz="quarter" idx="10"/>
          </p:nvPr>
        </p:nvSpPr>
        <p:spPr/>
        <p:txBody>
          <a:bodyPr/>
          <a:lstStyle/>
          <a:p>
            <a:endParaRPr lang="en-US" dirty="0"/>
          </a:p>
        </p:txBody>
      </p:sp>
      <p:sp>
        <p:nvSpPr>
          <p:cNvPr id="4" name="Slide Number Placeholder 3">
            <a:extLst>
              <a:ext uri="{FF2B5EF4-FFF2-40B4-BE49-F238E27FC236}">
                <a16:creationId xmlns:a16="http://schemas.microsoft.com/office/drawing/2014/main" id="{815E9E10-2183-EADF-5D7E-AAF3AC8F05F0}"/>
              </a:ext>
            </a:extLst>
          </p:cNvPr>
          <p:cNvSpPr>
            <a:spLocks noGrp="1"/>
          </p:cNvSpPr>
          <p:nvPr>
            <p:ph type="sldNum" sz="quarter" idx="11"/>
          </p:nvPr>
        </p:nvSpPr>
        <p:spPr/>
        <p:txBody>
          <a:bodyPr/>
          <a:lstStyle/>
          <a:p>
            <a:fld id="{2B143D1D-9801-49CA-88C0-178C03B6937F}" type="slidenum">
              <a:rPr lang="en-US" smtClean="0"/>
              <a:t>‹#›</a:t>
            </a:fld>
            <a:endParaRPr lang="en-US" dirty="0"/>
          </a:p>
        </p:txBody>
      </p:sp>
    </p:spTree>
    <p:extLst>
      <p:ext uri="{BB962C8B-B14F-4D97-AF65-F5344CB8AC3E}">
        <p14:creationId xmlns:p14="http://schemas.microsoft.com/office/powerpoint/2010/main" val="3173768738"/>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userDrawn="1">
  <p:cSld name="2_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9E558F-F307-4DAC-80A4-2C0FFB422FDF}"/>
              </a:ext>
            </a:extLst>
          </p:cNvPr>
          <p:cNvSpPr>
            <a:spLocks noGrp="1"/>
          </p:cNvSpPr>
          <p:nvPr>
            <p:ph type="title" hasCustomPrompt="1"/>
          </p:nvPr>
        </p:nvSpPr>
        <p:spPr>
          <a:xfrm>
            <a:off x="426720" y="182880"/>
            <a:ext cx="11338560" cy="640080"/>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49531DE9-E63E-47DA-9851-10A64C57E569}"/>
              </a:ext>
            </a:extLst>
          </p:cNvPr>
          <p:cNvSpPr>
            <a:spLocks noGrp="1"/>
          </p:cNvSpPr>
          <p:nvPr>
            <p:ph sz="half" idx="1"/>
          </p:nvPr>
        </p:nvSpPr>
        <p:spPr>
          <a:xfrm>
            <a:off x="426720" y="1554480"/>
            <a:ext cx="5486400" cy="44805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1138523-87F0-4814-BEC8-994C66D0777B}"/>
              </a:ext>
            </a:extLst>
          </p:cNvPr>
          <p:cNvSpPr>
            <a:spLocks noGrp="1"/>
          </p:cNvSpPr>
          <p:nvPr>
            <p:ph sz="half" idx="2"/>
          </p:nvPr>
        </p:nvSpPr>
        <p:spPr>
          <a:xfrm>
            <a:off x="6267096" y="1554480"/>
            <a:ext cx="5486400" cy="44805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Subtitle 2">
            <a:extLst>
              <a:ext uri="{FF2B5EF4-FFF2-40B4-BE49-F238E27FC236}">
                <a16:creationId xmlns:a16="http://schemas.microsoft.com/office/drawing/2014/main" id="{22F4456A-5651-4E07-9BBB-717DE57BC1C4}"/>
              </a:ext>
            </a:extLst>
          </p:cNvPr>
          <p:cNvSpPr>
            <a:spLocks noGrp="1"/>
          </p:cNvSpPr>
          <p:nvPr>
            <p:ph type="subTitle" idx="10"/>
          </p:nvPr>
        </p:nvSpPr>
        <p:spPr>
          <a:xfrm>
            <a:off x="426720" y="1097280"/>
            <a:ext cx="5486400" cy="320040"/>
          </a:xfrm>
          <a:solidFill>
            <a:schemeClr val="accent3"/>
          </a:solidFill>
        </p:spPr>
        <p:txBody>
          <a:bodyPr vert="horz" lIns="0" tIns="0" rIns="0" bIns="0" rtlCol="0" anchor="ctr">
            <a:noAutofit/>
          </a:bodyPr>
          <a:lstStyle>
            <a:lvl1pPr>
              <a:defRPr lang="en-US" b="1" dirty="0">
                <a:solidFill>
                  <a:schemeClr val="bg1"/>
                </a:solidFill>
              </a:defRPr>
            </a:lvl1pPr>
          </a:lstStyle>
          <a:p>
            <a:pPr marL="0" lvl="0" indent="0" algn="ctr">
              <a:buNone/>
            </a:pPr>
            <a:r>
              <a:rPr lang="en-US"/>
              <a:t>Click to edit Master subtitle style</a:t>
            </a:r>
          </a:p>
        </p:txBody>
      </p:sp>
      <p:sp>
        <p:nvSpPr>
          <p:cNvPr id="8" name="Text Placeholder 8">
            <a:extLst>
              <a:ext uri="{FF2B5EF4-FFF2-40B4-BE49-F238E27FC236}">
                <a16:creationId xmlns:a16="http://schemas.microsoft.com/office/drawing/2014/main" id="{9BB7045F-CC50-42B9-A02A-F13BCF407ABB}"/>
              </a:ext>
            </a:extLst>
          </p:cNvPr>
          <p:cNvSpPr>
            <a:spLocks noGrp="1"/>
          </p:cNvSpPr>
          <p:nvPr>
            <p:ph type="body" sz="quarter" idx="13"/>
          </p:nvPr>
        </p:nvSpPr>
        <p:spPr>
          <a:xfrm>
            <a:off x="6267096" y="1097280"/>
            <a:ext cx="5486400" cy="320040"/>
          </a:xfrm>
          <a:solidFill>
            <a:schemeClr val="accent3"/>
          </a:solidFill>
        </p:spPr>
        <p:txBody>
          <a:bodyPr vert="horz" lIns="0" tIns="0" rIns="0" bIns="0" rtlCol="0" anchor="ctr">
            <a:noAutofit/>
          </a:bodyPr>
          <a:lstStyle>
            <a:lvl1pPr>
              <a:defRPr lang="en-US" b="1" dirty="0">
                <a:solidFill>
                  <a:schemeClr val="bg1"/>
                </a:solidFill>
              </a:defRPr>
            </a:lvl1pPr>
          </a:lstStyle>
          <a:p>
            <a:pPr marL="0" lvl="0" indent="0" algn="ctr">
              <a:buNone/>
            </a:pPr>
            <a:r>
              <a:rPr lang="en-US"/>
              <a:t>Click to edit Master text styles</a:t>
            </a:r>
          </a:p>
        </p:txBody>
      </p:sp>
      <p:sp>
        <p:nvSpPr>
          <p:cNvPr id="7" name="Text Placeholder 4">
            <a:extLst>
              <a:ext uri="{FF2B5EF4-FFF2-40B4-BE49-F238E27FC236}">
                <a16:creationId xmlns:a16="http://schemas.microsoft.com/office/drawing/2014/main" id="{5ACCAFB8-8844-4A15-8C00-414DFD9DE4E5}"/>
              </a:ext>
            </a:extLst>
          </p:cNvPr>
          <p:cNvSpPr>
            <a:spLocks noGrp="1"/>
          </p:cNvSpPr>
          <p:nvPr>
            <p:ph type="body" sz="quarter" idx="14" hasCustomPrompt="1"/>
          </p:nvPr>
        </p:nvSpPr>
        <p:spPr>
          <a:xfrm>
            <a:off x="0" y="6442502"/>
            <a:ext cx="11721024" cy="415498"/>
          </a:xfrm>
        </p:spPr>
        <p:txBody>
          <a:bodyPr wrap="square" lIns="457200" rIns="91440" bIns="274320" anchor="b">
            <a:spAutoFit/>
          </a:bodyPr>
          <a:lstStyle>
            <a:lvl1pPr marL="0" indent="0">
              <a:lnSpc>
                <a:spcPct val="90000"/>
              </a:lnSpc>
              <a:spcBef>
                <a:spcPts val="0"/>
              </a:spcBef>
              <a:spcAft>
                <a:spcPts val="0"/>
              </a:spcAft>
              <a:buNone/>
              <a:defRPr sz="1000" b="0">
                <a:solidFill>
                  <a:schemeClr val="bg1">
                    <a:lumMod val="50000"/>
                  </a:schemeClr>
                </a:solidFill>
              </a:defRPr>
            </a:lvl1pPr>
            <a:lvl2pPr marL="0" indent="0">
              <a:spcBef>
                <a:spcPts val="600"/>
              </a:spcBef>
              <a:spcAft>
                <a:spcPts val="0"/>
              </a:spcAft>
              <a:buNone/>
              <a:defRPr sz="900"/>
            </a:lvl2pPr>
            <a:lvl3pPr marL="684213" indent="0">
              <a:buNone/>
              <a:defRPr sz="900"/>
            </a:lvl3pPr>
            <a:lvl4pPr marL="971550" indent="0">
              <a:buNone/>
              <a:defRPr sz="900"/>
            </a:lvl4pPr>
            <a:lvl5pPr marL="1314450" indent="0">
              <a:buNone/>
              <a:defRPr sz="900"/>
            </a:lvl5pPr>
          </a:lstStyle>
          <a:p>
            <a:pPr lvl="0"/>
            <a:r>
              <a:rPr lang="en-US"/>
              <a:t>Footnotes, abbreviations, references</a:t>
            </a:r>
          </a:p>
        </p:txBody>
      </p:sp>
    </p:spTree>
    <p:extLst>
      <p:ext uri="{BB962C8B-B14F-4D97-AF65-F5344CB8AC3E}">
        <p14:creationId xmlns:p14="http://schemas.microsoft.com/office/powerpoint/2010/main" val="372125444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showMasterSp="0" preserve="1">
  <p:cSld name="Title Slide - Nab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ight Triangle 1">
            <a:extLst>
              <a:ext uri="{FF2B5EF4-FFF2-40B4-BE49-F238E27FC236}">
                <a16:creationId xmlns:a16="http://schemas.microsoft.com/office/drawing/2014/main" id="{C6C9C98D-378E-0B5D-E771-1E95F147F947}"/>
              </a:ext>
            </a:extLst>
          </p:cNvPr>
          <p:cNvSpPr/>
          <p:nvPr/>
        </p:nvSpPr>
        <p:spPr>
          <a:xfrm>
            <a:off x="-19877" y="-9938"/>
            <a:ext cx="8726556" cy="6917635"/>
          </a:xfrm>
          <a:custGeom>
            <a:avLst/>
            <a:gdLst>
              <a:gd name="connsiteX0" fmla="*/ 0 w 4244008"/>
              <a:gd name="connsiteY0" fmla="*/ 6858000 h 6858000"/>
              <a:gd name="connsiteX1" fmla="*/ 0 w 4244008"/>
              <a:gd name="connsiteY1" fmla="*/ 0 h 6858000"/>
              <a:gd name="connsiteX2" fmla="*/ 4244008 w 4244008"/>
              <a:gd name="connsiteY2" fmla="*/ 6858000 h 6858000"/>
              <a:gd name="connsiteX3" fmla="*/ 0 w 4244008"/>
              <a:gd name="connsiteY3" fmla="*/ 6858000 h 6858000"/>
              <a:gd name="connsiteX0" fmla="*/ 1 w 4244009"/>
              <a:gd name="connsiteY0" fmla="*/ 6858000 h 6858000"/>
              <a:gd name="connsiteX1" fmla="*/ 0 w 4244009"/>
              <a:gd name="connsiteY1" fmla="*/ 1023730 h 6858000"/>
              <a:gd name="connsiteX2" fmla="*/ 1 w 4244009"/>
              <a:gd name="connsiteY2" fmla="*/ 0 h 6858000"/>
              <a:gd name="connsiteX3" fmla="*/ 4244009 w 4244009"/>
              <a:gd name="connsiteY3" fmla="*/ 6858000 h 6858000"/>
              <a:gd name="connsiteX4" fmla="*/ 1 w 4244009"/>
              <a:gd name="connsiteY4" fmla="*/ 6858000 h 6858000"/>
              <a:gd name="connsiteX0" fmla="*/ 655983 w 4899991"/>
              <a:gd name="connsiteY0" fmla="*/ 6912905 h 6912905"/>
              <a:gd name="connsiteX1" fmla="*/ 0 w 4899991"/>
              <a:gd name="connsiteY1" fmla="*/ 104600 h 6912905"/>
              <a:gd name="connsiteX2" fmla="*/ 655983 w 4899991"/>
              <a:gd name="connsiteY2" fmla="*/ 54905 h 6912905"/>
              <a:gd name="connsiteX3" fmla="*/ 4899991 w 4899991"/>
              <a:gd name="connsiteY3" fmla="*/ 6912905 h 6912905"/>
              <a:gd name="connsiteX4" fmla="*/ 655983 w 4899991"/>
              <a:gd name="connsiteY4" fmla="*/ 6912905 h 6912905"/>
              <a:gd name="connsiteX0" fmla="*/ 19878 w 4899991"/>
              <a:gd name="connsiteY0" fmla="*/ 6922844 h 6922844"/>
              <a:gd name="connsiteX1" fmla="*/ 0 w 4899991"/>
              <a:gd name="connsiteY1" fmla="*/ 104600 h 6922844"/>
              <a:gd name="connsiteX2" fmla="*/ 655983 w 4899991"/>
              <a:gd name="connsiteY2" fmla="*/ 54905 h 6922844"/>
              <a:gd name="connsiteX3" fmla="*/ 4899991 w 4899991"/>
              <a:gd name="connsiteY3" fmla="*/ 6912905 h 6922844"/>
              <a:gd name="connsiteX4" fmla="*/ 19878 w 4899991"/>
              <a:gd name="connsiteY4" fmla="*/ 6922844 h 6922844"/>
              <a:gd name="connsiteX0" fmla="*/ 19878 w 4899991"/>
              <a:gd name="connsiteY0" fmla="*/ 6983106 h 6983106"/>
              <a:gd name="connsiteX1" fmla="*/ 0 w 4899991"/>
              <a:gd name="connsiteY1" fmla="*/ 164862 h 6983106"/>
              <a:gd name="connsiteX2" fmla="*/ 655983 w 4899991"/>
              <a:gd name="connsiteY2" fmla="*/ 115167 h 6983106"/>
              <a:gd name="connsiteX3" fmla="*/ 4899991 w 4899991"/>
              <a:gd name="connsiteY3" fmla="*/ 6973167 h 6983106"/>
              <a:gd name="connsiteX4" fmla="*/ 19878 w 4899991"/>
              <a:gd name="connsiteY4" fmla="*/ 6983106 h 6983106"/>
              <a:gd name="connsiteX0" fmla="*/ 19878 w 4899991"/>
              <a:gd name="connsiteY0" fmla="*/ 6867939 h 6867939"/>
              <a:gd name="connsiteX1" fmla="*/ 0 w 4899991"/>
              <a:gd name="connsiteY1" fmla="*/ 49695 h 6867939"/>
              <a:gd name="connsiteX2" fmla="*/ 655983 w 4899991"/>
              <a:gd name="connsiteY2" fmla="*/ 0 h 6867939"/>
              <a:gd name="connsiteX3" fmla="*/ 4899991 w 4899991"/>
              <a:gd name="connsiteY3" fmla="*/ 6858000 h 6867939"/>
              <a:gd name="connsiteX4" fmla="*/ 19878 w 4899991"/>
              <a:gd name="connsiteY4" fmla="*/ 6867939 h 6867939"/>
              <a:gd name="connsiteX0" fmla="*/ 29817 w 4909930"/>
              <a:gd name="connsiteY0" fmla="*/ 6877879 h 6877879"/>
              <a:gd name="connsiteX1" fmla="*/ 0 w 4909930"/>
              <a:gd name="connsiteY1" fmla="*/ 0 h 6877879"/>
              <a:gd name="connsiteX2" fmla="*/ 665922 w 4909930"/>
              <a:gd name="connsiteY2" fmla="*/ 9940 h 6877879"/>
              <a:gd name="connsiteX3" fmla="*/ 4909930 w 4909930"/>
              <a:gd name="connsiteY3" fmla="*/ 6867940 h 6877879"/>
              <a:gd name="connsiteX4" fmla="*/ 29817 w 4909930"/>
              <a:gd name="connsiteY4" fmla="*/ 6877879 h 6877879"/>
              <a:gd name="connsiteX0" fmla="*/ 29817 w 4909930"/>
              <a:gd name="connsiteY0" fmla="*/ 6877879 h 6877879"/>
              <a:gd name="connsiteX1" fmla="*/ 0 w 4909930"/>
              <a:gd name="connsiteY1" fmla="*/ 0 h 6877879"/>
              <a:gd name="connsiteX2" fmla="*/ 665922 w 4909930"/>
              <a:gd name="connsiteY2" fmla="*/ 9940 h 6877879"/>
              <a:gd name="connsiteX3" fmla="*/ 4909930 w 4909930"/>
              <a:gd name="connsiteY3" fmla="*/ 6867940 h 6877879"/>
              <a:gd name="connsiteX4" fmla="*/ 29817 w 4909930"/>
              <a:gd name="connsiteY4" fmla="*/ 6877879 h 6877879"/>
              <a:gd name="connsiteX0" fmla="*/ 29817 w 4909930"/>
              <a:gd name="connsiteY0" fmla="*/ 6877879 h 6877879"/>
              <a:gd name="connsiteX1" fmla="*/ 0 w 4909930"/>
              <a:gd name="connsiteY1" fmla="*/ 0 h 6877879"/>
              <a:gd name="connsiteX2" fmla="*/ 665922 w 4909930"/>
              <a:gd name="connsiteY2" fmla="*/ 9940 h 6877879"/>
              <a:gd name="connsiteX3" fmla="*/ 4909930 w 4909930"/>
              <a:gd name="connsiteY3" fmla="*/ 6867940 h 6877879"/>
              <a:gd name="connsiteX4" fmla="*/ 29817 w 4909930"/>
              <a:gd name="connsiteY4" fmla="*/ 6877879 h 6877879"/>
              <a:gd name="connsiteX0" fmla="*/ 29817 w 4909930"/>
              <a:gd name="connsiteY0" fmla="*/ 6881616 h 6881616"/>
              <a:gd name="connsiteX1" fmla="*/ 0 w 4909930"/>
              <a:gd name="connsiteY1" fmla="*/ 3737 h 6881616"/>
              <a:gd name="connsiteX2" fmla="*/ 665922 w 4909930"/>
              <a:gd name="connsiteY2" fmla="*/ 13677 h 6881616"/>
              <a:gd name="connsiteX3" fmla="*/ 4909930 w 4909930"/>
              <a:gd name="connsiteY3" fmla="*/ 6871677 h 6881616"/>
              <a:gd name="connsiteX4" fmla="*/ 29817 w 4909930"/>
              <a:gd name="connsiteY4" fmla="*/ 6881616 h 6881616"/>
              <a:gd name="connsiteX0" fmla="*/ 29817 w 4909930"/>
              <a:gd name="connsiteY0" fmla="*/ 6867939 h 6867939"/>
              <a:gd name="connsiteX1" fmla="*/ 0 w 4909930"/>
              <a:gd name="connsiteY1" fmla="*/ 9938 h 6867939"/>
              <a:gd name="connsiteX2" fmla="*/ 665922 w 4909930"/>
              <a:gd name="connsiteY2" fmla="*/ 0 h 6867939"/>
              <a:gd name="connsiteX3" fmla="*/ 4909930 w 4909930"/>
              <a:gd name="connsiteY3" fmla="*/ 6858000 h 6867939"/>
              <a:gd name="connsiteX4" fmla="*/ 29817 w 4909930"/>
              <a:gd name="connsiteY4" fmla="*/ 6867939 h 6867939"/>
              <a:gd name="connsiteX0" fmla="*/ 39756 w 4919869"/>
              <a:gd name="connsiteY0" fmla="*/ 6881616 h 6881616"/>
              <a:gd name="connsiteX1" fmla="*/ 0 w 4919869"/>
              <a:gd name="connsiteY1" fmla="*/ 3737 h 6881616"/>
              <a:gd name="connsiteX2" fmla="*/ 675861 w 4919869"/>
              <a:gd name="connsiteY2" fmla="*/ 13677 h 6881616"/>
              <a:gd name="connsiteX3" fmla="*/ 4919869 w 4919869"/>
              <a:gd name="connsiteY3" fmla="*/ 6871677 h 6881616"/>
              <a:gd name="connsiteX4" fmla="*/ 39756 w 4919869"/>
              <a:gd name="connsiteY4" fmla="*/ 6881616 h 6881616"/>
              <a:gd name="connsiteX0" fmla="*/ 4084982 w 8965095"/>
              <a:gd name="connsiteY0" fmla="*/ 6873159 h 6873159"/>
              <a:gd name="connsiteX1" fmla="*/ 0 w 8965095"/>
              <a:gd name="connsiteY1" fmla="*/ 5220 h 6873159"/>
              <a:gd name="connsiteX2" fmla="*/ 4721087 w 8965095"/>
              <a:gd name="connsiteY2" fmla="*/ 5220 h 6873159"/>
              <a:gd name="connsiteX3" fmla="*/ 8965095 w 8965095"/>
              <a:gd name="connsiteY3" fmla="*/ 6863220 h 6873159"/>
              <a:gd name="connsiteX4" fmla="*/ 4084982 w 8965095"/>
              <a:gd name="connsiteY4" fmla="*/ 6873159 h 6873159"/>
              <a:gd name="connsiteX0" fmla="*/ 19877 w 8965095"/>
              <a:gd name="connsiteY0" fmla="*/ 6853281 h 6863220"/>
              <a:gd name="connsiteX1" fmla="*/ 0 w 8965095"/>
              <a:gd name="connsiteY1" fmla="*/ 5220 h 6863220"/>
              <a:gd name="connsiteX2" fmla="*/ 4721087 w 8965095"/>
              <a:gd name="connsiteY2" fmla="*/ 5220 h 6863220"/>
              <a:gd name="connsiteX3" fmla="*/ 8965095 w 8965095"/>
              <a:gd name="connsiteY3" fmla="*/ 6863220 h 6863220"/>
              <a:gd name="connsiteX4" fmla="*/ 19877 w 8965095"/>
              <a:gd name="connsiteY4" fmla="*/ 6853281 h 6863220"/>
              <a:gd name="connsiteX0" fmla="*/ 0 w 8975035"/>
              <a:gd name="connsiteY0" fmla="*/ 6873159 h 6873159"/>
              <a:gd name="connsiteX1" fmla="*/ 9940 w 8975035"/>
              <a:gd name="connsiteY1" fmla="*/ 5220 h 6873159"/>
              <a:gd name="connsiteX2" fmla="*/ 4731027 w 8975035"/>
              <a:gd name="connsiteY2" fmla="*/ 5220 h 6873159"/>
              <a:gd name="connsiteX3" fmla="*/ 8975035 w 8975035"/>
              <a:gd name="connsiteY3" fmla="*/ 6863220 h 6873159"/>
              <a:gd name="connsiteX4" fmla="*/ 0 w 8975035"/>
              <a:gd name="connsiteY4" fmla="*/ 6873159 h 6873159"/>
              <a:gd name="connsiteX0" fmla="*/ 318051 w 8965095"/>
              <a:gd name="connsiteY0" fmla="*/ 6893037 h 6893037"/>
              <a:gd name="connsiteX1" fmla="*/ 0 w 8965095"/>
              <a:gd name="connsiteY1" fmla="*/ 5220 h 6893037"/>
              <a:gd name="connsiteX2" fmla="*/ 4721087 w 8965095"/>
              <a:gd name="connsiteY2" fmla="*/ 5220 h 6893037"/>
              <a:gd name="connsiteX3" fmla="*/ 8965095 w 8965095"/>
              <a:gd name="connsiteY3" fmla="*/ 6863220 h 6893037"/>
              <a:gd name="connsiteX4" fmla="*/ 318051 w 8965095"/>
              <a:gd name="connsiteY4" fmla="*/ 6893037 h 6893037"/>
              <a:gd name="connsiteX0" fmla="*/ 248477 w 8965095"/>
              <a:gd name="connsiteY0" fmla="*/ 6912916 h 6912916"/>
              <a:gd name="connsiteX1" fmla="*/ 0 w 8965095"/>
              <a:gd name="connsiteY1" fmla="*/ 5220 h 6912916"/>
              <a:gd name="connsiteX2" fmla="*/ 4721087 w 8965095"/>
              <a:gd name="connsiteY2" fmla="*/ 5220 h 6912916"/>
              <a:gd name="connsiteX3" fmla="*/ 8965095 w 8965095"/>
              <a:gd name="connsiteY3" fmla="*/ 6863220 h 6912916"/>
              <a:gd name="connsiteX4" fmla="*/ 248477 w 8965095"/>
              <a:gd name="connsiteY4" fmla="*/ 6912916 h 6912916"/>
              <a:gd name="connsiteX0" fmla="*/ 89451 w 8806069"/>
              <a:gd name="connsiteY0" fmla="*/ 6907696 h 6907696"/>
              <a:gd name="connsiteX1" fmla="*/ 0 w 8806069"/>
              <a:gd name="connsiteY1" fmla="*/ 39756 h 6907696"/>
              <a:gd name="connsiteX2" fmla="*/ 4562061 w 8806069"/>
              <a:gd name="connsiteY2" fmla="*/ 0 h 6907696"/>
              <a:gd name="connsiteX3" fmla="*/ 8806069 w 8806069"/>
              <a:gd name="connsiteY3" fmla="*/ 6858000 h 6907696"/>
              <a:gd name="connsiteX4" fmla="*/ 89451 w 8806069"/>
              <a:gd name="connsiteY4" fmla="*/ 6907696 h 6907696"/>
              <a:gd name="connsiteX0" fmla="*/ 0 w 8716618"/>
              <a:gd name="connsiteY0" fmla="*/ 6907696 h 6907696"/>
              <a:gd name="connsiteX1" fmla="*/ 1 w 8716618"/>
              <a:gd name="connsiteY1" fmla="*/ 9939 h 6907696"/>
              <a:gd name="connsiteX2" fmla="*/ 4472610 w 8716618"/>
              <a:gd name="connsiteY2" fmla="*/ 0 h 6907696"/>
              <a:gd name="connsiteX3" fmla="*/ 8716618 w 8716618"/>
              <a:gd name="connsiteY3" fmla="*/ 6858000 h 6907696"/>
              <a:gd name="connsiteX4" fmla="*/ 0 w 8716618"/>
              <a:gd name="connsiteY4" fmla="*/ 6907696 h 6907696"/>
              <a:gd name="connsiteX0" fmla="*/ 9938 w 8726556"/>
              <a:gd name="connsiteY0" fmla="*/ 6921372 h 6921372"/>
              <a:gd name="connsiteX1" fmla="*/ 0 w 8726556"/>
              <a:gd name="connsiteY1" fmla="*/ 3737 h 6921372"/>
              <a:gd name="connsiteX2" fmla="*/ 4482548 w 8726556"/>
              <a:gd name="connsiteY2" fmla="*/ 13676 h 6921372"/>
              <a:gd name="connsiteX3" fmla="*/ 8726556 w 8726556"/>
              <a:gd name="connsiteY3" fmla="*/ 6871676 h 6921372"/>
              <a:gd name="connsiteX4" fmla="*/ 9938 w 8726556"/>
              <a:gd name="connsiteY4" fmla="*/ 6921372 h 6921372"/>
              <a:gd name="connsiteX0" fmla="*/ 9938 w 8726556"/>
              <a:gd name="connsiteY0" fmla="*/ 6917635 h 6917635"/>
              <a:gd name="connsiteX1" fmla="*/ 0 w 8726556"/>
              <a:gd name="connsiteY1" fmla="*/ 0 h 6917635"/>
              <a:gd name="connsiteX2" fmla="*/ 4482548 w 8726556"/>
              <a:gd name="connsiteY2" fmla="*/ 9939 h 6917635"/>
              <a:gd name="connsiteX3" fmla="*/ 8726556 w 8726556"/>
              <a:gd name="connsiteY3" fmla="*/ 6867939 h 6917635"/>
              <a:gd name="connsiteX4" fmla="*/ 9938 w 8726556"/>
              <a:gd name="connsiteY4" fmla="*/ 6917635 h 69176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26556" h="6917635">
                <a:moveTo>
                  <a:pt x="9938" y="6917635"/>
                </a:moveTo>
                <a:cubicBezTo>
                  <a:pt x="9938" y="4972878"/>
                  <a:pt x="14908" y="3438939"/>
                  <a:pt x="0" y="0"/>
                </a:cubicBezTo>
                <a:lnTo>
                  <a:pt x="4482548" y="9939"/>
                </a:lnTo>
                <a:lnTo>
                  <a:pt x="8726556" y="6867939"/>
                </a:lnTo>
                <a:lnTo>
                  <a:pt x="9938" y="6917635"/>
                </a:lnTo>
                <a:close/>
              </a:path>
            </a:pathLst>
          </a:custGeom>
          <a:solidFill>
            <a:schemeClr val="bg1"/>
          </a:solidFill>
          <a:ln w="12700" cap="flat">
            <a:noFill/>
            <a:miter lim="400000"/>
          </a:ln>
          <a:effectLst>
            <a:outerShdw blurRad="171482" dist="89822" algn="l" rotWithShape="0">
              <a:srgbClr val="063958">
                <a:alpha val="91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lstStyle/>
          <a:p>
            <a:pPr lvl="0" algn="ctr"/>
            <a:endParaRPr lang="en-US" sz="1200" dirty="0" err="1">
              <a:solidFill>
                <a:srgbClr val="50626A"/>
              </a:solidFill>
              <a:latin typeface="Arial" panose="020B0604020202020204" pitchFamily="34" charset="0"/>
              <a:ea typeface="+mn-ea"/>
              <a:cs typeface="+mn-cs"/>
              <a:sym typeface="Calibri"/>
            </a:endParaRPr>
          </a:p>
        </p:txBody>
      </p:sp>
      <p:pic>
        <p:nvPicPr>
          <p:cNvPr id="8" name="Picture 7">
            <a:extLst>
              <a:ext uri="{FF2B5EF4-FFF2-40B4-BE49-F238E27FC236}">
                <a16:creationId xmlns:a16="http://schemas.microsoft.com/office/drawing/2014/main" id="{A884A716-13EB-3776-396E-6D16BE0888EC}"/>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69900" y="889000"/>
            <a:ext cx="3568700" cy="2324966"/>
          </a:xfrm>
          <a:prstGeom prst="rect">
            <a:avLst/>
          </a:prstGeom>
          <a:effectLst/>
        </p:spPr>
      </p:pic>
      <p:sp>
        <p:nvSpPr>
          <p:cNvPr id="5" name="Text Placeholder 4">
            <a:extLst>
              <a:ext uri="{FF2B5EF4-FFF2-40B4-BE49-F238E27FC236}">
                <a16:creationId xmlns:a16="http://schemas.microsoft.com/office/drawing/2014/main" id="{22B9F82C-68FB-4B3D-B24C-42E74B805B74}"/>
              </a:ext>
            </a:extLst>
          </p:cNvPr>
          <p:cNvSpPr>
            <a:spLocks noGrp="1"/>
          </p:cNvSpPr>
          <p:nvPr>
            <p:ph type="body" sz="quarter" idx="11" hasCustomPrompt="1"/>
          </p:nvPr>
        </p:nvSpPr>
        <p:spPr>
          <a:xfrm>
            <a:off x="407503" y="4603632"/>
            <a:ext cx="4096512" cy="219456"/>
          </a:xfrm>
        </p:spPr>
        <p:txBody>
          <a:bodyPr lIns="91440" anchor="ctr">
            <a:noAutofit/>
          </a:bodyPr>
          <a:lstStyle>
            <a:lvl1pPr marL="0" indent="0">
              <a:buNone/>
              <a:defRPr sz="1600" b="0" i="0">
                <a:solidFill>
                  <a:schemeClr val="bg2"/>
                </a:solidFill>
                <a:effectLst/>
                <a:latin typeface="Arial" panose="020B0604020202020204" pitchFamily="34" charset="0"/>
              </a:defRPr>
            </a:lvl1pPr>
          </a:lstStyle>
          <a:p>
            <a:pPr lvl="0"/>
            <a:r>
              <a:rPr lang="en-US" dirty="0"/>
              <a:t>Click to edit text</a:t>
            </a:r>
          </a:p>
        </p:txBody>
      </p:sp>
      <p:sp>
        <p:nvSpPr>
          <p:cNvPr id="4" name="Title 3">
            <a:extLst>
              <a:ext uri="{FF2B5EF4-FFF2-40B4-BE49-F238E27FC236}">
                <a16:creationId xmlns:a16="http://schemas.microsoft.com/office/drawing/2014/main" id="{1C1E6077-226C-F089-3ECE-23E0EFE5B774}"/>
              </a:ext>
            </a:extLst>
          </p:cNvPr>
          <p:cNvSpPr>
            <a:spLocks noGrp="1"/>
          </p:cNvSpPr>
          <p:nvPr>
            <p:ph type="title"/>
          </p:nvPr>
        </p:nvSpPr>
        <p:spPr>
          <a:xfrm>
            <a:off x="407503" y="3586375"/>
            <a:ext cx="5864087" cy="808138"/>
          </a:xfrm>
        </p:spPr>
        <p:txBody>
          <a:bodyPr lIns="91440"/>
          <a:lstStyle/>
          <a:p>
            <a:r>
              <a:rPr lang="en-US"/>
              <a:t>Click to edit Master title style</a:t>
            </a:r>
            <a:endParaRPr lang="en-US" dirty="0"/>
          </a:p>
        </p:txBody>
      </p:sp>
    </p:spTree>
    <p:extLst>
      <p:ext uri="{BB962C8B-B14F-4D97-AF65-F5344CB8AC3E}">
        <p14:creationId xmlns:p14="http://schemas.microsoft.com/office/powerpoint/2010/main" val="41101748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1.xml><?xml version="1.0" encoding="utf-8"?>
<p:sldLayout xmlns:a="http://schemas.openxmlformats.org/drawingml/2006/main" xmlns:r="http://schemas.openxmlformats.org/officeDocument/2006/relationships" xmlns:p="http://schemas.openxmlformats.org/presentationml/2006/main" showMasterSp="0" preserve="1" userDrawn="1">
  <p:cSld name="Nabs 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D1665B39-5A65-20DC-416D-D7106520AEB9}"/>
              </a:ext>
            </a:extLst>
          </p:cNvPr>
          <p:cNvSpPr/>
          <p:nvPr/>
        </p:nvSpPr>
        <p:spPr>
          <a:xfrm>
            <a:off x="0" y="1669775"/>
            <a:ext cx="12192000" cy="3766930"/>
          </a:xfrm>
          <a:prstGeom prst="rect">
            <a:avLst/>
          </a:prstGeom>
          <a:solidFill>
            <a:schemeClr val="bg1">
              <a:alpha val="87619"/>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p>
        </p:txBody>
      </p:sp>
      <p:sp>
        <p:nvSpPr>
          <p:cNvPr id="6" name="Right Triangle 1">
            <a:extLst>
              <a:ext uri="{FF2B5EF4-FFF2-40B4-BE49-F238E27FC236}">
                <a16:creationId xmlns:a16="http://schemas.microsoft.com/office/drawing/2014/main" id="{6181DB09-2547-7198-4AA8-746B7585D9AD}"/>
              </a:ext>
            </a:extLst>
          </p:cNvPr>
          <p:cNvSpPr/>
          <p:nvPr/>
        </p:nvSpPr>
        <p:spPr>
          <a:xfrm>
            <a:off x="-16909" y="-9111"/>
            <a:ext cx="5615608" cy="6906870"/>
          </a:xfrm>
          <a:custGeom>
            <a:avLst/>
            <a:gdLst>
              <a:gd name="connsiteX0" fmla="*/ 0 w 4244008"/>
              <a:gd name="connsiteY0" fmla="*/ 6858000 h 6858000"/>
              <a:gd name="connsiteX1" fmla="*/ 0 w 4244008"/>
              <a:gd name="connsiteY1" fmla="*/ 0 h 6858000"/>
              <a:gd name="connsiteX2" fmla="*/ 4244008 w 4244008"/>
              <a:gd name="connsiteY2" fmla="*/ 6858000 h 6858000"/>
              <a:gd name="connsiteX3" fmla="*/ 0 w 4244008"/>
              <a:gd name="connsiteY3" fmla="*/ 6858000 h 6858000"/>
              <a:gd name="connsiteX0" fmla="*/ 1 w 4244009"/>
              <a:gd name="connsiteY0" fmla="*/ 6858000 h 6858000"/>
              <a:gd name="connsiteX1" fmla="*/ 0 w 4244009"/>
              <a:gd name="connsiteY1" fmla="*/ 1023730 h 6858000"/>
              <a:gd name="connsiteX2" fmla="*/ 1 w 4244009"/>
              <a:gd name="connsiteY2" fmla="*/ 0 h 6858000"/>
              <a:gd name="connsiteX3" fmla="*/ 4244009 w 4244009"/>
              <a:gd name="connsiteY3" fmla="*/ 6858000 h 6858000"/>
              <a:gd name="connsiteX4" fmla="*/ 1 w 4244009"/>
              <a:gd name="connsiteY4" fmla="*/ 6858000 h 6858000"/>
              <a:gd name="connsiteX0" fmla="*/ 655983 w 4899991"/>
              <a:gd name="connsiteY0" fmla="*/ 6912905 h 6912905"/>
              <a:gd name="connsiteX1" fmla="*/ 0 w 4899991"/>
              <a:gd name="connsiteY1" fmla="*/ 104600 h 6912905"/>
              <a:gd name="connsiteX2" fmla="*/ 655983 w 4899991"/>
              <a:gd name="connsiteY2" fmla="*/ 54905 h 6912905"/>
              <a:gd name="connsiteX3" fmla="*/ 4899991 w 4899991"/>
              <a:gd name="connsiteY3" fmla="*/ 6912905 h 6912905"/>
              <a:gd name="connsiteX4" fmla="*/ 655983 w 4899991"/>
              <a:gd name="connsiteY4" fmla="*/ 6912905 h 6912905"/>
              <a:gd name="connsiteX0" fmla="*/ 19878 w 4899991"/>
              <a:gd name="connsiteY0" fmla="*/ 6922844 h 6922844"/>
              <a:gd name="connsiteX1" fmla="*/ 0 w 4899991"/>
              <a:gd name="connsiteY1" fmla="*/ 104600 h 6922844"/>
              <a:gd name="connsiteX2" fmla="*/ 655983 w 4899991"/>
              <a:gd name="connsiteY2" fmla="*/ 54905 h 6922844"/>
              <a:gd name="connsiteX3" fmla="*/ 4899991 w 4899991"/>
              <a:gd name="connsiteY3" fmla="*/ 6912905 h 6922844"/>
              <a:gd name="connsiteX4" fmla="*/ 19878 w 4899991"/>
              <a:gd name="connsiteY4" fmla="*/ 6922844 h 6922844"/>
              <a:gd name="connsiteX0" fmla="*/ 19878 w 4899991"/>
              <a:gd name="connsiteY0" fmla="*/ 6983106 h 6983106"/>
              <a:gd name="connsiteX1" fmla="*/ 0 w 4899991"/>
              <a:gd name="connsiteY1" fmla="*/ 164862 h 6983106"/>
              <a:gd name="connsiteX2" fmla="*/ 655983 w 4899991"/>
              <a:gd name="connsiteY2" fmla="*/ 115167 h 6983106"/>
              <a:gd name="connsiteX3" fmla="*/ 4899991 w 4899991"/>
              <a:gd name="connsiteY3" fmla="*/ 6973167 h 6983106"/>
              <a:gd name="connsiteX4" fmla="*/ 19878 w 4899991"/>
              <a:gd name="connsiteY4" fmla="*/ 6983106 h 6983106"/>
              <a:gd name="connsiteX0" fmla="*/ 19878 w 4899991"/>
              <a:gd name="connsiteY0" fmla="*/ 6867939 h 6867939"/>
              <a:gd name="connsiteX1" fmla="*/ 0 w 4899991"/>
              <a:gd name="connsiteY1" fmla="*/ 49695 h 6867939"/>
              <a:gd name="connsiteX2" fmla="*/ 655983 w 4899991"/>
              <a:gd name="connsiteY2" fmla="*/ 0 h 6867939"/>
              <a:gd name="connsiteX3" fmla="*/ 4899991 w 4899991"/>
              <a:gd name="connsiteY3" fmla="*/ 6858000 h 6867939"/>
              <a:gd name="connsiteX4" fmla="*/ 19878 w 4899991"/>
              <a:gd name="connsiteY4" fmla="*/ 6867939 h 6867939"/>
              <a:gd name="connsiteX0" fmla="*/ 29817 w 4909930"/>
              <a:gd name="connsiteY0" fmla="*/ 6877879 h 6877879"/>
              <a:gd name="connsiteX1" fmla="*/ 0 w 4909930"/>
              <a:gd name="connsiteY1" fmla="*/ 0 h 6877879"/>
              <a:gd name="connsiteX2" fmla="*/ 665922 w 4909930"/>
              <a:gd name="connsiteY2" fmla="*/ 9940 h 6877879"/>
              <a:gd name="connsiteX3" fmla="*/ 4909930 w 4909930"/>
              <a:gd name="connsiteY3" fmla="*/ 6867940 h 6877879"/>
              <a:gd name="connsiteX4" fmla="*/ 29817 w 4909930"/>
              <a:gd name="connsiteY4" fmla="*/ 6877879 h 6877879"/>
              <a:gd name="connsiteX0" fmla="*/ 29817 w 4909930"/>
              <a:gd name="connsiteY0" fmla="*/ 6877879 h 6877879"/>
              <a:gd name="connsiteX1" fmla="*/ 0 w 4909930"/>
              <a:gd name="connsiteY1" fmla="*/ 0 h 6877879"/>
              <a:gd name="connsiteX2" fmla="*/ 665922 w 4909930"/>
              <a:gd name="connsiteY2" fmla="*/ 9940 h 6877879"/>
              <a:gd name="connsiteX3" fmla="*/ 4909930 w 4909930"/>
              <a:gd name="connsiteY3" fmla="*/ 6867940 h 6877879"/>
              <a:gd name="connsiteX4" fmla="*/ 29817 w 4909930"/>
              <a:gd name="connsiteY4" fmla="*/ 6877879 h 6877879"/>
              <a:gd name="connsiteX0" fmla="*/ 29817 w 4909930"/>
              <a:gd name="connsiteY0" fmla="*/ 6877879 h 6877879"/>
              <a:gd name="connsiteX1" fmla="*/ 0 w 4909930"/>
              <a:gd name="connsiteY1" fmla="*/ 0 h 6877879"/>
              <a:gd name="connsiteX2" fmla="*/ 665922 w 4909930"/>
              <a:gd name="connsiteY2" fmla="*/ 9940 h 6877879"/>
              <a:gd name="connsiteX3" fmla="*/ 4909930 w 4909930"/>
              <a:gd name="connsiteY3" fmla="*/ 6867940 h 6877879"/>
              <a:gd name="connsiteX4" fmla="*/ 29817 w 4909930"/>
              <a:gd name="connsiteY4" fmla="*/ 6877879 h 6877879"/>
              <a:gd name="connsiteX0" fmla="*/ 29817 w 4909930"/>
              <a:gd name="connsiteY0" fmla="*/ 6881616 h 6881616"/>
              <a:gd name="connsiteX1" fmla="*/ 0 w 4909930"/>
              <a:gd name="connsiteY1" fmla="*/ 3737 h 6881616"/>
              <a:gd name="connsiteX2" fmla="*/ 665922 w 4909930"/>
              <a:gd name="connsiteY2" fmla="*/ 13677 h 6881616"/>
              <a:gd name="connsiteX3" fmla="*/ 4909930 w 4909930"/>
              <a:gd name="connsiteY3" fmla="*/ 6871677 h 6881616"/>
              <a:gd name="connsiteX4" fmla="*/ 29817 w 4909930"/>
              <a:gd name="connsiteY4" fmla="*/ 6881616 h 6881616"/>
              <a:gd name="connsiteX0" fmla="*/ 29817 w 4909930"/>
              <a:gd name="connsiteY0" fmla="*/ 6867939 h 6867939"/>
              <a:gd name="connsiteX1" fmla="*/ 0 w 4909930"/>
              <a:gd name="connsiteY1" fmla="*/ 9938 h 6867939"/>
              <a:gd name="connsiteX2" fmla="*/ 665922 w 4909930"/>
              <a:gd name="connsiteY2" fmla="*/ 0 h 6867939"/>
              <a:gd name="connsiteX3" fmla="*/ 4909930 w 4909930"/>
              <a:gd name="connsiteY3" fmla="*/ 6858000 h 6867939"/>
              <a:gd name="connsiteX4" fmla="*/ 29817 w 4909930"/>
              <a:gd name="connsiteY4" fmla="*/ 6867939 h 6867939"/>
              <a:gd name="connsiteX0" fmla="*/ 39756 w 4919869"/>
              <a:gd name="connsiteY0" fmla="*/ 6881616 h 6881616"/>
              <a:gd name="connsiteX1" fmla="*/ 0 w 4919869"/>
              <a:gd name="connsiteY1" fmla="*/ 3737 h 6881616"/>
              <a:gd name="connsiteX2" fmla="*/ 675861 w 4919869"/>
              <a:gd name="connsiteY2" fmla="*/ 13677 h 6881616"/>
              <a:gd name="connsiteX3" fmla="*/ 4919869 w 4919869"/>
              <a:gd name="connsiteY3" fmla="*/ 6871677 h 6881616"/>
              <a:gd name="connsiteX4" fmla="*/ 39756 w 4919869"/>
              <a:gd name="connsiteY4" fmla="*/ 6881616 h 6881616"/>
              <a:gd name="connsiteX0" fmla="*/ 4084982 w 8965095"/>
              <a:gd name="connsiteY0" fmla="*/ 6873159 h 6873159"/>
              <a:gd name="connsiteX1" fmla="*/ 0 w 8965095"/>
              <a:gd name="connsiteY1" fmla="*/ 5220 h 6873159"/>
              <a:gd name="connsiteX2" fmla="*/ 4721087 w 8965095"/>
              <a:gd name="connsiteY2" fmla="*/ 5220 h 6873159"/>
              <a:gd name="connsiteX3" fmla="*/ 8965095 w 8965095"/>
              <a:gd name="connsiteY3" fmla="*/ 6863220 h 6873159"/>
              <a:gd name="connsiteX4" fmla="*/ 4084982 w 8965095"/>
              <a:gd name="connsiteY4" fmla="*/ 6873159 h 6873159"/>
              <a:gd name="connsiteX0" fmla="*/ 19877 w 8965095"/>
              <a:gd name="connsiteY0" fmla="*/ 6853281 h 6863220"/>
              <a:gd name="connsiteX1" fmla="*/ 0 w 8965095"/>
              <a:gd name="connsiteY1" fmla="*/ 5220 h 6863220"/>
              <a:gd name="connsiteX2" fmla="*/ 4721087 w 8965095"/>
              <a:gd name="connsiteY2" fmla="*/ 5220 h 6863220"/>
              <a:gd name="connsiteX3" fmla="*/ 8965095 w 8965095"/>
              <a:gd name="connsiteY3" fmla="*/ 6863220 h 6863220"/>
              <a:gd name="connsiteX4" fmla="*/ 19877 w 8965095"/>
              <a:gd name="connsiteY4" fmla="*/ 6853281 h 6863220"/>
              <a:gd name="connsiteX0" fmla="*/ 0 w 8975035"/>
              <a:gd name="connsiteY0" fmla="*/ 6873159 h 6873159"/>
              <a:gd name="connsiteX1" fmla="*/ 9940 w 8975035"/>
              <a:gd name="connsiteY1" fmla="*/ 5220 h 6873159"/>
              <a:gd name="connsiteX2" fmla="*/ 4731027 w 8975035"/>
              <a:gd name="connsiteY2" fmla="*/ 5220 h 6873159"/>
              <a:gd name="connsiteX3" fmla="*/ 8975035 w 8975035"/>
              <a:gd name="connsiteY3" fmla="*/ 6863220 h 6873159"/>
              <a:gd name="connsiteX4" fmla="*/ 0 w 8975035"/>
              <a:gd name="connsiteY4" fmla="*/ 6873159 h 6873159"/>
              <a:gd name="connsiteX0" fmla="*/ 318051 w 8965095"/>
              <a:gd name="connsiteY0" fmla="*/ 6893037 h 6893037"/>
              <a:gd name="connsiteX1" fmla="*/ 0 w 8965095"/>
              <a:gd name="connsiteY1" fmla="*/ 5220 h 6893037"/>
              <a:gd name="connsiteX2" fmla="*/ 4721087 w 8965095"/>
              <a:gd name="connsiteY2" fmla="*/ 5220 h 6893037"/>
              <a:gd name="connsiteX3" fmla="*/ 8965095 w 8965095"/>
              <a:gd name="connsiteY3" fmla="*/ 6863220 h 6893037"/>
              <a:gd name="connsiteX4" fmla="*/ 318051 w 8965095"/>
              <a:gd name="connsiteY4" fmla="*/ 6893037 h 6893037"/>
              <a:gd name="connsiteX0" fmla="*/ 248477 w 8965095"/>
              <a:gd name="connsiteY0" fmla="*/ 6912916 h 6912916"/>
              <a:gd name="connsiteX1" fmla="*/ 0 w 8965095"/>
              <a:gd name="connsiteY1" fmla="*/ 5220 h 6912916"/>
              <a:gd name="connsiteX2" fmla="*/ 4721087 w 8965095"/>
              <a:gd name="connsiteY2" fmla="*/ 5220 h 6912916"/>
              <a:gd name="connsiteX3" fmla="*/ 8965095 w 8965095"/>
              <a:gd name="connsiteY3" fmla="*/ 6863220 h 6912916"/>
              <a:gd name="connsiteX4" fmla="*/ 248477 w 8965095"/>
              <a:gd name="connsiteY4" fmla="*/ 6912916 h 6912916"/>
              <a:gd name="connsiteX0" fmla="*/ 89451 w 8806069"/>
              <a:gd name="connsiteY0" fmla="*/ 6907696 h 6907696"/>
              <a:gd name="connsiteX1" fmla="*/ 0 w 8806069"/>
              <a:gd name="connsiteY1" fmla="*/ 39756 h 6907696"/>
              <a:gd name="connsiteX2" fmla="*/ 4562061 w 8806069"/>
              <a:gd name="connsiteY2" fmla="*/ 0 h 6907696"/>
              <a:gd name="connsiteX3" fmla="*/ 8806069 w 8806069"/>
              <a:gd name="connsiteY3" fmla="*/ 6858000 h 6907696"/>
              <a:gd name="connsiteX4" fmla="*/ 89451 w 8806069"/>
              <a:gd name="connsiteY4" fmla="*/ 6907696 h 6907696"/>
              <a:gd name="connsiteX0" fmla="*/ 0 w 8716618"/>
              <a:gd name="connsiteY0" fmla="*/ 6907696 h 6907696"/>
              <a:gd name="connsiteX1" fmla="*/ 1 w 8716618"/>
              <a:gd name="connsiteY1" fmla="*/ 9939 h 6907696"/>
              <a:gd name="connsiteX2" fmla="*/ 4472610 w 8716618"/>
              <a:gd name="connsiteY2" fmla="*/ 0 h 6907696"/>
              <a:gd name="connsiteX3" fmla="*/ 8716618 w 8716618"/>
              <a:gd name="connsiteY3" fmla="*/ 6858000 h 6907696"/>
              <a:gd name="connsiteX4" fmla="*/ 0 w 8716618"/>
              <a:gd name="connsiteY4" fmla="*/ 6907696 h 6907696"/>
              <a:gd name="connsiteX0" fmla="*/ 9938 w 8726556"/>
              <a:gd name="connsiteY0" fmla="*/ 6921372 h 6921372"/>
              <a:gd name="connsiteX1" fmla="*/ 0 w 8726556"/>
              <a:gd name="connsiteY1" fmla="*/ 3737 h 6921372"/>
              <a:gd name="connsiteX2" fmla="*/ 4482548 w 8726556"/>
              <a:gd name="connsiteY2" fmla="*/ 13676 h 6921372"/>
              <a:gd name="connsiteX3" fmla="*/ 8726556 w 8726556"/>
              <a:gd name="connsiteY3" fmla="*/ 6871676 h 6921372"/>
              <a:gd name="connsiteX4" fmla="*/ 9938 w 8726556"/>
              <a:gd name="connsiteY4" fmla="*/ 6921372 h 6921372"/>
              <a:gd name="connsiteX0" fmla="*/ 9938 w 8726556"/>
              <a:gd name="connsiteY0" fmla="*/ 6917635 h 6917635"/>
              <a:gd name="connsiteX1" fmla="*/ 0 w 8726556"/>
              <a:gd name="connsiteY1" fmla="*/ 0 h 6917635"/>
              <a:gd name="connsiteX2" fmla="*/ 4482548 w 8726556"/>
              <a:gd name="connsiteY2" fmla="*/ 9939 h 6917635"/>
              <a:gd name="connsiteX3" fmla="*/ 8726556 w 8726556"/>
              <a:gd name="connsiteY3" fmla="*/ 6867939 h 6917635"/>
              <a:gd name="connsiteX4" fmla="*/ 9938 w 8726556"/>
              <a:gd name="connsiteY4" fmla="*/ 6917635 h 6917635"/>
              <a:gd name="connsiteX0" fmla="*/ 0 w 8716618"/>
              <a:gd name="connsiteY0" fmla="*/ 6907696 h 6907696"/>
              <a:gd name="connsiteX1" fmla="*/ 1470992 w 8716618"/>
              <a:gd name="connsiteY1" fmla="*/ 168965 h 6907696"/>
              <a:gd name="connsiteX2" fmla="*/ 4472610 w 8716618"/>
              <a:gd name="connsiteY2" fmla="*/ 0 h 6907696"/>
              <a:gd name="connsiteX3" fmla="*/ 8716618 w 8716618"/>
              <a:gd name="connsiteY3" fmla="*/ 6858000 h 6907696"/>
              <a:gd name="connsiteX4" fmla="*/ 0 w 8716618"/>
              <a:gd name="connsiteY4" fmla="*/ 6907696 h 6907696"/>
              <a:gd name="connsiteX0" fmla="*/ 0 w 8716618"/>
              <a:gd name="connsiteY0" fmla="*/ 6907696 h 6907696"/>
              <a:gd name="connsiteX1" fmla="*/ 3110949 w 8716618"/>
              <a:gd name="connsiteY1" fmla="*/ 9939 h 6907696"/>
              <a:gd name="connsiteX2" fmla="*/ 4472610 w 8716618"/>
              <a:gd name="connsiteY2" fmla="*/ 0 h 6907696"/>
              <a:gd name="connsiteX3" fmla="*/ 8716618 w 8716618"/>
              <a:gd name="connsiteY3" fmla="*/ 6858000 h 6907696"/>
              <a:gd name="connsiteX4" fmla="*/ 0 w 8716618"/>
              <a:gd name="connsiteY4" fmla="*/ 6907696 h 6907696"/>
              <a:gd name="connsiteX0" fmla="*/ 0 w 5724940"/>
              <a:gd name="connsiteY0" fmla="*/ 6907696 h 6907696"/>
              <a:gd name="connsiteX1" fmla="*/ 119271 w 5724940"/>
              <a:gd name="connsiteY1" fmla="*/ 9939 h 6907696"/>
              <a:gd name="connsiteX2" fmla="*/ 1480932 w 5724940"/>
              <a:gd name="connsiteY2" fmla="*/ 0 h 6907696"/>
              <a:gd name="connsiteX3" fmla="*/ 5724940 w 5724940"/>
              <a:gd name="connsiteY3" fmla="*/ 6858000 h 6907696"/>
              <a:gd name="connsiteX4" fmla="*/ 0 w 5724940"/>
              <a:gd name="connsiteY4" fmla="*/ 6907696 h 6907696"/>
              <a:gd name="connsiteX0" fmla="*/ 29816 w 5605669"/>
              <a:gd name="connsiteY0" fmla="*/ 6907696 h 6907696"/>
              <a:gd name="connsiteX1" fmla="*/ 0 w 5605669"/>
              <a:gd name="connsiteY1" fmla="*/ 9939 h 6907696"/>
              <a:gd name="connsiteX2" fmla="*/ 1361661 w 5605669"/>
              <a:gd name="connsiteY2" fmla="*/ 0 h 6907696"/>
              <a:gd name="connsiteX3" fmla="*/ 5605669 w 5605669"/>
              <a:gd name="connsiteY3" fmla="*/ 6858000 h 6907696"/>
              <a:gd name="connsiteX4" fmla="*/ 29816 w 5605669"/>
              <a:gd name="connsiteY4" fmla="*/ 6907696 h 6907696"/>
              <a:gd name="connsiteX0" fmla="*/ 69573 w 5605669"/>
              <a:gd name="connsiteY0" fmla="*/ 6937513 h 6937513"/>
              <a:gd name="connsiteX1" fmla="*/ 0 w 5605669"/>
              <a:gd name="connsiteY1" fmla="*/ 9939 h 6937513"/>
              <a:gd name="connsiteX2" fmla="*/ 1361661 w 5605669"/>
              <a:gd name="connsiteY2" fmla="*/ 0 h 6937513"/>
              <a:gd name="connsiteX3" fmla="*/ 5605669 w 5605669"/>
              <a:gd name="connsiteY3" fmla="*/ 6858000 h 6937513"/>
              <a:gd name="connsiteX4" fmla="*/ 69573 w 5605669"/>
              <a:gd name="connsiteY4" fmla="*/ 6937513 h 6937513"/>
              <a:gd name="connsiteX0" fmla="*/ 0 w 5605670"/>
              <a:gd name="connsiteY0" fmla="*/ 6897757 h 6897757"/>
              <a:gd name="connsiteX1" fmla="*/ 1 w 5605670"/>
              <a:gd name="connsiteY1" fmla="*/ 9939 h 6897757"/>
              <a:gd name="connsiteX2" fmla="*/ 1361662 w 5605670"/>
              <a:gd name="connsiteY2" fmla="*/ 0 h 6897757"/>
              <a:gd name="connsiteX3" fmla="*/ 5605670 w 5605670"/>
              <a:gd name="connsiteY3" fmla="*/ 6858000 h 6897757"/>
              <a:gd name="connsiteX4" fmla="*/ 0 w 5605670"/>
              <a:gd name="connsiteY4" fmla="*/ 6897757 h 6897757"/>
              <a:gd name="connsiteX0" fmla="*/ 9938 w 5615608"/>
              <a:gd name="connsiteY0" fmla="*/ 6897757 h 6897757"/>
              <a:gd name="connsiteX1" fmla="*/ 0 w 5615608"/>
              <a:gd name="connsiteY1" fmla="*/ 9939 h 6897757"/>
              <a:gd name="connsiteX2" fmla="*/ 1371600 w 5615608"/>
              <a:gd name="connsiteY2" fmla="*/ 0 h 6897757"/>
              <a:gd name="connsiteX3" fmla="*/ 5615608 w 5615608"/>
              <a:gd name="connsiteY3" fmla="*/ 6858000 h 6897757"/>
              <a:gd name="connsiteX4" fmla="*/ 9938 w 5615608"/>
              <a:gd name="connsiteY4" fmla="*/ 6897757 h 6897757"/>
              <a:gd name="connsiteX0" fmla="*/ 9938 w 5615608"/>
              <a:gd name="connsiteY0" fmla="*/ 6906868 h 6906868"/>
              <a:gd name="connsiteX1" fmla="*/ 0 w 5615608"/>
              <a:gd name="connsiteY1" fmla="*/ 0 h 6906868"/>
              <a:gd name="connsiteX2" fmla="*/ 1371600 w 5615608"/>
              <a:gd name="connsiteY2" fmla="*/ 9111 h 6906868"/>
              <a:gd name="connsiteX3" fmla="*/ 5615608 w 5615608"/>
              <a:gd name="connsiteY3" fmla="*/ 6867111 h 6906868"/>
              <a:gd name="connsiteX4" fmla="*/ 9938 w 5615608"/>
              <a:gd name="connsiteY4" fmla="*/ 6906868 h 6906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15608" h="6906868">
                <a:moveTo>
                  <a:pt x="9938" y="6906868"/>
                </a:moveTo>
                <a:cubicBezTo>
                  <a:pt x="9938" y="4962111"/>
                  <a:pt x="14908" y="3438939"/>
                  <a:pt x="0" y="0"/>
                </a:cubicBezTo>
                <a:lnTo>
                  <a:pt x="1371600" y="9111"/>
                </a:lnTo>
                <a:lnTo>
                  <a:pt x="5615608" y="6867111"/>
                </a:lnTo>
                <a:lnTo>
                  <a:pt x="9938" y="6906868"/>
                </a:lnTo>
                <a:close/>
              </a:path>
            </a:pathLst>
          </a:custGeom>
          <a:solidFill>
            <a:schemeClr val="bg1"/>
          </a:solidFill>
          <a:ln w="12700" cap="flat">
            <a:noFill/>
            <a:miter lim="400000"/>
          </a:ln>
          <a:effectLst>
            <a:outerShdw blurRad="267942" dist="38100" algn="l" rotWithShape="0">
              <a:srgbClr val="063958">
                <a:alpha val="56121"/>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lstStyle/>
          <a:p>
            <a:pPr marL="0" marR="0" indent="0" algn="ctr" defTabSz="914400" rtl="0" fontAlgn="auto" latinLnBrk="0" hangingPunct="0">
              <a:lnSpc>
                <a:spcPct val="100000"/>
              </a:lnSpc>
              <a:spcBef>
                <a:spcPts val="0"/>
              </a:spcBef>
              <a:spcAft>
                <a:spcPts val="0"/>
              </a:spcAft>
              <a:buClrTx/>
              <a:buSzTx/>
              <a:buFontTx/>
              <a:buNone/>
              <a:tabLst/>
            </a:pPr>
            <a:endParaRPr kumimoji="0" lang="en-US" sz="1200" b="0" i="0" u="none" strike="noStrike" cap="none" spc="0" normalizeH="0" baseline="0" dirty="0" err="1">
              <a:ln>
                <a:noFill/>
              </a:ln>
              <a:solidFill>
                <a:srgbClr val="50626A"/>
              </a:solidFill>
              <a:effectLst/>
              <a:uFillTx/>
              <a:latin typeface="Arial" panose="020B0604020202020204" pitchFamily="34" charset="0"/>
              <a:ea typeface="+mn-ea"/>
              <a:cs typeface="+mn-cs"/>
              <a:sym typeface="Calibri"/>
            </a:endParaRPr>
          </a:p>
        </p:txBody>
      </p:sp>
      <p:pic>
        <p:nvPicPr>
          <p:cNvPr id="7" name="Picture 6">
            <a:extLst>
              <a:ext uri="{FF2B5EF4-FFF2-40B4-BE49-F238E27FC236}">
                <a16:creationId xmlns:a16="http://schemas.microsoft.com/office/drawing/2014/main" id="{C911EF92-FB4D-FDCE-E79B-83AF9AF1519E}"/>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578394" y="2690592"/>
            <a:ext cx="1737725" cy="1132108"/>
          </a:xfrm>
          <a:prstGeom prst="rect">
            <a:avLst/>
          </a:prstGeom>
        </p:spPr>
      </p:pic>
      <p:sp>
        <p:nvSpPr>
          <p:cNvPr id="3" name="Title 2">
            <a:extLst>
              <a:ext uri="{FF2B5EF4-FFF2-40B4-BE49-F238E27FC236}">
                <a16:creationId xmlns:a16="http://schemas.microsoft.com/office/drawing/2014/main" id="{2B2A4150-9DA6-42D1-284D-733A65D0B695}"/>
              </a:ext>
            </a:extLst>
          </p:cNvPr>
          <p:cNvSpPr>
            <a:spLocks noGrp="1"/>
          </p:cNvSpPr>
          <p:nvPr>
            <p:ph type="title"/>
          </p:nvPr>
        </p:nvSpPr>
        <p:spPr>
          <a:xfrm>
            <a:off x="4297680" y="3172968"/>
            <a:ext cx="7911229" cy="808138"/>
          </a:xfrm>
        </p:spPr>
        <p:txBody>
          <a:bodyPr/>
          <a:lstStyle>
            <a:lvl1pPr>
              <a:defRPr sz="3200">
                <a:solidFill>
                  <a:schemeClr val="accent4"/>
                </a:solidFill>
              </a:defRPr>
            </a:lvl1pPr>
          </a:lstStyle>
          <a:p>
            <a:r>
              <a:rPr lang="en-US"/>
              <a:t>Click to edit Master title style</a:t>
            </a:r>
            <a:endParaRPr lang="en-US" dirty="0"/>
          </a:p>
        </p:txBody>
      </p:sp>
    </p:spTree>
    <p:extLst>
      <p:ext uri="{BB962C8B-B14F-4D97-AF65-F5344CB8AC3E}">
        <p14:creationId xmlns:p14="http://schemas.microsoft.com/office/powerpoint/2010/main" val="3160646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56">
          <p15:clr>
            <a:srgbClr val="FBAE40"/>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p:cSld name="Title &amp;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5B625F-C15A-4238-ABAC-07D8ECC9190F}"/>
              </a:ext>
            </a:extLst>
          </p:cNvPr>
          <p:cNvSpPr>
            <a:spLocks noGrp="1"/>
          </p:cNvSpPr>
          <p:nvPr>
            <p:ph type="title"/>
          </p:nvPr>
        </p:nvSpPr>
        <p:spPr/>
        <p:txBody>
          <a:bodyPr/>
          <a:lstStyle/>
          <a:p>
            <a:r>
              <a:rPr lang="en-US"/>
              <a:t>Click to edit Master title style</a:t>
            </a:r>
            <a:endParaRPr lang="en-US" dirty="0"/>
          </a:p>
        </p:txBody>
      </p:sp>
      <p:sp>
        <p:nvSpPr>
          <p:cNvPr id="3" name="Slide Number Placeholder 2">
            <a:extLst>
              <a:ext uri="{FF2B5EF4-FFF2-40B4-BE49-F238E27FC236}">
                <a16:creationId xmlns:a16="http://schemas.microsoft.com/office/drawing/2014/main" id="{93700611-B61B-4ABD-BE4D-17E6DAC9A66F}"/>
              </a:ext>
            </a:extLst>
          </p:cNvPr>
          <p:cNvSpPr>
            <a:spLocks noGrp="1"/>
          </p:cNvSpPr>
          <p:nvPr>
            <p:ph type="sldNum" sz="quarter" idx="10"/>
          </p:nvPr>
        </p:nvSpPr>
        <p:spPr/>
        <p:txBody>
          <a:bodyPr/>
          <a:lstStyle/>
          <a:p>
            <a:fld id="{2B143D1D-9801-49CA-88C0-178C03B6937F}" type="slidenum">
              <a:rPr lang="en-US" smtClean="0"/>
              <a:t>‹#›</a:t>
            </a:fld>
            <a:endParaRPr lang="en-US" dirty="0"/>
          </a:p>
        </p:txBody>
      </p:sp>
      <p:sp>
        <p:nvSpPr>
          <p:cNvPr id="4" name="Body Level One…">
            <a:extLst>
              <a:ext uri="{FF2B5EF4-FFF2-40B4-BE49-F238E27FC236}">
                <a16:creationId xmlns:a16="http://schemas.microsoft.com/office/drawing/2014/main" id="{40EBB8DB-A9D6-4FF1-A2F3-96E6783B8182}"/>
              </a:ext>
            </a:extLst>
          </p:cNvPr>
          <p:cNvSpPr txBox="1">
            <a:spLocks noGrp="1"/>
          </p:cNvSpPr>
          <p:nvPr>
            <p:ph idx="1"/>
          </p:nvPr>
        </p:nvSpPr>
        <p:spPr>
          <a:xfrm>
            <a:off x="347472" y="1280160"/>
            <a:ext cx="11460020" cy="508190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Footer Placeholder 4">
            <a:extLst>
              <a:ext uri="{FF2B5EF4-FFF2-40B4-BE49-F238E27FC236}">
                <a16:creationId xmlns:a16="http://schemas.microsoft.com/office/drawing/2014/main" id="{2A693616-0248-8133-F288-F4E37CFA4D70}"/>
              </a:ext>
            </a:extLst>
          </p:cNvPr>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3303511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Title &amp; Content w/ Note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5B625F-C15A-4238-ABAC-07D8ECC9190F}"/>
              </a:ext>
            </a:extLst>
          </p:cNvPr>
          <p:cNvSpPr>
            <a:spLocks noGrp="1"/>
          </p:cNvSpPr>
          <p:nvPr>
            <p:ph type="title"/>
          </p:nvPr>
        </p:nvSpPr>
        <p:spPr/>
        <p:txBody>
          <a:bodyPr/>
          <a:lstStyle/>
          <a:p>
            <a:r>
              <a:rPr lang="en-US"/>
              <a:t>Click to edit Master title style</a:t>
            </a:r>
            <a:endParaRPr lang="en-US" dirty="0"/>
          </a:p>
        </p:txBody>
      </p:sp>
      <p:sp>
        <p:nvSpPr>
          <p:cNvPr id="4" name="Body Level One…">
            <a:extLst>
              <a:ext uri="{FF2B5EF4-FFF2-40B4-BE49-F238E27FC236}">
                <a16:creationId xmlns:a16="http://schemas.microsoft.com/office/drawing/2014/main" id="{40EBB8DB-A9D6-4FF1-A2F3-96E6783B8182}"/>
              </a:ext>
            </a:extLst>
          </p:cNvPr>
          <p:cNvSpPr txBox="1">
            <a:spLocks noGrp="1"/>
          </p:cNvSpPr>
          <p:nvPr>
            <p:ph idx="1"/>
          </p:nvPr>
        </p:nvSpPr>
        <p:spPr>
          <a:xfrm>
            <a:off x="347472" y="1280160"/>
            <a:ext cx="11522128" cy="435133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Text Placeholder 5">
            <a:extLst>
              <a:ext uri="{FF2B5EF4-FFF2-40B4-BE49-F238E27FC236}">
                <a16:creationId xmlns:a16="http://schemas.microsoft.com/office/drawing/2014/main" id="{4CB08785-6C13-4F42-AEB0-A7E31B949AD0}"/>
              </a:ext>
            </a:extLst>
          </p:cNvPr>
          <p:cNvSpPr>
            <a:spLocks noGrp="1"/>
          </p:cNvSpPr>
          <p:nvPr>
            <p:ph type="body" sz="quarter" idx="11" hasCustomPrompt="1"/>
          </p:nvPr>
        </p:nvSpPr>
        <p:spPr>
          <a:xfrm>
            <a:off x="272233" y="6036177"/>
            <a:ext cx="10070406" cy="365125"/>
          </a:xfrm>
        </p:spPr>
        <p:txBody>
          <a:bodyPr lIns="91440" anchor="b">
            <a:noAutofit/>
          </a:bodyPr>
          <a:lstStyle>
            <a:lvl1pPr marL="0" indent="0">
              <a:buNone/>
              <a:defRPr sz="900">
                <a:solidFill>
                  <a:schemeClr val="tx1">
                    <a:lumMod val="50000"/>
                    <a:lumOff val="50000"/>
                  </a:schemeClr>
                </a:solidFill>
              </a:defRPr>
            </a:lvl1pPr>
          </a:lstStyle>
          <a:p>
            <a:pPr lvl="0"/>
            <a:r>
              <a:rPr lang="en-US" dirty="0"/>
              <a:t>Footnotes</a:t>
            </a:r>
          </a:p>
        </p:txBody>
      </p:sp>
      <p:sp>
        <p:nvSpPr>
          <p:cNvPr id="6" name="Footer Placeholder 5">
            <a:extLst>
              <a:ext uri="{FF2B5EF4-FFF2-40B4-BE49-F238E27FC236}">
                <a16:creationId xmlns:a16="http://schemas.microsoft.com/office/drawing/2014/main" id="{A861A535-BA79-05B3-5AF6-6BE830EA6687}"/>
              </a:ext>
            </a:extLst>
          </p:cNvPr>
          <p:cNvSpPr>
            <a:spLocks noGrp="1"/>
          </p:cNvSpPr>
          <p:nvPr>
            <p:ph type="ftr" sz="quarter" idx="12"/>
          </p:nvPr>
        </p:nvSpPr>
        <p:spPr/>
        <p:txBody>
          <a:bodyPr/>
          <a:lstStyle/>
          <a:p>
            <a:endParaRPr lang="en-US" dirty="0"/>
          </a:p>
        </p:txBody>
      </p:sp>
      <p:sp>
        <p:nvSpPr>
          <p:cNvPr id="7" name="Slide Number Placeholder 6">
            <a:extLst>
              <a:ext uri="{FF2B5EF4-FFF2-40B4-BE49-F238E27FC236}">
                <a16:creationId xmlns:a16="http://schemas.microsoft.com/office/drawing/2014/main" id="{B3BC38D2-B36B-D29F-9AA7-994F07556DE1}"/>
              </a:ext>
            </a:extLst>
          </p:cNvPr>
          <p:cNvSpPr>
            <a:spLocks noGrp="1"/>
          </p:cNvSpPr>
          <p:nvPr>
            <p:ph type="sldNum" sz="quarter" idx="13"/>
          </p:nvPr>
        </p:nvSpPr>
        <p:spPr/>
        <p:txBody>
          <a:bodyPr/>
          <a:lstStyle/>
          <a:p>
            <a:fld id="{2B143D1D-9801-49CA-88C0-178C03B6937F}" type="slidenum">
              <a:rPr lang="en-US" smtClean="0"/>
              <a:t>‹#›</a:t>
            </a:fld>
            <a:endParaRPr lang="en-US" dirty="0"/>
          </a:p>
        </p:txBody>
      </p:sp>
    </p:spTree>
    <p:extLst>
      <p:ext uri="{BB962C8B-B14F-4D97-AF65-F5344CB8AC3E}">
        <p14:creationId xmlns:p14="http://schemas.microsoft.com/office/powerpoint/2010/main" val="27656332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35" name="Title Text"/>
          <p:cNvSpPr txBox="1">
            <a:spLocks noGrp="1"/>
          </p:cNvSpPr>
          <p:nvPr>
            <p:ph type="title"/>
          </p:nvPr>
        </p:nvSpPr>
        <p:spPr>
          <a:prstGeom prst="rect">
            <a:avLst/>
          </a:prstGeom>
        </p:spPr>
        <p:txBody>
          <a:bodyPr/>
          <a:lstStyle/>
          <a:p>
            <a:r>
              <a:rPr lang="en-US"/>
              <a:t>Click to edit Master title style</a:t>
            </a:r>
            <a:endParaRPr dirty="0"/>
          </a:p>
        </p:txBody>
      </p:sp>
      <p:sp>
        <p:nvSpPr>
          <p:cNvPr id="3" name="Slide Number Placeholder 2">
            <a:extLst>
              <a:ext uri="{FF2B5EF4-FFF2-40B4-BE49-F238E27FC236}">
                <a16:creationId xmlns:a16="http://schemas.microsoft.com/office/drawing/2014/main" id="{B3C47A46-FF53-3EF5-3718-12552EC56F59}"/>
              </a:ext>
            </a:extLst>
          </p:cNvPr>
          <p:cNvSpPr>
            <a:spLocks noGrp="1"/>
          </p:cNvSpPr>
          <p:nvPr>
            <p:ph type="sldNum" sz="quarter" idx="11"/>
          </p:nvPr>
        </p:nvSpPr>
        <p:spPr>
          <a:xfrm>
            <a:off x="296055" y="6412748"/>
            <a:ext cx="426564" cy="365125"/>
          </a:xfrm>
        </p:spPr>
        <p:txBody>
          <a:bodyPr/>
          <a:lstStyle/>
          <a:p>
            <a:fld id="{2B143D1D-9801-49CA-88C0-178C03B6937F}" type="slidenum">
              <a:rPr lang="en-US" smtClean="0"/>
              <a:t>‹#›</a:t>
            </a:fld>
            <a:endParaRPr lang="en-US" dirty="0"/>
          </a:p>
        </p:txBody>
      </p:sp>
      <p:sp>
        <p:nvSpPr>
          <p:cNvPr id="4" name="Footer Placeholder 3">
            <a:extLst>
              <a:ext uri="{FF2B5EF4-FFF2-40B4-BE49-F238E27FC236}">
                <a16:creationId xmlns:a16="http://schemas.microsoft.com/office/drawing/2014/main" id="{90D8638C-4F5F-7956-F266-42A2C6FB1BF5}"/>
              </a:ext>
            </a:extLst>
          </p:cNvPr>
          <p:cNvSpPr>
            <a:spLocks noGrp="1"/>
          </p:cNvSpPr>
          <p:nvPr>
            <p:ph type="ftr" sz="quarter" idx="12"/>
          </p:nvPr>
        </p:nvSpPr>
        <p:spPr/>
        <p:txBody>
          <a:bodyPr/>
          <a:lstStyle/>
          <a:p>
            <a:endParaRPr lang="en-US" dirty="0"/>
          </a:p>
        </p:txBody>
      </p:sp>
    </p:spTree>
    <p:extLst>
      <p:ext uri="{BB962C8B-B14F-4D97-AF65-F5344CB8AC3E}">
        <p14:creationId xmlns:p14="http://schemas.microsoft.com/office/powerpoint/2010/main" val="35091610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5.xml><?xml version="1.0" encoding="utf-8"?>
<p:sldLayout xmlns:a="http://schemas.openxmlformats.org/drawingml/2006/main" xmlns:r="http://schemas.openxmlformats.org/officeDocument/2006/relationships" xmlns:p="http://schemas.openxmlformats.org/presentationml/2006/main" showMasterSp="0" preserve="1">
  <p:cSld name="Title Only Dark">
    <p:bg>
      <p:bgPr>
        <a:gradFill>
          <a:gsLst>
            <a:gs pos="1000">
              <a:schemeClr val="accent6"/>
            </a:gs>
            <a:gs pos="100000">
              <a:srgbClr val="000738"/>
            </a:gs>
            <a:gs pos="42000">
              <a:srgbClr val="063958"/>
            </a:gs>
          </a:gsLst>
          <a:path path="circle">
            <a:fillToRect l="100000" t="100000"/>
          </a:path>
        </a:gradFill>
        <a:effectLst/>
      </p:bgPr>
    </p:bg>
    <p:spTree>
      <p:nvGrpSpPr>
        <p:cNvPr id="1" name=""/>
        <p:cNvGrpSpPr/>
        <p:nvPr/>
      </p:nvGrpSpPr>
      <p:grpSpPr>
        <a:xfrm>
          <a:off x="0" y="0"/>
          <a:ext cx="0" cy="0"/>
          <a:chOff x="0" y="0"/>
          <a:chExt cx="0" cy="0"/>
        </a:xfrm>
      </p:grpSpPr>
      <p:sp>
        <p:nvSpPr>
          <p:cNvPr id="35" name="Title Text"/>
          <p:cNvSpPr txBox="1">
            <a:spLocks noGrp="1"/>
          </p:cNvSpPr>
          <p:nvPr>
            <p:ph type="title"/>
          </p:nvPr>
        </p:nvSpPr>
        <p:spPr>
          <a:prstGeom prst="rect">
            <a:avLst/>
          </a:prstGeom>
        </p:spPr>
        <p:txBody>
          <a:bodyPr/>
          <a:lstStyle>
            <a:lvl1pPr>
              <a:defRPr>
                <a:solidFill>
                  <a:schemeClr val="bg1"/>
                </a:solidFill>
              </a:defRPr>
            </a:lvl1pPr>
          </a:lstStyle>
          <a:p>
            <a:r>
              <a:rPr lang="en-US"/>
              <a:t>Click to edit Master title style</a:t>
            </a:r>
            <a:endParaRPr dirty="0"/>
          </a:p>
        </p:txBody>
      </p:sp>
      <p:sp>
        <p:nvSpPr>
          <p:cNvPr id="3" name="Slide Number Placeholder 2">
            <a:extLst>
              <a:ext uri="{FF2B5EF4-FFF2-40B4-BE49-F238E27FC236}">
                <a16:creationId xmlns:a16="http://schemas.microsoft.com/office/drawing/2014/main" id="{B3C47A46-FF53-3EF5-3718-12552EC56F59}"/>
              </a:ext>
            </a:extLst>
          </p:cNvPr>
          <p:cNvSpPr>
            <a:spLocks noGrp="1"/>
          </p:cNvSpPr>
          <p:nvPr>
            <p:ph type="sldNum" sz="quarter" idx="11"/>
          </p:nvPr>
        </p:nvSpPr>
        <p:spPr>
          <a:xfrm>
            <a:off x="296055" y="6412748"/>
            <a:ext cx="426564" cy="365125"/>
          </a:xfrm>
        </p:spPr>
        <p:txBody>
          <a:bodyPr/>
          <a:lstStyle>
            <a:lvl1pPr>
              <a:defRPr>
                <a:solidFill>
                  <a:schemeClr val="bg1"/>
                </a:solidFill>
              </a:defRPr>
            </a:lvl1pPr>
          </a:lstStyle>
          <a:p>
            <a:fld id="{2B143D1D-9801-49CA-88C0-178C03B6937F}" type="slidenum">
              <a:rPr lang="en-US" smtClean="0"/>
              <a:pPr/>
              <a:t>‹#›</a:t>
            </a:fld>
            <a:endParaRPr lang="en-US" dirty="0"/>
          </a:p>
        </p:txBody>
      </p:sp>
      <p:sp>
        <p:nvSpPr>
          <p:cNvPr id="4" name="Footer Placeholder 3">
            <a:extLst>
              <a:ext uri="{FF2B5EF4-FFF2-40B4-BE49-F238E27FC236}">
                <a16:creationId xmlns:a16="http://schemas.microsoft.com/office/drawing/2014/main" id="{90D8638C-4F5F-7956-F266-42A2C6FB1BF5}"/>
              </a:ext>
            </a:extLst>
          </p:cNvPr>
          <p:cNvSpPr>
            <a:spLocks noGrp="1"/>
          </p:cNvSpPr>
          <p:nvPr>
            <p:ph type="ftr" sz="quarter" idx="12"/>
          </p:nvPr>
        </p:nvSpPr>
        <p:spPr/>
        <p:txBody>
          <a:bodyPr/>
          <a:lstStyle>
            <a:lvl1pPr>
              <a:defRPr>
                <a:solidFill>
                  <a:schemeClr val="bg1"/>
                </a:solidFill>
              </a:defRPr>
            </a:lvl1pPr>
          </a:lstStyle>
          <a:p>
            <a:endParaRPr lang="en-US" dirty="0"/>
          </a:p>
        </p:txBody>
      </p:sp>
      <p:pic>
        <p:nvPicPr>
          <p:cNvPr id="5" name="Graphic 4">
            <a:extLst>
              <a:ext uri="{FF2B5EF4-FFF2-40B4-BE49-F238E27FC236}">
                <a16:creationId xmlns:a16="http://schemas.microsoft.com/office/drawing/2014/main" id="{C1F8C85C-BFAA-DC82-25E9-742DA6EB15A1}"/>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806884" y="6082764"/>
            <a:ext cx="1082711" cy="721807"/>
          </a:xfrm>
          <a:prstGeom prst="rect">
            <a:avLst/>
          </a:prstGeom>
        </p:spPr>
      </p:pic>
    </p:spTree>
    <p:extLst>
      <p:ext uri="{BB962C8B-B14F-4D97-AF65-F5344CB8AC3E}">
        <p14:creationId xmlns:p14="http://schemas.microsoft.com/office/powerpoint/2010/main" val="39063880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p:cSld name="Left Side">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2C5727E7-0CEB-3F42-D5D8-424A5AAAB81E}"/>
              </a:ext>
            </a:extLst>
          </p:cNvPr>
          <p:cNvPicPr>
            <a:picLocks noChangeAspect="1"/>
          </p:cNvPicPr>
          <p:nvPr/>
        </p:nvPicPr>
        <p:blipFill>
          <a:blip r:embed="rId2">
            <a:extLst>
              <a:ext uri="{28A0092B-C50C-407E-A947-70E740481C1C}">
                <a14:useLocalDpi xmlns:a14="http://schemas.microsoft.com/office/drawing/2010/main" val="0"/>
              </a:ext>
            </a:extLst>
          </a:blip>
          <a:srcRect l="28718" r="28718"/>
          <a:stretch/>
        </p:blipFill>
        <p:spPr>
          <a:xfrm>
            <a:off x="-3810" y="0"/>
            <a:ext cx="5176311" cy="6858000"/>
          </a:xfrm>
          <a:prstGeom prst="rect">
            <a:avLst/>
          </a:prstGeom>
        </p:spPr>
      </p:pic>
      <p:sp>
        <p:nvSpPr>
          <p:cNvPr id="8" name="Rectangle 7">
            <a:extLst>
              <a:ext uri="{FF2B5EF4-FFF2-40B4-BE49-F238E27FC236}">
                <a16:creationId xmlns:a16="http://schemas.microsoft.com/office/drawing/2014/main" id="{945E0678-FA16-AB81-99E1-753A53DF58AD}"/>
              </a:ext>
            </a:extLst>
          </p:cNvPr>
          <p:cNvSpPr/>
          <p:nvPr userDrawn="1"/>
        </p:nvSpPr>
        <p:spPr>
          <a:xfrm>
            <a:off x="0" y="-1"/>
            <a:ext cx="5176311" cy="5880539"/>
          </a:xfrm>
          <a:prstGeom prst="rect">
            <a:avLst/>
          </a:prstGeom>
          <a:gradFill flip="none" rotWithShape="1">
            <a:gsLst>
              <a:gs pos="0">
                <a:schemeClr val="accent6">
                  <a:alpha val="0"/>
                </a:schemeClr>
              </a:gs>
              <a:gs pos="95000">
                <a:schemeClr val="bg2"/>
              </a:gs>
            </a:gsLst>
            <a:lin ang="16200000" scaled="1"/>
            <a:tileRect/>
          </a:gra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lstStyle/>
          <a:p>
            <a:pPr marL="0" marR="0" indent="0" algn="ctr" defTabSz="914400" rtl="0" fontAlgn="auto" latinLnBrk="0" hangingPunct="0">
              <a:lnSpc>
                <a:spcPct val="100000"/>
              </a:lnSpc>
              <a:spcBef>
                <a:spcPts val="0"/>
              </a:spcBef>
              <a:spcAft>
                <a:spcPts val="0"/>
              </a:spcAft>
              <a:buClrTx/>
              <a:buSzTx/>
              <a:buFontTx/>
              <a:buNone/>
              <a:tabLst/>
            </a:pPr>
            <a:endParaRPr kumimoji="0" lang="en-US" sz="1200" b="0" i="0" u="none" strike="noStrike" cap="none" spc="0" normalizeH="0" baseline="0" dirty="0" err="1">
              <a:ln>
                <a:noFill/>
              </a:ln>
              <a:solidFill>
                <a:srgbClr val="50626A"/>
              </a:solidFill>
              <a:effectLst/>
              <a:uFillTx/>
              <a:latin typeface="Arial" panose="020B0604020202020204" pitchFamily="34" charset="0"/>
              <a:ea typeface="+mn-ea"/>
              <a:cs typeface="+mn-cs"/>
              <a:sym typeface="Calibri"/>
            </a:endParaRPr>
          </a:p>
        </p:txBody>
      </p:sp>
      <p:sp>
        <p:nvSpPr>
          <p:cNvPr id="2" name="Title 1">
            <a:extLst>
              <a:ext uri="{FF2B5EF4-FFF2-40B4-BE49-F238E27FC236}">
                <a16:creationId xmlns:a16="http://schemas.microsoft.com/office/drawing/2014/main" id="{4A5B625F-C15A-4238-ABAC-07D8ECC9190F}"/>
              </a:ext>
            </a:extLst>
          </p:cNvPr>
          <p:cNvSpPr>
            <a:spLocks noGrp="1"/>
          </p:cNvSpPr>
          <p:nvPr>
            <p:ph type="title"/>
          </p:nvPr>
        </p:nvSpPr>
        <p:spPr>
          <a:xfrm>
            <a:off x="272233" y="317212"/>
            <a:ext cx="4518131" cy="1892587"/>
          </a:xfrm>
        </p:spPr>
        <p:txBody>
          <a:bodyPr/>
          <a:lstStyle>
            <a:lvl1pPr>
              <a:defRPr>
                <a:solidFill>
                  <a:schemeClr val="bg1"/>
                </a:solidFill>
              </a:defRPr>
            </a:lvl1pPr>
          </a:lstStyle>
          <a:p>
            <a:r>
              <a:rPr lang="en-US"/>
              <a:t>Click to edit Master title style</a:t>
            </a:r>
            <a:endParaRPr lang="en-US" dirty="0"/>
          </a:p>
        </p:txBody>
      </p:sp>
      <p:sp>
        <p:nvSpPr>
          <p:cNvPr id="3" name="Slide Number Placeholder 2">
            <a:extLst>
              <a:ext uri="{FF2B5EF4-FFF2-40B4-BE49-F238E27FC236}">
                <a16:creationId xmlns:a16="http://schemas.microsoft.com/office/drawing/2014/main" id="{93700611-B61B-4ABD-BE4D-17E6DAC9A66F}"/>
              </a:ext>
            </a:extLst>
          </p:cNvPr>
          <p:cNvSpPr>
            <a:spLocks noGrp="1"/>
          </p:cNvSpPr>
          <p:nvPr>
            <p:ph type="sldNum" sz="quarter" idx="10"/>
          </p:nvPr>
        </p:nvSpPr>
        <p:spPr/>
        <p:txBody>
          <a:bodyPr/>
          <a:lstStyle>
            <a:lvl1pPr>
              <a:defRPr>
                <a:solidFill>
                  <a:schemeClr val="bg1"/>
                </a:solidFill>
              </a:defRPr>
            </a:lvl1pPr>
          </a:lstStyle>
          <a:p>
            <a:fld id="{2B143D1D-9801-49CA-88C0-178C03B6937F}" type="slidenum">
              <a:rPr lang="en-US" smtClean="0"/>
              <a:t>‹#›</a:t>
            </a:fld>
            <a:endParaRPr lang="en-US" dirty="0"/>
          </a:p>
        </p:txBody>
      </p:sp>
      <p:sp>
        <p:nvSpPr>
          <p:cNvPr id="4" name="Body Level One…">
            <a:extLst>
              <a:ext uri="{FF2B5EF4-FFF2-40B4-BE49-F238E27FC236}">
                <a16:creationId xmlns:a16="http://schemas.microsoft.com/office/drawing/2014/main" id="{40EBB8DB-A9D6-4FF1-A2F3-96E6783B8182}"/>
              </a:ext>
            </a:extLst>
          </p:cNvPr>
          <p:cNvSpPr txBox="1">
            <a:spLocks noGrp="1"/>
          </p:cNvSpPr>
          <p:nvPr>
            <p:ph idx="1"/>
          </p:nvPr>
        </p:nvSpPr>
        <p:spPr>
          <a:xfrm>
            <a:off x="5581933" y="560356"/>
            <a:ext cx="6398195" cy="551659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Footer Placeholder 4">
            <a:extLst>
              <a:ext uri="{FF2B5EF4-FFF2-40B4-BE49-F238E27FC236}">
                <a16:creationId xmlns:a16="http://schemas.microsoft.com/office/drawing/2014/main" id="{D1649BBA-C546-F173-EE3F-1CF65B3DB20A}"/>
              </a:ext>
            </a:extLst>
          </p:cNvPr>
          <p:cNvSpPr>
            <a:spLocks noGrp="1"/>
          </p:cNvSpPr>
          <p:nvPr>
            <p:ph type="ftr" sz="quarter" idx="11"/>
          </p:nvPr>
        </p:nvSpPr>
        <p:spPr/>
        <p:txBody>
          <a:bodyPr/>
          <a:lstStyle>
            <a:lvl1pPr>
              <a:defRPr>
                <a:solidFill>
                  <a:schemeClr val="bg1"/>
                </a:solidFill>
              </a:defRPr>
            </a:lvl1pPr>
          </a:lstStyle>
          <a:p>
            <a:endParaRPr lang="en-US" dirty="0"/>
          </a:p>
        </p:txBody>
      </p:sp>
    </p:spTree>
    <p:extLst>
      <p:ext uri="{BB962C8B-B14F-4D97-AF65-F5344CB8AC3E}">
        <p14:creationId xmlns:p14="http://schemas.microsoft.com/office/powerpoint/2010/main" val="37438453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p:cSld name="Right Side">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2C5727E7-0CEB-3F42-D5D8-424A5AAAB81E}"/>
              </a:ext>
            </a:extLst>
          </p:cNvPr>
          <p:cNvPicPr>
            <a:picLocks noChangeAspect="1"/>
          </p:cNvPicPr>
          <p:nvPr/>
        </p:nvPicPr>
        <p:blipFill rotWithShape="1">
          <a:blip r:embed="rId2">
            <a:extLst>
              <a:ext uri="{28A0092B-C50C-407E-A947-70E740481C1C}">
                <a14:useLocalDpi xmlns:a14="http://schemas.microsoft.com/office/drawing/2010/main" val="0"/>
              </a:ext>
            </a:extLst>
          </a:blip>
          <a:srcRect l="26689" r="30747"/>
          <a:stretch/>
        </p:blipFill>
        <p:spPr>
          <a:xfrm flipH="1" flipV="1">
            <a:off x="7015689" y="0"/>
            <a:ext cx="5176311" cy="6858000"/>
          </a:xfrm>
          <a:prstGeom prst="rect">
            <a:avLst/>
          </a:prstGeom>
        </p:spPr>
      </p:pic>
      <p:sp>
        <p:nvSpPr>
          <p:cNvPr id="7" name="Rectangle 6">
            <a:extLst>
              <a:ext uri="{FF2B5EF4-FFF2-40B4-BE49-F238E27FC236}">
                <a16:creationId xmlns:a16="http://schemas.microsoft.com/office/drawing/2014/main" id="{F06027A1-0D62-16F7-30CE-41BFE8B26C7C}"/>
              </a:ext>
            </a:extLst>
          </p:cNvPr>
          <p:cNvSpPr/>
          <p:nvPr/>
        </p:nvSpPr>
        <p:spPr>
          <a:xfrm>
            <a:off x="7015689" y="-1"/>
            <a:ext cx="5176311" cy="6777874"/>
          </a:xfrm>
          <a:prstGeom prst="rect">
            <a:avLst/>
          </a:prstGeom>
          <a:gradFill flip="none" rotWithShape="1">
            <a:gsLst>
              <a:gs pos="0">
                <a:schemeClr val="accent6">
                  <a:alpha val="0"/>
                </a:schemeClr>
              </a:gs>
              <a:gs pos="95000">
                <a:schemeClr val="bg2"/>
              </a:gs>
            </a:gsLst>
            <a:lin ang="16200000" scaled="1"/>
            <a:tileRect/>
          </a:gra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lstStyle/>
          <a:p>
            <a:pPr marL="0" marR="0" indent="0" algn="ctr" defTabSz="914400" rtl="0" fontAlgn="auto" latinLnBrk="0" hangingPunct="0">
              <a:lnSpc>
                <a:spcPct val="100000"/>
              </a:lnSpc>
              <a:spcBef>
                <a:spcPts val="0"/>
              </a:spcBef>
              <a:spcAft>
                <a:spcPts val="0"/>
              </a:spcAft>
              <a:buClrTx/>
              <a:buSzTx/>
              <a:buFontTx/>
              <a:buNone/>
              <a:tabLst/>
            </a:pPr>
            <a:endParaRPr kumimoji="0" lang="en-US" sz="1200" b="0" i="0" u="none" strike="noStrike" cap="none" spc="0" normalizeH="0" baseline="0" dirty="0" err="1">
              <a:ln>
                <a:noFill/>
              </a:ln>
              <a:solidFill>
                <a:srgbClr val="50626A"/>
              </a:solidFill>
              <a:effectLst/>
              <a:uFillTx/>
              <a:latin typeface="Arial" panose="020B0604020202020204" pitchFamily="34" charset="0"/>
              <a:ea typeface="+mn-ea"/>
              <a:cs typeface="+mn-cs"/>
              <a:sym typeface="Calibri"/>
            </a:endParaRPr>
          </a:p>
        </p:txBody>
      </p:sp>
      <p:sp>
        <p:nvSpPr>
          <p:cNvPr id="4" name="Body Level One…">
            <a:extLst>
              <a:ext uri="{FF2B5EF4-FFF2-40B4-BE49-F238E27FC236}">
                <a16:creationId xmlns:a16="http://schemas.microsoft.com/office/drawing/2014/main" id="{40EBB8DB-A9D6-4FF1-A2F3-96E6783B8182}"/>
              </a:ext>
            </a:extLst>
          </p:cNvPr>
          <p:cNvSpPr txBox="1">
            <a:spLocks noGrp="1"/>
          </p:cNvSpPr>
          <p:nvPr>
            <p:ph idx="1"/>
          </p:nvPr>
        </p:nvSpPr>
        <p:spPr>
          <a:xfrm>
            <a:off x="347472" y="1242203"/>
            <a:ext cx="6398195" cy="496809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8" name="Title 7">
            <a:extLst>
              <a:ext uri="{FF2B5EF4-FFF2-40B4-BE49-F238E27FC236}">
                <a16:creationId xmlns:a16="http://schemas.microsoft.com/office/drawing/2014/main" id="{0FB071E8-809B-6890-C6B9-812E8369D165}"/>
              </a:ext>
            </a:extLst>
          </p:cNvPr>
          <p:cNvSpPr>
            <a:spLocks noGrp="1"/>
          </p:cNvSpPr>
          <p:nvPr>
            <p:ph type="title"/>
          </p:nvPr>
        </p:nvSpPr>
        <p:spPr/>
        <p:txBody>
          <a:bodyPr/>
          <a:lstStyle/>
          <a:p>
            <a:r>
              <a:rPr lang="en-US"/>
              <a:t>Click to edit Master title style</a:t>
            </a:r>
          </a:p>
        </p:txBody>
      </p:sp>
      <p:sp>
        <p:nvSpPr>
          <p:cNvPr id="5" name="Footer Placeholder 4">
            <a:extLst>
              <a:ext uri="{FF2B5EF4-FFF2-40B4-BE49-F238E27FC236}">
                <a16:creationId xmlns:a16="http://schemas.microsoft.com/office/drawing/2014/main" id="{3B21BB59-32EF-F98A-2990-317BB5943E8A}"/>
              </a:ext>
            </a:extLst>
          </p:cNvPr>
          <p:cNvSpPr>
            <a:spLocks noGrp="1"/>
          </p:cNvSpPr>
          <p:nvPr>
            <p:ph type="ftr" sz="quarter" idx="10"/>
          </p:nvPr>
        </p:nvSpPr>
        <p:spPr/>
        <p:txBody>
          <a:bodyPr/>
          <a:lstStyle/>
          <a:p>
            <a:endParaRPr lang="en-US" dirty="0"/>
          </a:p>
        </p:txBody>
      </p:sp>
      <p:sp>
        <p:nvSpPr>
          <p:cNvPr id="10" name="Slide Number Placeholder 9">
            <a:extLst>
              <a:ext uri="{FF2B5EF4-FFF2-40B4-BE49-F238E27FC236}">
                <a16:creationId xmlns:a16="http://schemas.microsoft.com/office/drawing/2014/main" id="{5B7AFE7E-7CB0-FD25-F78E-7DA5692308E7}"/>
              </a:ext>
            </a:extLst>
          </p:cNvPr>
          <p:cNvSpPr>
            <a:spLocks noGrp="1"/>
          </p:cNvSpPr>
          <p:nvPr>
            <p:ph type="sldNum" sz="quarter" idx="11"/>
          </p:nvPr>
        </p:nvSpPr>
        <p:spPr/>
        <p:txBody>
          <a:bodyPr/>
          <a:lstStyle/>
          <a:p>
            <a:fld id="{2B143D1D-9801-49CA-88C0-178C03B6937F}" type="slidenum">
              <a:rPr lang="en-US" smtClean="0"/>
              <a:t>‹#›</a:t>
            </a:fld>
            <a:endParaRPr lang="en-US" dirty="0"/>
          </a:p>
        </p:txBody>
      </p:sp>
      <p:pic>
        <p:nvPicPr>
          <p:cNvPr id="3" name="Picture 2">
            <a:extLst>
              <a:ext uri="{FF2B5EF4-FFF2-40B4-BE49-F238E27FC236}">
                <a16:creationId xmlns:a16="http://schemas.microsoft.com/office/drawing/2014/main" id="{7424F124-A258-66DC-3AAE-6DDE6D9BAB50}"/>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10886330" y="6126042"/>
            <a:ext cx="934494" cy="620833"/>
          </a:xfrm>
          <a:prstGeom prst="rect">
            <a:avLst/>
          </a:prstGeom>
          <a:effectLst/>
        </p:spPr>
      </p:pic>
    </p:spTree>
    <p:extLst>
      <p:ext uri="{BB962C8B-B14F-4D97-AF65-F5344CB8AC3E}">
        <p14:creationId xmlns:p14="http://schemas.microsoft.com/office/powerpoint/2010/main" val="33373158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emf"/><Relationship Id="rId2" Type="http://schemas.openxmlformats.org/officeDocument/2006/relationships/slideLayout" Target="../slideLayouts/slideLayout2.xml"/><Relationship Id="rId16" Type="http://schemas.openxmlformats.org/officeDocument/2006/relationships/oleObject" Target="../embeddings/oleObject1.bin"/><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ags" Target="../tags/tag1.xml"/><Relationship Id="rId10" Type="http://schemas.openxmlformats.org/officeDocument/2006/relationships/slideLayout" Target="../slideLayouts/slideLayout10.xml"/><Relationship Id="rId19" Type="http://schemas.openxmlformats.org/officeDocument/2006/relationships/image" Target="../media/image3.sv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image" Target="../media/image1.emf"/><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oleObject" Target="../embeddings/oleObject1.bin"/><Relationship Id="rId2" Type="http://schemas.openxmlformats.org/officeDocument/2006/relationships/slideLayout" Target="../slideLayouts/slideLayout15.xml"/><Relationship Id="rId16" Type="http://schemas.openxmlformats.org/officeDocument/2006/relationships/image" Target="../media/image4.png"/><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tags" Target="../tags/tag2.xml"/><Relationship Id="rId5" Type="http://schemas.openxmlformats.org/officeDocument/2006/relationships/slideLayout" Target="../slideLayouts/slideLayout18.xml"/><Relationship Id="rId15" Type="http://schemas.openxmlformats.org/officeDocument/2006/relationships/image" Target="../media/image12.svg"/><Relationship Id="rId10" Type="http://schemas.openxmlformats.org/officeDocument/2006/relationships/theme" Target="../theme/theme2.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image" Target="../media/image2.png"/></Relationships>
</file>

<file path=ppt/slideMasters/_rels/slideMaster3.xml.rels><?xml version="1.0" encoding="UTF-8" standalone="yes"?>
<Relationships xmlns="http://schemas.openxmlformats.org/package/2006/relationships"><Relationship Id="rId8" Type="http://schemas.openxmlformats.org/officeDocument/2006/relationships/image" Target="../media/image13.jpeg"/><Relationship Id="rId3" Type="http://schemas.openxmlformats.org/officeDocument/2006/relationships/slideLayout" Target="../slideLayouts/slideLayout25.xml"/><Relationship Id="rId7"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5" Type="http://schemas.openxmlformats.org/officeDocument/2006/relationships/slideLayout" Target="../slideLayouts/slideLayout27.xml"/><Relationship Id="rId4" Type="http://schemas.openxmlformats.org/officeDocument/2006/relationships/slideLayout" Target="../slideLayouts/slideLayout26.xml"/><Relationship Id="rId9" Type="http://schemas.openxmlformats.org/officeDocument/2006/relationships/image" Target="../media/image14.png"/></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36.xml"/><Relationship Id="rId13" Type="http://schemas.openxmlformats.org/officeDocument/2006/relationships/tags" Target="../tags/tag3.xml"/><Relationship Id="rId18" Type="http://schemas.openxmlformats.org/officeDocument/2006/relationships/image" Target="../media/image2.png"/><Relationship Id="rId3" Type="http://schemas.openxmlformats.org/officeDocument/2006/relationships/slideLayout" Target="../slideLayouts/slideLayout31.xml"/><Relationship Id="rId7" Type="http://schemas.openxmlformats.org/officeDocument/2006/relationships/slideLayout" Target="../slideLayouts/slideLayout35.xml"/><Relationship Id="rId12" Type="http://schemas.openxmlformats.org/officeDocument/2006/relationships/theme" Target="../theme/theme4.xml"/><Relationship Id="rId17" Type="http://schemas.openxmlformats.org/officeDocument/2006/relationships/image" Target="../media/image15.png"/><Relationship Id="rId2" Type="http://schemas.openxmlformats.org/officeDocument/2006/relationships/slideLayout" Target="../slideLayouts/slideLayout30.xml"/><Relationship Id="rId16" Type="http://schemas.openxmlformats.org/officeDocument/2006/relationships/image" Target="../media/image1.emf"/><Relationship Id="rId1" Type="http://schemas.openxmlformats.org/officeDocument/2006/relationships/slideLayout" Target="../slideLayouts/slideLayout29.xml"/><Relationship Id="rId6" Type="http://schemas.openxmlformats.org/officeDocument/2006/relationships/slideLayout" Target="../slideLayouts/slideLayout34.xml"/><Relationship Id="rId11" Type="http://schemas.openxmlformats.org/officeDocument/2006/relationships/slideLayout" Target="../slideLayouts/slideLayout39.xml"/><Relationship Id="rId5" Type="http://schemas.openxmlformats.org/officeDocument/2006/relationships/slideLayout" Target="../slideLayouts/slideLayout33.xml"/><Relationship Id="rId15" Type="http://schemas.openxmlformats.org/officeDocument/2006/relationships/oleObject" Target="../embeddings/oleObject1.bin"/><Relationship Id="rId10" Type="http://schemas.openxmlformats.org/officeDocument/2006/relationships/slideLayout" Target="../slideLayouts/slideLayout38.xml"/><Relationship Id="rId19" Type="http://schemas.openxmlformats.org/officeDocument/2006/relationships/image" Target="../media/image3.svg"/><Relationship Id="rId4" Type="http://schemas.openxmlformats.org/officeDocument/2006/relationships/slideLayout" Target="../slideLayouts/slideLayout32.xml"/><Relationship Id="rId9" Type="http://schemas.openxmlformats.org/officeDocument/2006/relationships/slideLayout" Target="../slideLayouts/slideLayout37.xml"/><Relationship Id="rId14" Type="http://schemas.openxmlformats.org/officeDocument/2006/relationships/image" Target="../media/image7.jpeg"/></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47.xml"/><Relationship Id="rId13" Type="http://schemas.openxmlformats.org/officeDocument/2006/relationships/slideLayout" Target="../slideLayouts/slideLayout52.xml"/><Relationship Id="rId18" Type="http://schemas.openxmlformats.org/officeDocument/2006/relationships/theme" Target="../theme/theme5.xml"/><Relationship Id="rId3" Type="http://schemas.openxmlformats.org/officeDocument/2006/relationships/slideLayout" Target="../slideLayouts/slideLayout42.xml"/><Relationship Id="rId7" Type="http://schemas.openxmlformats.org/officeDocument/2006/relationships/slideLayout" Target="../slideLayouts/slideLayout46.xml"/><Relationship Id="rId12" Type="http://schemas.openxmlformats.org/officeDocument/2006/relationships/slideLayout" Target="../slideLayouts/slideLayout51.xml"/><Relationship Id="rId17" Type="http://schemas.openxmlformats.org/officeDocument/2006/relationships/slideLayout" Target="../slideLayouts/slideLayout56.xml"/><Relationship Id="rId2" Type="http://schemas.openxmlformats.org/officeDocument/2006/relationships/slideLayout" Target="../slideLayouts/slideLayout41.xml"/><Relationship Id="rId16" Type="http://schemas.openxmlformats.org/officeDocument/2006/relationships/slideLayout" Target="../slideLayouts/slideLayout55.xml"/><Relationship Id="rId20" Type="http://schemas.openxmlformats.org/officeDocument/2006/relationships/image" Target="../media/image3.svg"/><Relationship Id="rId1" Type="http://schemas.openxmlformats.org/officeDocument/2006/relationships/slideLayout" Target="../slideLayouts/slideLayout40.xml"/><Relationship Id="rId6" Type="http://schemas.openxmlformats.org/officeDocument/2006/relationships/slideLayout" Target="../slideLayouts/slideLayout45.xml"/><Relationship Id="rId11" Type="http://schemas.openxmlformats.org/officeDocument/2006/relationships/slideLayout" Target="../slideLayouts/slideLayout50.xml"/><Relationship Id="rId5" Type="http://schemas.openxmlformats.org/officeDocument/2006/relationships/slideLayout" Target="../slideLayouts/slideLayout44.xml"/><Relationship Id="rId15" Type="http://schemas.openxmlformats.org/officeDocument/2006/relationships/slideLayout" Target="../slideLayouts/slideLayout54.xml"/><Relationship Id="rId10" Type="http://schemas.openxmlformats.org/officeDocument/2006/relationships/slideLayout" Target="../slideLayouts/slideLayout49.xml"/><Relationship Id="rId19" Type="http://schemas.openxmlformats.org/officeDocument/2006/relationships/image" Target="../media/image2.png"/><Relationship Id="rId4" Type="http://schemas.openxmlformats.org/officeDocument/2006/relationships/slideLayout" Target="../slideLayouts/slideLayout43.xml"/><Relationship Id="rId9" Type="http://schemas.openxmlformats.org/officeDocument/2006/relationships/slideLayout" Target="../slideLayouts/slideLayout48.xml"/><Relationship Id="rId14" Type="http://schemas.openxmlformats.org/officeDocument/2006/relationships/slideLayout" Target="../slideLayouts/slideLayout53.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4.xml"/><Relationship Id="rId13" Type="http://schemas.openxmlformats.org/officeDocument/2006/relationships/slideLayout" Target="../slideLayouts/slideLayout69.xml"/><Relationship Id="rId3" Type="http://schemas.openxmlformats.org/officeDocument/2006/relationships/slideLayout" Target="../slideLayouts/slideLayout59.xml"/><Relationship Id="rId7" Type="http://schemas.openxmlformats.org/officeDocument/2006/relationships/slideLayout" Target="../slideLayouts/slideLayout63.xml"/><Relationship Id="rId12" Type="http://schemas.openxmlformats.org/officeDocument/2006/relationships/slideLayout" Target="../slideLayouts/slideLayout68.xml"/><Relationship Id="rId2" Type="http://schemas.openxmlformats.org/officeDocument/2006/relationships/slideLayout" Target="../slideLayouts/slideLayout58.xml"/><Relationship Id="rId16" Type="http://schemas.openxmlformats.org/officeDocument/2006/relationships/image" Target="../media/image12.svg"/><Relationship Id="rId1" Type="http://schemas.openxmlformats.org/officeDocument/2006/relationships/slideLayout" Target="../slideLayouts/slideLayout57.xml"/><Relationship Id="rId6" Type="http://schemas.openxmlformats.org/officeDocument/2006/relationships/slideLayout" Target="../slideLayouts/slideLayout62.xml"/><Relationship Id="rId11" Type="http://schemas.openxmlformats.org/officeDocument/2006/relationships/slideLayout" Target="../slideLayouts/slideLayout67.xml"/><Relationship Id="rId5" Type="http://schemas.openxmlformats.org/officeDocument/2006/relationships/slideLayout" Target="../slideLayouts/slideLayout61.xml"/><Relationship Id="rId15" Type="http://schemas.openxmlformats.org/officeDocument/2006/relationships/image" Target="../media/image2.png"/><Relationship Id="rId10" Type="http://schemas.openxmlformats.org/officeDocument/2006/relationships/slideLayout" Target="../slideLayouts/slideLayout66.xml"/><Relationship Id="rId4" Type="http://schemas.openxmlformats.org/officeDocument/2006/relationships/slideLayout" Target="../slideLayouts/slideLayout60.xml"/><Relationship Id="rId9" Type="http://schemas.openxmlformats.org/officeDocument/2006/relationships/slideLayout" Target="../slideLayouts/slideLayout65.xml"/><Relationship Id="rId14" Type="http://schemas.openxmlformats.org/officeDocument/2006/relationships/theme" Target="../theme/theme6.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77.xml"/><Relationship Id="rId3" Type="http://schemas.openxmlformats.org/officeDocument/2006/relationships/slideLayout" Target="../slideLayouts/slideLayout72.xml"/><Relationship Id="rId7" Type="http://schemas.openxmlformats.org/officeDocument/2006/relationships/slideLayout" Target="../slideLayouts/slideLayout76.xml"/><Relationship Id="rId2" Type="http://schemas.openxmlformats.org/officeDocument/2006/relationships/slideLayout" Target="../slideLayouts/slideLayout71.xml"/><Relationship Id="rId1" Type="http://schemas.openxmlformats.org/officeDocument/2006/relationships/slideLayout" Target="../slideLayouts/slideLayout70.xml"/><Relationship Id="rId6" Type="http://schemas.openxmlformats.org/officeDocument/2006/relationships/slideLayout" Target="../slideLayouts/slideLayout75.xml"/><Relationship Id="rId11" Type="http://schemas.openxmlformats.org/officeDocument/2006/relationships/image" Target="../media/image3.svg"/><Relationship Id="rId5" Type="http://schemas.openxmlformats.org/officeDocument/2006/relationships/slideLayout" Target="../slideLayouts/slideLayout74.xml"/><Relationship Id="rId10" Type="http://schemas.openxmlformats.org/officeDocument/2006/relationships/image" Target="../media/image2.png"/><Relationship Id="rId4" Type="http://schemas.openxmlformats.org/officeDocument/2006/relationships/slideLayout" Target="../slideLayouts/slideLayout73.xml"/><Relationship Id="rId9" Type="http://schemas.openxmlformats.org/officeDocument/2006/relationships/theme" Target="../theme/theme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A198C5A6-80F1-F935-B793-3621C4BE4999}"/>
              </a:ext>
            </a:extLst>
          </p:cNvPr>
          <p:cNvGraphicFramePr>
            <a:graphicFrameLocks noChangeAspect="1"/>
          </p:cNvGraphicFramePr>
          <p:nvPr userDrawn="1">
            <p:custDataLst>
              <p:tags r:id="rId15"/>
            </p:custDataLst>
            <p:extLst>
              <p:ext uri="{D42A27DB-BD31-4B8C-83A1-F6EECF244321}">
                <p14:modId xmlns:p14="http://schemas.microsoft.com/office/powerpoint/2010/main" val="149211848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スライド" r:id="rId16" imgW="639" imgH="639" progId="TCLayout.ActiveDocument.1">
                  <p:embed/>
                </p:oleObj>
              </mc:Choice>
              <mc:Fallback>
                <p:oleObj name="think-cell スライド" r:id="rId16" imgW="639" imgH="639" progId="TCLayout.ActiveDocument.1">
                  <p:embed/>
                  <p:pic>
                    <p:nvPicPr>
                      <p:cNvPr id="3" name="think-cell data - do not delete" hidden="1">
                        <a:extLst>
                          <a:ext uri="{FF2B5EF4-FFF2-40B4-BE49-F238E27FC236}">
                            <a16:creationId xmlns:a16="http://schemas.microsoft.com/office/drawing/2014/main" id="{A198C5A6-80F1-F935-B793-3621C4BE4999}"/>
                          </a:ext>
                        </a:extLst>
                      </p:cNvPr>
                      <p:cNvPicPr/>
                      <p:nvPr/>
                    </p:nvPicPr>
                    <p:blipFill>
                      <a:blip r:embed="rId17"/>
                      <a:stretch>
                        <a:fillRect/>
                      </a:stretch>
                    </p:blipFill>
                    <p:spPr>
                      <a:xfrm>
                        <a:off x="1588" y="1588"/>
                        <a:ext cx="1588" cy="1588"/>
                      </a:xfrm>
                      <a:prstGeom prst="rect">
                        <a:avLst/>
                      </a:prstGeom>
                    </p:spPr>
                  </p:pic>
                </p:oleObj>
              </mc:Fallback>
            </mc:AlternateContent>
          </a:graphicData>
        </a:graphic>
      </p:graphicFrame>
      <p:pic>
        <p:nvPicPr>
          <p:cNvPr id="4" name="Graphic 3">
            <a:extLst>
              <a:ext uri="{FF2B5EF4-FFF2-40B4-BE49-F238E27FC236}">
                <a16:creationId xmlns:a16="http://schemas.microsoft.com/office/drawing/2014/main" id="{0A9E4256-DD49-0127-DBDC-BD78388E14D7}"/>
              </a:ext>
            </a:extLst>
          </p:cNvPr>
          <p:cNvPicPr>
            <a:picLocks noChangeAspect="1"/>
          </p:cNvPicPr>
          <p:nvPr userDrawn="1"/>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10806884" y="6082764"/>
            <a:ext cx="1082711" cy="721808"/>
          </a:xfrm>
          <a:prstGeom prst="rect">
            <a:avLst/>
          </a:prstGeom>
        </p:spPr>
      </p:pic>
      <p:sp>
        <p:nvSpPr>
          <p:cNvPr id="21" name="Title Text"/>
          <p:cNvSpPr txBox="1">
            <a:spLocks noGrp="1"/>
          </p:cNvSpPr>
          <p:nvPr>
            <p:ph type="title"/>
          </p:nvPr>
        </p:nvSpPr>
        <p:spPr>
          <a:xfrm>
            <a:off x="272233" y="336263"/>
            <a:ext cx="11536220" cy="80813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91440" rIns="45719" anchor="t">
            <a:noAutofit/>
          </a:bodyPr>
          <a:lstStyle/>
          <a:p>
            <a:r>
              <a:t>Title Text</a:t>
            </a:r>
          </a:p>
        </p:txBody>
      </p:sp>
      <p:sp>
        <p:nvSpPr>
          <p:cNvPr id="22" name="Body Level One…"/>
          <p:cNvSpPr txBox="1">
            <a:spLocks noGrp="1"/>
          </p:cNvSpPr>
          <p:nvPr>
            <p:ph type="body" idx="1"/>
          </p:nvPr>
        </p:nvSpPr>
        <p:spPr>
          <a:xfrm>
            <a:off x="347472" y="1310480"/>
            <a:ext cx="10515601" cy="435133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20" rIns="45719">
            <a:noAutofit/>
          </a:bodyPr>
          <a:lstStyle/>
          <a:p>
            <a:r>
              <a:t>Body Level One</a:t>
            </a:r>
          </a:p>
          <a:p>
            <a:pPr lvl="1"/>
            <a:r>
              <a:t>Body Level Two</a:t>
            </a:r>
          </a:p>
          <a:p>
            <a:pPr lvl="2"/>
            <a:r>
              <a:t>Body Level Three</a:t>
            </a:r>
          </a:p>
          <a:p>
            <a:pPr lvl="3"/>
            <a:r>
              <a:t>Body Level Four</a:t>
            </a:r>
          </a:p>
          <a:p>
            <a:pPr lvl="4"/>
            <a:r>
              <a:t>Body Level Five</a:t>
            </a:r>
          </a:p>
        </p:txBody>
      </p:sp>
      <p:sp>
        <p:nvSpPr>
          <p:cNvPr id="28" name="Slide Number Placeholder 27">
            <a:extLst>
              <a:ext uri="{FF2B5EF4-FFF2-40B4-BE49-F238E27FC236}">
                <a16:creationId xmlns:a16="http://schemas.microsoft.com/office/drawing/2014/main" id="{9DD666D0-CF25-4F2F-AA97-3C4F166D9537}"/>
              </a:ext>
            </a:extLst>
          </p:cNvPr>
          <p:cNvSpPr>
            <a:spLocks noGrp="1"/>
          </p:cNvSpPr>
          <p:nvPr>
            <p:ph type="sldNum" sz="quarter" idx="4"/>
          </p:nvPr>
        </p:nvSpPr>
        <p:spPr>
          <a:xfrm>
            <a:off x="296055" y="6412748"/>
            <a:ext cx="426564" cy="365125"/>
          </a:xfrm>
          <a:prstGeom prst="rect">
            <a:avLst/>
          </a:prstGeom>
        </p:spPr>
        <p:txBody>
          <a:bodyPr vert="horz" lIns="91440" tIns="45720" rIns="91440" bIns="45720" rtlCol="0" anchor="ctr"/>
          <a:lstStyle>
            <a:lvl1pPr algn="l">
              <a:defRPr sz="900">
                <a:solidFill>
                  <a:schemeClr val="bg1">
                    <a:lumMod val="50000"/>
                  </a:schemeClr>
                </a:solidFill>
              </a:defRPr>
            </a:lvl1pPr>
          </a:lstStyle>
          <a:p>
            <a:fld id="{2B143D1D-9801-49CA-88C0-178C03B6937F}" type="slidenum">
              <a:rPr lang="en-US" smtClean="0"/>
              <a:t>‹#›</a:t>
            </a:fld>
            <a:endParaRPr lang="en-US" dirty="0"/>
          </a:p>
        </p:txBody>
      </p:sp>
      <p:sp>
        <p:nvSpPr>
          <p:cNvPr id="6" name="Footer Placeholder 5">
            <a:extLst>
              <a:ext uri="{FF2B5EF4-FFF2-40B4-BE49-F238E27FC236}">
                <a16:creationId xmlns:a16="http://schemas.microsoft.com/office/drawing/2014/main" id="{C3EDE3A7-E046-2B16-B5A2-4C20BB2AB90E}"/>
              </a:ext>
            </a:extLst>
          </p:cNvPr>
          <p:cNvSpPr>
            <a:spLocks noGrp="1"/>
          </p:cNvSpPr>
          <p:nvPr>
            <p:ph type="ftr" sz="quarter" idx="3"/>
          </p:nvPr>
        </p:nvSpPr>
        <p:spPr>
          <a:xfrm>
            <a:off x="640080" y="6479007"/>
            <a:ext cx="5455920" cy="230832"/>
          </a:xfrm>
          <a:prstGeom prst="rect">
            <a:avLst/>
          </a:prstGeom>
        </p:spPr>
        <p:txBody>
          <a:bodyPr wrap="square">
            <a:noAutofit/>
          </a:bodyPr>
          <a:lstStyle>
            <a:lvl1pPr>
              <a:defRPr lang="en-US" sz="900" b="0" i="0">
                <a:solidFill>
                  <a:schemeClr val="tx1">
                    <a:lumMod val="50000"/>
                    <a:lumOff val="50000"/>
                  </a:schemeClr>
                </a:solidFill>
                <a:latin typeface="Arial" panose="020B0604020202020204" pitchFamily="34" charset="0"/>
              </a:defRPr>
            </a:lvl1pPr>
          </a:lstStyle>
          <a:p>
            <a:endParaRPr lang="en-US" dirty="0"/>
          </a:p>
        </p:txBody>
      </p:sp>
      <p:pic>
        <p:nvPicPr>
          <p:cNvPr id="2" name="図 1">
            <a:extLst>
              <a:ext uri="{FF2B5EF4-FFF2-40B4-BE49-F238E27FC236}">
                <a16:creationId xmlns:a16="http://schemas.microsoft.com/office/drawing/2014/main" id="{D29333D6-D320-D6BF-F784-C7ABDAFE0ED8}"/>
              </a:ext>
            </a:extLst>
          </p:cNvPr>
          <p:cNvPicPr>
            <a:picLocks noChangeAspect="1"/>
          </p:cNvPicPr>
          <p:nvPr userDrawn="1"/>
        </p:nvPicPr>
        <p:blipFill rotWithShape="1">
          <a:blip r:embed="rId20"/>
          <a:srcRect l="26256" r="22363"/>
          <a:stretch/>
        </p:blipFill>
        <p:spPr>
          <a:xfrm>
            <a:off x="10114059" y="6090715"/>
            <a:ext cx="749014" cy="721808"/>
          </a:xfrm>
          <a:prstGeom prst="rect">
            <a:avLst/>
          </a:prstGeom>
        </p:spPr>
      </p:pic>
    </p:spTree>
    <p:extLst>
      <p:ext uri="{BB962C8B-B14F-4D97-AF65-F5344CB8AC3E}">
        <p14:creationId xmlns:p14="http://schemas.microsoft.com/office/powerpoint/2010/main" val="426181885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9" r:id="rId8"/>
    <p:sldLayoutId id="2147483704" r:id="rId9"/>
    <p:sldLayoutId id="2147483705" r:id="rId10"/>
    <p:sldLayoutId id="2147483784" r:id="rId11"/>
    <p:sldLayoutId id="2147483785" r:id="rId12"/>
    <p:sldLayoutId id="2147483786" r:id="rId13"/>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txStyles>
    <p:titleStyle>
      <a:lvl1pPr marL="0" marR="0" indent="0" algn="l" defTabSz="914240" eaLnBrk="1" latinLnBrk="0" hangingPunct="1">
        <a:lnSpc>
          <a:spcPct val="95000"/>
        </a:lnSpc>
        <a:spcBef>
          <a:spcPts val="0"/>
        </a:spcBef>
        <a:spcAft>
          <a:spcPts val="0"/>
        </a:spcAft>
        <a:buClrTx/>
        <a:buSzTx/>
        <a:buFontTx/>
        <a:buNone/>
        <a:tabLst/>
        <a:defRPr sz="2600" b="1" i="0" u="none" strike="noStrike" cap="none" spc="0" baseline="0">
          <a:solidFill>
            <a:schemeClr val="accent4"/>
          </a:solidFill>
          <a:uFillTx/>
          <a:latin typeface="+mj-lt"/>
          <a:ea typeface="Arial" panose="020B0604020202020204" pitchFamily="34" charset="0"/>
          <a:cs typeface="Arial" panose="020B0604020202020204" pitchFamily="34" charset="0"/>
          <a:sym typeface="Avenir Black"/>
        </a:defRPr>
      </a:lvl1pPr>
      <a:lvl2pPr marL="0" marR="0" indent="0" algn="l" defTabSz="914240" eaLnBrk="1" latinLnBrk="0" hangingPunct="1">
        <a:lnSpc>
          <a:spcPct val="80000"/>
        </a:lnSpc>
        <a:spcBef>
          <a:spcPts val="0"/>
        </a:spcBef>
        <a:spcAft>
          <a:spcPts val="0"/>
        </a:spcAft>
        <a:buClrTx/>
        <a:buSzTx/>
        <a:buFontTx/>
        <a:buNone/>
        <a:tabLst/>
        <a:defRPr sz="2600" b="0" i="0" u="none" strike="noStrike" cap="none" spc="0" baseline="0">
          <a:solidFill>
            <a:schemeClr val="accent1"/>
          </a:solidFill>
          <a:uFillTx/>
          <a:latin typeface="Avenir Black"/>
          <a:ea typeface="Avenir Black"/>
          <a:cs typeface="Avenir Black"/>
          <a:sym typeface="Avenir Black"/>
        </a:defRPr>
      </a:lvl2pPr>
      <a:lvl3pPr marL="0" marR="0" indent="0" algn="l" defTabSz="914240" eaLnBrk="1" latinLnBrk="0" hangingPunct="1">
        <a:lnSpc>
          <a:spcPct val="80000"/>
        </a:lnSpc>
        <a:spcBef>
          <a:spcPts val="0"/>
        </a:spcBef>
        <a:spcAft>
          <a:spcPts val="0"/>
        </a:spcAft>
        <a:buClrTx/>
        <a:buSzTx/>
        <a:buFontTx/>
        <a:buNone/>
        <a:tabLst/>
        <a:defRPr sz="2600" b="0" i="0" u="none" strike="noStrike" cap="none" spc="0" baseline="0">
          <a:solidFill>
            <a:schemeClr val="accent1"/>
          </a:solidFill>
          <a:uFillTx/>
          <a:latin typeface="Avenir Black"/>
          <a:ea typeface="Avenir Black"/>
          <a:cs typeface="Avenir Black"/>
          <a:sym typeface="Avenir Black"/>
        </a:defRPr>
      </a:lvl3pPr>
      <a:lvl4pPr marL="0" marR="0" indent="0" algn="l" defTabSz="914240" eaLnBrk="1" latinLnBrk="0" hangingPunct="1">
        <a:lnSpc>
          <a:spcPct val="80000"/>
        </a:lnSpc>
        <a:spcBef>
          <a:spcPts val="0"/>
        </a:spcBef>
        <a:spcAft>
          <a:spcPts val="0"/>
        </a:spcAft>
        <a:buClrTx/>
        <a:buSzTx/>
        <a:buFontTx/>
        <a:buNone/>
        <a:tabLst/>
        <a:defRPr sz="2600" b="0" i="0" u="none" strike="noStrike" cap="none" spc="0" baseline="0">
          <a:solidFill>
            <a:schemeClr val="accent1"/>
          </a:solidFill>
          <a:uFillTx/>
          <a:latin typeface="Avenir Black"/>
          <a:ea typeface="Avenir Black"/>
          <a:cs typeface="Avenir Black"/>
          <a:sym typeface="Avenir Black"/>
        </a:defRPr>
      </a:lvl4pPr>
      <a:lvl5pPr marL="0" marR="0" indent="0" algn="l" defTabSz="914240" eaLnBrk="1" latinLnBrk="0" hangingPunct="1">
        <a:lnSpc>
          <a:spcPct val="80000"/>
        </a:lnSpc>
        <a:spcBef>
          <a:spcPts val="0"/>
        </a:spcBef>
        <a:spcAft>
          <a:spcPts val="0"/>
        </a:spcAft>
        <a:buClrTx/>
        <a:buSzTx/>
        <a:buFontTx/>
        <a:buNone/>
        <a:tabLst/>
        <a:defRPr sz="2600" b="0" i="0" u="none" strike="noStrike" cap="none" spc="0" baseline="0">
          <a:solidFill>
            <a:schemeClr val="accent1"/>
          </a:solidFill>
          <a:uFillTx/>
          <a:latin typeface="Avenir Black"/>
          <a:ea typeface="Avenir Black"/>
          <a:cs typeface="Avenir Black"/>
          <a:sym typeface="Avenir Black"/>
        </a:defRPr>
      </a:lvl5pPr>
      <a:lvl6pPr marL="0" marR="0" indent="0" algn="l" defTabSz="914240" eaLnBrk="1" latinLnBrk="0" hangingPunct="1">
        <a:lnSpc>
          <a:spcPct val="80000"/>
        </a:lnSpc>
        <a:spcBef>
          <a:spcPts val="0"/>
        </a:spcBef>
        <a:spcAft>
          <a:spcPts val="0"/>
        </a:spcAft>
        <a:buClrTx/>
        <a:buSzTx/>
        <a:buFontTx/>
        <a:buNone/>
        <a:tabLst/>
        <a:defRPr sz="2600" b="0" i="0" u="none" strike="noStrike" cap="none" spc="0" baseline="0">
          <a:solidFill>
            <a:schemeClr val="accent1"/>
          </a:solidFill>
          <a:uFillTx/>
          <a:latin typeface="Avenir Black"/>
          <a:ea typeface="Avenir Black"/>
          <a:cs typeface="Avenir Black"/>
          <a:sym typeface="Avenir Black"/>
        </a:defRPr>
      </a:lvl6pPr>
      <a:lvl7pPr marL="0" marR="0" indent="0" algn="l" defTabSz="914240" eaLnBrk="1" latinLnBrk="0" hangingPunct="1">
        <a:lnSpc>
          <a:spcPct val="80000"/>
        </a:lnSpc>
        <a:spcBef>
          <a:spcPts val="0"/>
        </a:spcBef>
        <a:spcAft>
          <a:spcPts val="0"/>
        </a:spcAft>
        <a:buClrTx/>
        <a:buSzTx/>
        <a:buFontTx/>
        <a:buNone/>
        <a:tabLst/>
        <a:defRPr sz="2600" b="0" i="0" u="none" strike="noStrike" cap="none" spc="0" baseline="0">
          <a:solidFill>
            <a:schemeClr val="accent1"/>
          </a:solidFill>
          <a:uFillTx/>
          <a:latin typeface="Avenir Black"/>
          <a:ea typeface="Avenir Black"/>
          <a:cs typeface="Avenir Black"/>
          <a:sym typeface="Avenir Black"/>
        </a:defRPr>
      </a:lvl7pPr>
      <a:lvl8pPr marL="0" marR="0" indent="0" algn="l" defTabSz="914240" eaLnBrk="1" latinLnBrk="0" hangingPunct="1">
        <a:lnSpc>
          <a:spcPct val="80000"/>
        </a:lnSpc>
        <a:spcBef>
          <a:spcPts val="0"/>
        </a:spcBef>
        <a:spcAft>
          <a:spcPts val="0"/>
        </a:spcAft>
        <a:buClrTx/>
        <a:buSzTx/>
        <a:buFontTx/>
        <a:buNone/>
        <a:tabLst/>
        <a:defRPr sz="2600" b="0" i="0" u="none" strike="noStrike" cap="none" spc="0" baseline="0">
          <a:solidFill>
            <a:schemeClr val="accent1"/>
          </a:solidFill>
          <a:uFillTx/>
          <a:latin typeface="Avenir Black"/>
          <a:ea typeface="Avenir Black"/>
          <a:cs typeface="Avenir Black"/>
          <a:sym typeface="Avenir Black"/>
        </a:defRPr>
      </a:lvl8pPr>
      <a:lvl9pPr marL="0" marR="0" indent="0" algn="l" defTabSz="914240" eaLnBrk="1" latinLnBrk="0" hangingPunct="1">
        <a:lnSpc>
          <a:spcPct val="80000"/>
        </a:lnSpc>
        <a:spcBef>
          <a:spcPts val="0"/>
        </a:spcBef>
        <a:spcAft>
          <a:spcPts val="0"/>
        </a:spcAft>
        <a:buClrTx/>
        <a:buSzTx/>
        <a:buFontTx/>
        <a:buNone/>
        <a:tabLst/>
        <a:defRPr sz="2600" b="0" i="0" u="none" strike="noStrike" cap="none" spc="0" baseline="0">
          <a:solidFill>
            <a:schemeClr val="accent1"/>
          </a:solidFill>
          <a:uFillTx/>
          <a:latin typeface="Avenir Black"/>
          <a:ea typeface="Avenir Black"/>
          <a:cs typeface="Avenir Black"/>
          <a:sym typeface="Avenir Black"/>
        </a:defRPr>
      </a:lvl9pPr>
    </p:titleStyle>
    <p:bodyStyle>
      <a:lvl1pPr marL="228560" marR="0" indent="-228560" algn="l" defTabSz="914240" eaLnBrk="1" latinLnBrk="0" hangingPunct="1">
        <a:lnSpc>
          <a:spcPct val="90000"/>
        </a:lnSpc>
        <a:spcBef>
          <a:spcPts val="1000"/>
        </a:spcBef>
        <a:spcAft>
          <a:spcPts val="400"/>
        </a:spcAft>
        <a:buClr>
          <a:schemeClr val="accent4"/>
        </a:buClr>
        <a:buSzPct val="100000"/>
        <a:buFont typeface="Arial" panose="020B0604020202020204" pitchFamily="34" charset="0"/>
        <a:buChar char="•"/>
        <a:tabLst/>
        <a:defRPr sz="1600" b="0" i="0" u="none" strike="noStrike" cap="none" spc="0" baseline="0">
          <a:solidFill>
            <a:schemeClr val="bg2"/>
          </a:solidFill>
          <a:uFillTx/>
          <a:latin typeface="Arial" panose="020B0604020202020204" pitchFamily="34" charset="0"/>
          <a:ea typeface="Arial" panose="020B0604020202020204" pitchFamily="34" charset="0"/>
          <a:cs typeface="Arial" panose="020B0604020202020204" pitchFamily="34" charset="0"/>
          <a:sym typeface="Avenir Book"/>
        </a:defRPr>
      </a:lvl1pPr>
      <a:lvl2pPr marL="463550" marR="0" indent="-165100" algn="l" defTabSz="914240" eaLnBrk="1" latinLnBrk="0" hangingPunct="1">
        <a:lnSpc>
          <a:spcPct val="90000"/>
        </a:lnSpc>
        <a:spcBef>
          <a:spcPts val="400"/>
        </a:spcBef>
        <a:spcAft>
          <a:spcPts val="400"/>
        </a:spcAft>
        <a:buClr>
          <a:schemeClr val="accent4"/>
        </a:buClr>
        <a:buSzPct val="100000"/>
        <a:buFont typeface="System Font Regular"/>
        <a:buChar char="–"/>
        <a:tabLst/>
        <a:defRPr sz="1400" b="0" i="0" u="none" strike="noStrike" cap="none" spc="0" baseline="0">
          <a:solidFill>
            <a:schemeClr val="bg2"/>
          </a:solidFill>
          <a:uFillTx/>
          <a:latin typeface="Arial" panose="020B0604020202020204" pitchFamily="34" charset="0"/>
          <a:ea typeface="Arial" panose="020B0604020202020204" pitchFamily="34" charset="0"/>
          <a:cs typeface="Arial" panose="020B0604020202020204" pitchFamily="34" charset="0"/>
          <a:sym typeface="Avenir Book"/>
        </a:defRPr>
      </a:lvl2pPr>
      <a:lvl3pPr marL="687388" marR="0" indent="-173038" algn="l" defTabSz="914240" eaLnBrk="1" latinLnBrk="0" hangingPunct="1">
        <a:lnSpc>
          <a:spcPct val="90000"/>
        </a:lnSpc>
        <a:spcBef>
          <a:spcPts val="400"/>
        </a:spcBef>
        <a:spcAft>
          <a:spcPts val="400"/>
        </a:spcAft>
        <a:buClr>
          <a:schemeClr val="accent4"/>
        </a:buClr>
        <a:buSzPct val="100000"/>
        <a:buFont typeface="Arial" panose="020B0604020202020204" pitchFamily="34" charset="0"/>
        <a:buChar char="•"/>
        <a:tabLst/>
        <a:defRPr sz="1200" b="0" i="0" u="none" strike="noStrike" cap="none" spc="0" baseline="0">
          <a:solidFill>
            <a:schemeClr val="bg2"/>
          </a:solidFill>
          <a:uFillTx/>
          <a:latin typeface="Arial" panose="020B0604020202020204" pitchFamily="34" charset="0"/>
          <a:ea typeface="Arial" panose="020B0604020202020204" pitchFamily="34" charset="0"/>
          <a:cs typeface="Arial" panose="020B0604020202020204" pitchFamily="34" charset="0"/>
          <a:sym typeface="Avenir Book"/>
        </a:defRPr>
      </a:lvl3pPr>
      <a:lvl4pPr marL="862013" marR="0" indent="-157163" algn="l" defTabSz="914240" eaLnBrk="1" latinLnBrk="0" hangingPunct="1">
        <a:lnSpc>
          <a:spcPct val="90000"/>
        </a:lnSpc>
        <a:spcBef>
          <a:spcPts val="400"/>
        </a:spcBef>
        <a:spcAft>
          <a:spcPts val="400"/>
        </a:spcAft>
        <a:buClr>
          <a:schemeClr val="accent4"/>
        </a:buClr>
        <a:buSzPct val="100000"/>
        <a:buFont typeface="System Font Regular"/>
        <a:buChar char="–"/>
        <a:tabLst/>
        <a:defRPr sz="1200" b="0" i="0" u="none" strike="noStrike" cap="none" spc="0" baseline="0">
          <a:solidFill>
            <a:schemeClr val="bg2"/>
          </a:solidFill>
          <a:uFillTx/>
          <a:latin typeface="Arial" panose="020B0604020202020204" pitchFamily="34" charset="0"/>
          <a:ea typeface="Arial" panose="020B0604020202020204" pitchFamily="34" charset="0"/>
          <a:cs typeface="Arial" panose="020B0604020202020204" pitchFamily="34" charset="0"/>
          <a:sym typeface="Avenir Book"/>
        </a:defRPr>
      </a:lvl4pPr>
      <a:lvl5pPr marL="1085850" marR="0" indent="-157163" algn="l" defTabSz="914240" eaLnBrk="1" latinLnBrk="0" hangingPunct="1">
        <a:lnSpc>
          <a:spcPct val="90000"/>
        </a:lnSpc>
        <a:spcBef>
          <a:spcPts val="400"/>
        </a:spcBef>
        <a:spcAft>
          <a:spcPts val="400"/>
        </a:spcAft>
        <a:buClr>
          <a:schemeClr val="accent4"/>
        </a:buClr>
        <a:buSzPct val="100000"/>
        <a:buFont typeface="Arial" panose="020B0604020202020204" pitchFamily="34" charset="0"/>
        <a:buChar char="•"/>
        <a:tabLst/>
        <a:defRPr sz="1200" b="0" i="0" u="none" strike="noStrike" cap="none" spc="0" baseline="0">
          <a:solidFill>
            <a:schemeClr val="bg2"/>
          </a:solidFill>
          <a:uFillTx/>
          <a:latin typeface="Arial" panose="020B0604020202020204" pitchFamily="34" charset="0"/>
          <a:ea typeface="Arial" panose="020B0604020202020204" pitchFamily="34" charset="0"/>
          <a:cs typeface="Arial" panose="020B0604020202020204" pitchFamily="34" charset="0"/>
          <a:sym typeface="Avenir Book"/>
        </a:defRPr>
      </a:lvl5pPr>
      <a:lvl6pPr marL="2502130" marR="0" indent="-216530" algn="l" defTabSz="914240" eaLnBrk="1" latinLnBrk="0" hangingPunct="1">
        <a:lnSpc>
          <a:spcPct val="90000"/>
        </a:lnSpc>
        <a:spcBef>
          <a:spcPts val="1000"/>
        </a:spcBef>
        <a:spcAft>
          <a:spcPts val="0"/>
        </a:spcAft>
        <a:buClrTx/>
        <a:buSzPct val="100000"/>
        <a:buFont typeface="Arial"/>
        <a:buChar char="•"/>
        <a:tabLst/>
        <a:defRPr sz="1800" b="0" i="0" u="none" strike="noStrike" cap="none" spc="0" baseline="0">
          <a:solidFill>
            <a:srgbClr val="50626A"/>
          </a:solidFill>
          <a:uFillTx/>
          <a:latin typeface="Avenir Book"/>
          <a:ea typeface="Avenir Book"/>
          <a:cs typeface="Avenir Book"/>
          <a:sym typeface="Avenir Book"/>
        </a:defRPr>
      </a:lvl6pPr>
      <a:lvl7pPr marL="2959250" marR="0" indent="-216530" algn="l" defTabSz="914240" eaLnBrk="1" latinLnBrk="0" hangingPunct="1">
        <a:lnSpc>
          <a:spcPct val="90000"/>
        </a:lnSpc>
        <a:spcBef>
          <a:spcPts val="1000"/>
        </a:spcBef>
        <a:spcAft>
          <a:spcPts val="0"/>
        </a:spcAft>
        <a:buClrTx/>
        <a:buSzPct val="100000"/>
        <a:buFont typeface="Arial"/>
        <a:buChar char="•"/>
        <a:tabLst/>
        <a:defRPr sz="1800" b="0" i="0" u="none" strike="noStrike" cap="none" spc="0" baseline="0">
          <a:solidFill>
            <a:srgbClr val="50626A"/>
          </a:solidFill>
          <a:uFillTx/>
          <a:latin typeface="Avenir Book"/>
          <a:ea typeface="Avenir Book"/>
          <a:cs typeface="Avenir Book"/>
          <a:sym typeface="Avenir Book"/>
        </a:defRPr>
      </a:lvl7pPr>
      <a:lvl8pPr marL="3416370" marR="0" indent="-216530" algn="l" defTabSz="914240" eaLnBrk="1" latinLnBrk="0" hangingPunct="1">
        <a:lnSpc>
          <a:spcPct val="90000"/>
        </a:lnSpc>
        <a:spcBef>
          <a:spcPts val="1000"/>
        </a:spcBef>
        <a:spcAft>
          <a:spcPts val="0"/>
        </a:spcAft>
        <a:buClrTx/>
        <a:buSzPct val="100000"/>
        <a:buFont typeface="Arial"/>
        <a:buChar char="•"/>
        <a:tabLst/>
        <a:defRPr sz="1800" b="0" i="0" u="none" strike="noStrike" cap="none" spc="0" baseline="0">
          <a:solidFill>
            <a:srgbClr val="50626A"/>
          </a:solidFill>
          <a:uFillTx/>
          <a:latin typeface="Avenir Book"/>
          <a:ea typeface="Avenir Book"/>
          <a:cs typeface="Avenir Book"/>
          <a:sym typeface="Avenir Book"/>
        </a:defRPr>
      </a:lvl8pPr>
      <a:lvl9pPr marL="3873490" marR="0" indent="-216530" algn="l" defTabSz="914240" eaLnBrk="1" latinLnBrk="0" hangingPunct="1">
        <a:lnSpc>
          <a:spcPct val="90000"/>
        </a:lnSpc>
        <a:spcBef>
          <a:spcPts val="1000"/>
        </a:spcBef>
        <a:spcAft>
          <a:spcPts val="0"/>
        </a:spcAft>
        <a:buClrTx/>
        <a:buSzPct val="100000"/>
        <a:buFont typeface="Arial"/>
        <a:buChar char="•"/>
        <a:tabLst/>
        <a:defRPr sz="1800" b="0" i="0" u="none" strike="noStrike" cap="none" spc="0" baseline="0">
          <a:solidFill>
            <a:srgbClr val="50626A"/>
          </a:solidFill>
          <a:uFillTx/>
          <a:latin typeface="Avenir Book"/>
          <a:ea typeface="Avenir Book"/>
          <a:cs typeface="Avenir Book"/>
          <a:sym typeface="Avenir Book"/>
        </a:defRPr>
      </a:lvl9pPr>
    </p:bodyStyle>
    <p:otherStyle>
      <a:lvl1pPr marL="0" marR="0" indent="0" algn="ctr" defTabSz="914400" eaLnBrk="1" latinLnBrk="0" hangingPunct="1">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Montserrat Regular"/>
        </a:defRPr>
      </a:lvl1pPr>
      <a:lvl2pPr marL="0" marR="0" indent="457200" algn="ctr" defTabSz="914400" eaLnBrk="1" latinLnBrk="0" hangingPunct="1">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Montserrat Regular"/>
        </a:defRPr>
      </a:lvl2pPr>
      <a:lvl3pPr marL="0" marR="0" indent="914400" algn="ctr" defTabSz="914400" eaLnBrk="1" latinLnBrk="0" hangingPunct="1">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Montserrat Regular"/>
        </a:defRPr>
      </a:lvl3pPr>
      <a:lvl4pPr marL="0" marR="0" indent="1371600" algn="ctr" defTabSz="914400" eaLnBrk="1" latinLnBrk="0" hangingPunct="1">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Montserrat Regular"/>
        </a:defRPr>
      </a:lvl4pPr>
      <a:lvl5pPr marL="0" marR="0" indent="1828800" algn="ctr" defTabSz="914400" eaLnBrk="1" latinLnBrk="0" hangingPunct="1">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Montserrat Regular"/>
        </a:defRPr>
      </a:lvl5pPr>
      <a:lvl6pPr marL="0" marR="0" indent="2286000" algn="ctr" defTabSz="914400" eaLnBrk="1" latinLnBrk="0" hangingPunct="1">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Montserrat Regular"/>
        </a:defRPr>
      </a:lvl6pPr>
      <a:lvl7pPr marL="0" marR="0" indent="2743200" algn="ctr" defTabSz="914400" eaLnBrk="1" latinLnBrk="0" hangingPunct="1">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Montserrat Regular"/>
        </a:defRPr>
      </a:lvl7pPr>
      <a:lvl8pPr marL="0" marR="0" indent="3200400" algn="ctr" defTabSz="914400" eaLnBrk="1" latinLnBrk="0" hangingPunct="1">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Montserrat Regular"/>
        </a:defRPr>
      </a:lvl8pPr>
      <a:lvl9pPr marL="0" marR="0" indent="3657600" algn="ctr" defTabSz="914400" eaLnBrk="1" latinLnBrk="0" hangingPunct="1">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Montserrat Regular"/>
        </a:defRPr>
      </a:lvl9pPr>
    </p:otherStyle>
  </p:txStyles>
  <p:extLst>
    <p:ext uri="{27BBF7A9-308A-43DC-89C8-2F10F3537804}">
      <p15:sldGuideLst xmlns:p15="http://schemas.microsoft.com/office/powerpoint/2012/main">
        <p15:guide id="1" orient="horz" pos="432">
          <p15:clr>
            <a:srgbClr val="F26B43"/>
          </p15:clr>
        </p15:guide>
        <p15:guide id="2" orient="horz" pos="35">
          <p15:clr>
            <a:srgbClr val="F26B43"/>
          </p15:clr>
        </p15:guide>
        <p15:guide id="3" pos="168">
          <p15:clr>
            <a:srgbClr val="F26B43"/>
          </p15:clr>
        </p15:guide>
        <p15:guide id="4" pos="7512">
          <p15:clr>
            <a:srgbClr val="F26B43"/>
          </p15:clr>
        </p15:guide>
        <p15:guide id="9" orient="horz" pos="4173">
          <p15:clr>
            <a:srgbClr val="F26B43"/>
          </p15:clr>
        </p15:guide>
        <p15:guide id="10" pos="240">
          <p15:clr>
            <a:srgbClr val="F26B43"/>
          </p15:clr>
        </p15:guide>
        <p15:guide id="11" pos="7440">
          <p15:clr>
            <a:srgbClr val="F26B43"/>
          </p15:clr>
        </p15:guide>
        <p15:guide id="12" orient="horz" pos="720">
          <p15:clr>
            <a:srgbClr val="F26B43"/>
          </p15:clr>
        </p15:guide>
        <p15:guide id="13" orient="horz" pos="3912">
          <p15:clr>
            <a:srgbClr val="F26B43"/>
          </p15:clr>
        </p15:guide>
        <p15:guide id="14" pos="3840">
          <p15:clr>
            <a:srgbClr val="F26B43"/>
          </p15:clr>
        </p15:guide>
        <p15:guide id="15" pos="3888">
          <p15:clr>
            <a:srgbClr val="F26B43"/>
          </p15:clr>
        </p15:guide>
        <p15:guide id="16" pos="3792">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A198C5A6-80F1-F935-B793-3621C4BE4999}"/>
              </a:ext>
            </a:extLst>
          </p:cNvPr>
          <p:cNvGraphicFramePr>
            <a:graphicFrameLocks noChangeAspect="1"/>
          </p:cNvGraphicFramePr>
          <p:nvPr userDrawn="1">
            <p:custDataLst>
              <p:tags r:id="rId11"/>
            </p:custDataLst>
            <p:extLst>
              <p:ext uri="{D42A27DB-BD31-4B8C-83A1-F6EECF244321}">
                <p14:modId xmlns:p14="http://schemas.microsoft.com/office/powerpoint/2010/main" val="149211848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スライド" r:id="rId12" imgW="639" imgH="639" progId="TCLayout.ActiveDocument.1">
                  <p:embed/>
                </p:oleObj>
              </mc:Choice>
              <mc:Fallback>
                <p:oleObj name="think-cell スライド" r:id="rId12" imgW="639" imgH="639" progId="TCLayout.ActiveDocument.1">
                  <p:embed/>
                  <p:pic>
                    <p:nvPicPr>
                      <p:cNvPr id="3" name="think-cell data - do not delete" hidden="1">
                        <a:extLst>
                          <a:ext uri="{FF2B5EF4-FFF2-40B4-BE49-F238E27FC236}">
                            <a16:creationId xmlns:a16="http://schemas.microsoft.com/office/drawing/2014/main" id="{A198C5A6-80F1-F935-B793-3621C4BE4999}"/>
                          </a:ext>
                        </a:extLst>
                      </p:cNvPr>
                      <p:cNvPicPr/>
                      <p:nvPr/>
                    </p:nvPicPr>
                    <p:blipFill>
                      <a:blip r:embed="rId13"/>
                      <a:stretch>
                        <a:fillRect/>
                      </a:stretch>
                    </p:blipFill>
                    <p:spPr>
                      <a:xfrm>
                        <a:off x="1588" y="1588"/>
                        <a:ext cx="1588" cy="1588"/>
                      </a:xfrm>
                      <a:prstGeom prst="rect">
                        <a:avLst/>
                      </a:prstGeom>
                    </p:spPr>
                  </p:pic>
                </p:oleObj>
              </mc:Fallback>
            </mc:AlternateContent>
          </a:graphicData>
        </a:graphic>
      </p:graphicFrame>
      <p:pic>
        <p:nvPicPr>
          <p:cNvPr id="4" name="Graphic 3">
            <a:extLst>
              <a:ext uri="{FF2B5EF4-FFF2-40B4-BE49-F238E27FC236}">
                <a16:creationId xmlns:a16="http://schemas.microsoft.com/office/drawing/2014/main" id="{0A9E4256-DD49-0127-DBDC-BD78388E14D7}"/>
              </a:ext>
            </a:extLst>
          </p:cNvPr>
          <p:cNvPicPr>
            <a:picLocks noChangeAspect="1"/>
          </p:cNvPicPr>
          <p:nvPr userDrawn="1"/>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0806884" y="6082764"/>
            <a:ext cx="1082711" cy="721808"/>
          </a:xfrm>
          <a:prstGeom prst="rect">
            <a:avLst/>
          </a:prstGeom>
        </p:spPr>
      </p:pic>
      <p:sp>
        <p:nvSpPr>
          <p:cNvPr id="21" name="Title Text"/>
          <p:cNvSpPr txBox="1">
            <a:spLocks noGrp="1"/>
          </p:cNvSpPr>
          <p:nvPr>
            <p:ph type="title"/>
          </p:nvPr>
        </p:nvSpPr>
        <p:spPr>
          <a:xfrm>
            <a:off x="272233" y="336263"/>
            <a:ext cx="11536220" cy="808138"/>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91440" rIns="45719" anchor="t">
            <a:noAutofit/>
          </a:bodyPr>
          <a:lstStyle/>
          <a:p>
            <a:r>
              <a:t>Title Text</a:t>
            </a:r>
          </a:p>
        </p:txBody>
      </p:sp>
      <p:sp>
        <p:nvSpPr>
          <p:cNvPr id="22" name="Body Level One…"/>
          <p:cNvSpPr txBox="1">
            <a:spLocks noGrp="1"/>
          </p:cNvSpPr>
          <p:nvPr>
            <p:ph type="body" idx="1"/>
          </p:nvPr>
        </p:nvSpPr>
        <p:spPr>
          <a:xfrm>
            <a:off x="347472" y="1310480"/>
            <a:ext cx="10515601" cy="4351339"/>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45720" rIns="45719">
            <a:noAutofit/>
          </a:bodyPr>
          <a:lstStyle/>
          <a:p>
            <a:r>
              <a:t>Body Level One</a:t>
            </a:r>
          </a:p>
          <a:p>
            <a:pPr lvl="1"/>
            <a:r>
              <a:t>Body Level Two</a:t>
            </a:r>
          </a:p>
          <a:p>
            <a:pPr lvl="2"/>
            <a:r>
              <a:t>Body Level Three</a:t>
            </a:r>
          </a:p>
          <a:p>
            <a:pPr lvl="3"/>
            <a:r>
              <a:t>Body Level Four</a:t>
            </a:r>
          </a:p>
          <a:p>
            <a:pPr lvl="4"/>
            <a:r>
              <a:t>Body Level Five</a:t>
            </a:r>
          </a:p>
        </p:txBody>
      </p:sp>
      <p:sp>
        <p:nvSpPr>
          <p:cNvPr id="28" name="Slide Number Placeholder 27">
            <a:extLst>
              <a:ext uri="{FF2B5EF4-FFF2-40B4-BE49-F238E27FC236}">
                <a16:creationId xmlns:a16="http://schemas.microsoft.com/office/drawing/2014/main" id="{9DD666D0-CF25-4F2F-AA97-3C4F166D9537}"/>
              </a:ext>
            </a:extLst>
          </p:cNvPr>
          <p:cNvSpPr>
            <a:spLocks noGrp="1"/>
          </p:cNvSpPr>
          <p:nvPr>
            <p:ph type="sldNum" sz="quarter" idx="4"/>
          </p:nvPr>
        </p:nvSpPr>
        <p:spPr>
          <a:xfrm>
            <a:off x="296055" y="6412748"/>
            <a:ext cx="426564" cy="365125"/>
          </a:xfrm>
          <a:prstGeom prst="rect">
            <a:avLst/>
          </a:prstGeom>
        </p:spPr>
        <p:txBody>
          <a:bodyPr vert="horz" lIns="91440" tIns="45720" rIns="91440" bIns="45720" rtlCol="0" anchor="ctr"/>
          <a:lstStyle>
            <a:lvl1pPr algn="l">
              <a:defRPr sz="900">
                <a:solidFill>
                  <a:schemeClr val="bg1">
                    <a:lumMod val="50000"/>
                  </a:schemeClr>
                </a:solidFill>
              </a:defRPr>
            </a:lvl1pPr>
          </a:lstStyle>
          <a:p>
            <a:fld id="{2B143D1D-9801-49CA-88C0-178C03B6937F}" type="slidenum">
              <a:rPr lang="en-US" smtClean="0"/>
              <a:t>‹#›</a:t>
            </a:fld>
            <a:endParaRPr lang="en-US"/>
          </a:p>
        </p:txBody>
      </p:sp>
      <p:sp>
        <p:nvSpPr>
          <p:cNvPr id="6" name="Footer Placeholder 5">
            <a:extLst>
              <a:ext uri="{FF2B5EF4-FFF2-40B4-BE49-F238E27FC236}">
                <a16:creationId xmlns:a16="http://schemas.microsoft.com/office/drawing/2014/main" id="{C3EDE3A7-E046-2B16-B5A2-4C20BB2AB90E}"/>
              </a:ext>
            </a:extLst>
          </p:cNvPr>
          <p:cNvSpPr>
            <a:spLocks noGrp="1"/>
          </p:cNvSpPr>
          <p:nvPr>
            <p:ph type="ftr" sz="quarter" idx="3"/>
          </p:nvPr>
        </p:nvSpPr>
        <p:spPr>
          <a:xfrm>
            <a:off x="640080" y="6479007"/>
            <a:ext cx="5455920" cy="230832"/>
          </a:xfrm>
          <a:prstGeom prst="rect">
            <a:avLst/>
          </a:prstGeom>
        </p:spPr>
        <p:txBody>
          <a:bodyPr wrap="square">
            <a:noAutofit/>
          </a:bodyPr>
          <a:lstStyle>
            <a:lvl1pPr>
              <a:defRPr lang="en-US" sz="900" b="0" i="0">
                <a:solidFill>
                  <a:schemeClr val="tx1">
                    <a:lumMod val="50000"/>
                    <a:lumOff val="50000"/>
                  </a:schemeClr>
                </a:solidFill>
                <a:latin typeface="Arial" panose="020B0604020202020204" pitchFamily="34" charset="0"/>
              </a:defRPr>
            </a:lvl1pPr>
          </a:lstStyle>
          <a:p>
            <a:endParaRPr lang="en-US"/>
          </a:p>
        </p:txBody>
      </p:sp>
      <p:pic>
        <p:nvPicPr>
          <p:cNvPr id="2" name="図 1">
            <a:extLst>
              <a:ext uri="{FF2B5EF4-FFF2-40B4-BE49-F238E27FC236}">
                <a16:creationId xmlns:a16="http://schemas.microsoft.com/office/drawing/2014/main" id="{D29333D6-D320-D6BF-F784-C7ABDAFE0ED8}"/>
              </a:ext>
            </a:extLst>
          </p:cNvPr>
          <p:cNvPicPr>
            <a:picLocks noChangeAspect="1"/>
          </p:cNvPicPr>
          <p:nvPr userDrawn="1"/>
        </p:nvPicPr>
        <p:blipFill rotWithShape="1">
          <a:blip r:embed="rId16"/>
          <a:srcRect l="26256" r="22363"/>
          <a:stretch/>
        </p:blipFill>
        <p:spPr>
          <a:xfrm>
            <a:off x="10114059" y="6090715"/>
            <a:ext cx="749014" cy="721808"/>
          </a:xfrm>
          <a:prstGeom prst="rect">
            <a:avLst/>
          </a:prstGeom>
        </p:spPr>
      </p:pic>
    </p:spTree>
    <p:extLst>
      <p:ext uri="{BB962C8B-B14F-4D97-AF65-F5344CB8AC3E}">
        <p14:creationId xmlns:p14="http://schemas.microsoft.com/office/powerpoint/2010/main" val="1955609099"/>
      </p:ext>
    </p:extLst>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730" r:id="rId9"/>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txStyles>
    <p:titleStyle>
      <a:lvl1pPr marL="0" marR="0" indent="0" algn="l" defTabSz="914240" eaLnBrk="1" latinLnBrk="0" hangingPunct="1">
        <a:lnSpc>
          <a:spcPct val="95000"/>
        </a:lnSpc>
        <a:spcBef>
          <a:spcPts val="0"/>
        </a:spcBef>
        <a:spcAft>
          <a:spcPts val="0"/>
        </a:spcAft>
        <a:buClrTx/>
        <a:buSzTx/>
        <a:buFontTx/>
        <a:buNone/>
        <a:tabLst/>
        <a:defRPr sz="2600" b="1" i="0" u="none" strike="noStrike" cap="none" spc="0" baseline="0">
          <a:solidFill>
            <a:schemeClr val="accent4"/>
          </a:solidFill>
          <a:uFillTx/>
          <a:latin typeface="+mj-lt"/>
          <a:ea typeface="Arial" panose="020B0604020202020204" pitchFamily="34" charset="0"/>
          <a:cs typeface="Arial" panose="020B0604020202020204" pitchFamily="34" charset="0"/>
          <a:sym typeface="Avenir Black"/>
        </a:defRPr>
      </a:lvl1pPr>
      <a:lvl2pPr marL="0" marR="0" indent="0" algn="l" defTabSz="914240" eaLnBrk="1" latinLnBrk="0" hangingPunct="1">
        <a:lnSpc>
          <a:spcPct val="80000"/>
        </a:lnSpc>
        <a:spcBef>
          <a:spcPts val="0"/>
        </a:spcBef>
        <a:spcAft>
          <a:spcPts val="0"/>
        </a:spcAft>
        <a:buClrTx/>
        <a:buSzTx/>
        <a:buFontTx/>
        <a:buNone/>
        <a:tabLst/>
        <a:defRPr sz="2600" b="0" i="0" u="none" strike="noStrike" cap="none" spc="0" baseline="0">
          <a:solidFill>
            <a:schemeClr val="accent1"/>
          </a:solidFill>
          <a:uFillTx/>
          <a:latin typeface="Avenir Black"/>
          <a:ea typeface="Avenir Black"/>
          <a:cs typeface="Avenir Black"/>
          <a:sym typeface="Avenir Black"/>
        </a:defRPr>
      </a:lvl2pPr>
      <a:lvl3pPr marL="0" marR="0" indent="0" algn="l" defTabSz="914240" eaLnBrk="1" latinLnBrk="0" hangingPunct="1">
        <a:lnSpc>
          <a:spcPct val="80000"/>
        </a:lnSpc>
        <a:spcBef>
          <a:spcPts val="0"/>
        </a:spcBef>
        <a:spcAft>
          <a:spcPts val="0"/>
        </a:spcAft>
        <a:buClrTx/>
        <a:buSzTx/>
        <a:buFontTx/>
        <a:buNone/>
        <a:tabLst/>
        <a:defRPr sz="2600" b="0" i="0" u="none" strike="noStrike" cap="none" spc="0" baseline="0">
          <a:solidFill>
            <a:schemeClr val="accent1"/>
          </a:solidFill>
          <a:uFillTx/>
          <a:latin typeface="Avenir Black"/>
          <a:ea typeface="Avenir Black"/>
          <a:cs typeface="Avenir Black"/>
          <a:sym typeface="Avenir Black"/>
        </a:defRPr>
      </a:lvl3pPr>
      <a:lvl4pPr marL="0" marR="0" indent="0" algn="l" defTabSz="914240" eaLnBrk="1" latinLnBrk="0" hangingPunct="1">
        <a:lnSpc>
          <a:spcPct val="80000"/>
        </a:lnSpc>
        <a:spcBef>
          <a:spcPts val="0"/>
        </a:spcBef>
        <a:spcAft>
          <a:spcPts val="0"/>
        </a:spcAft>
        <a:buClrTx/>
        <a:buSzTx/>
        <a:buFontTx/>
        <a:buNone/>
        <a:tabLst/>
        <a:defRPr sz="2600" b="0" i="0" u="none" strike="noStrike" cap="none" spc="0" baseline="0">
          <a:solidFill>
            <a:schemeClr val="accent1"/>
          </a:solidFill>
          <a:uFillTx/>
          <a:latin typeface="Avenir Black"/>
          <a:ea typeface="Avenir Black"/>
          <a:cs typeface="Avenir Black"/>
          <a:sym typeface="Avenir Black"/>
        </a:defRPr>
      </a:lvl4pPr>
      <a:lvl5pPr marL="0" marR="0" indent="0" algn="l" defTabSz="914240" eaLnBrk="1" latinLnBrk="0" hangingPunct="1">
        <a:lnSpc>
          <a:spcPct val="80000"/>
        </a:lnSpc>
        <a:spcBef>
          <a:spcPts val="0"/>
        </a:spcBef>
        <a:spcAft>
          <a:spcPts val="0"/>
        </a:spcAft>
        <a:buClrTx/>
        <a:buSzTx/>
        <a:buFontTx/>
        <a:buNone/>
        <a:tabLst/>
        <a:defRPr sz="2600" b="0" i="0" u="none" strike="noStrike" cap="none" spc="0" baseline="0">
          <a:solidFill>
            <a:schemeClr val="accent1"/>
          </a:solidFill>
          <a:uFillTx/>
          <a:latin typeface="Avenir Black"/>
          <a:ea typeface="Avenir Black"/>
          <a:cs typeface="Avenir Black"/>
          <a:sym typeface="Avenir Black"/>
        </a:defRPr>
      </a:lvl5pPr>
      <a:lvl6pPr marL="0" marR="0" indent="0" algn="l" defTabSz="914240" eaLnBrk="1" latinLnBrk="0" hangingPunct="1">
        <a:lnSpc>
          <a:spcPct val="80000"/>
        </a:lnSpc>
        <a:spcBef>
          <a:spcPts val="0"/>
        </a:spcBef>
        <a:spcAft>
          <a:spcPts val="0"/>
        </a:spcAft>
        <a:buClrTx/>
        <a:buSzTx/>
        <a:buFontTx/>
        <a:buNone/>
        <a:tabLst/>
        <a:defRPr sz="2600" b="0" i="0" u="none" strike="noStrike" cap="none" spc="0" baseline="0">
          <a:solidFill>
            <a:schemeClr val="accent1"/>
          </a:solidFill>
          <a:uFillTx/>
          <a:latin typeface="Avenir Black"/>
          <a:ea typeface="Avenir Black"/>
          <a:cs typeface="Avenir Black"/>
          <a:sym typeface="Avenir Black"/>
        </a:defRPr>
      </a:lvl6pPr>
      <a:lvl7pPr marL="0" marR="0" indent="0" algn="l" defTabSz="914240" eaLnBrk="1" latinLnBrk="0" hangingPunct="1">
        <a:lnSpc>
          <a:spcPct val="80000"/>
        </a:lnSpc>
        <a:spcBef>
          <a:spcPts val="0"/>
        </a:spcBef>
        <a:spcAft>
          <a:spcPts val="0"/>
        </a:spcAft>
        <a:buClrTx/>
        <a:buSzTx/>
        <a:buFontTx/>
        <a:buNone/>
        <a:tabLst/>
        <a:defRPr sz="2600" b="0" i="0" u="none" strike="noStrike" cap="none" spc="0" baseline="0">
          <a:solidFill>
            <a:schemeClr val="accent1"/>
          </a:solidFill>
          <a:uFillTx/>
          <a:latin typeface="Avenir Black"/>
          <a:ea typeface="Avenir Black"/>
          <a:cs typeface="Avenir Black"/>
          <a:sym typeface="Avenir Black"/>
        </a:defRPr>
      </a:lvl7pPr>
      <a:lvl8pPr marL="0" marR="0" indent="0" algn="l" defTabSz="914240" eaLnBrk="1" latinLnBrk="0" hangingPunct="1">
        <a:lnSpc>
          <a:spcPct val="80000"/>
        </a:lnSpc>
        <a:spcBef>
          <a:spcPts val="0"/>
        </a:spcBef>
        <a:spcAft>
          <a:spcPts val="0"/>
        </a:spcAft>
        <a:buClrTx/>
        <a:buSzTx/>
        <a:buFontTx/>
        <a:buNone/>
        <a:tabLst/>
        <a:defRPr sz="2600" b="0" i="0" u="none" strike="noStrike" cap="none" spc="0" baseline="0">
          <a:solidFill>
            <a:schemeClr val="accent1"/>
          </a:solidFill>
          <a:uFillTx/>
          <a:latin typeface="Avenir Black"/>
          <a:ea typeface="Avenir Black"/>
          <a:cs typeface="Avenir Black"/>
          <a:sym typeface="Avenir Black"/>
        </a:defRPr>
      </a:lvl8pPr>
      <a:lvl9pPr marL="0" marR="0" indent="0" algn="l" defTabSz="914240" eaLnBrk="1" latinLnBrk="0" hangingPunct="1">
        <a:lnSpc>
          <a:spcPct val="80000"/>
        </a:lnSpc>
        <a:spcBef>
          <a:spcPts val="0"/>
        </a:spcBef>
        <a:spcAft>
          <a:spcPts val="0"/>
        </a:spcAft>
        <a:buClrTx/>
        <a:buSzTx/>
        <a:buFontTx/>
        <a:buNone/>
        <a:tabLst/>
        <a:defRPr sz="2600" b="0" i="0" u="none" strike="noStrike" cap="none" spc="0" baseline="0">
          <a:solidFill>
            <a:schemeClr val="accent1"/>
          </a:solidFill>
          <a:uFillTx/>
          <a:latin typeface="Avenir Black"/>
          <a:ea typeface="Avenir Black"/>
          <a:cs typeface="Avenir Black"/>
          <a:sym typeface="Avenir Black"/>
        </a:defRPr>
      </a:lvl9pPr>
    </p:titleStyle>
    <p:bodyStyle>
      <a:lvl1pPr marL="228560" marR="0" indent="-228560" algn="l" defTabSz="914240" eaLnBrk="1" latinLnBrk="0" hangingPunct="1">
        <a:lnSpc>
          <a:spcPct val="90000"/>
        </a:lnSpc>
        <a:spcBef>
          <a:spcPts val="1000"/>
        </a:spcBef>
        <a:spcAft>
          <a:spcPts val="400"/>
        </a:spcAft>
        <a:buClr>
          <a:schemeClr val="accent4"/>
        </a:buClr>
        <a:buSzPct val="100000"/>
        <a:buFont typeface="Arial" panose="020B0604020202020204" pitchFamily="34" charset="0"/>
        <a:buChar char="•"/>
        <a:tabLst/>
        <a:defRPr sz="1600" b="0" i="0" u="none" strike="noStrike" cap="none" spc="0" baseline="0">
          <a:solidFill>
            <a:schemeClr val="bg2"/>
          </a:solidFill>
          <a:uFillTx/>
          <a:latin typeface="Arial" panose="020B0604020202020204" pitchFamily="34" charset="0"/>
          <a:ea typeface="Arial" panose="020B0604020202020204" pitchFamily="34" charset="0"/>
          <a:cs typeface="Arial" panose="020B0604020202020204" pitchFamily="34" charset="0"/>
          <a:sym typeface="Avenir Book"/>
        </a:defRPr>
      </a:lvl1pPr>
      <a:lvl2pPr marL="463550" marR="0" indent="-165100" algn="l" defTabSz="914240" eaLnBrk="1" latinLnBrk="0" hangingPunct="1">
        <a:lnSpc>
          <a:spcPct val="90000"/>
        </a:lnSpc>
        <a:spcBef>
          <a:spcPts val="400"/>
        </a:spcBef>
        <a:spcAft>
          <a:spcPts val="400"/>
        </a:spcAft>
        <a:buClr>
          <a:schemeClr val="accent4"/>
        </a:buClr>
        <a:buSzPct val="100000"/>
        <a:buFont typeface="System Font Regular"/>
        <a:buChar char="–"/>
        <a:tabLst/>
        <a:defRPr sz="1400" b="0" i="0" u="none" strike="noStrike" cap="none" spc="0" baseline="0">
          <a:solidFill>
            <a:schemeClr val="bg2"/>
          </a:solidFill>
          <a:uFillTx/>
          <a:latin typeface="Arial" panose="020B0604020202020204" pitchFamily="34" charset="0"/>
          <a:ea typeface="Arial" panose="020B0604020202020204" pitchFamily="34" charset="0"/>
          <a:cs typeface="Arial" panose="020B0604020202020204" pitchFamily="34" charset="0"/>
          <a:sym typeface="Avenir Book"/>
        </a:defRPr>
      </a:lvl2pPr>
      <a:lvl3pPr marL="687388" marR="0" indent="-173038" algn="l" defTabSz="914240" eaLnBrk="1" latinLnBrk="0" hangingPunct="1">
        <a:lnSpc>
          <a:spcPct val="90000"/>
        </a:lnSpc>
        <a:spcBef>
          <a:spcPts val="400"/>
        </a:spcBef>
        <a:spcAft>
          <a:spcPts val="400"/>
        </a:spcAft>
        <a:buClr>
          <a:schemeClr val="accent4"/>
        </a:buClr>
        <a:buSzPct val="100000"/>
        <a:buFont typeface="Arial" panose="020B0604020202020204" pitchFamily="34" charset="0"/>
        <a:buChar char="•"/>
        <a:tabLst/>
        <a:defRPr sz="1200" b="0" i="0" u="none" strike="noStrike" cap="none" spc="0" baseline="0">
          <a:solidFill>
            <a:schemeClr val="bg2"/>
          </a:solidFill>
          <a:uFillTx/>
          <a:latin typeface="Arial" panose="020B0604020202020204" pitchFamily="34" charset="0"/>
          <a:ea typeface="Arial" panose="020B0604020202020204" pitchFamily="34" charset="0"/>
          <a:cs typeface="Arial" panose="020B0604020202020204" pitchFamily="34" charset="0"/>
          <a:sym typeface="Avenir Book"/>
        </a:defRPr>
      </a:lvl3pPr>
      <a:lvl4pPr marL="862013" marR="0" indent="-157163" algn="l" defTabSz="914240" eaLnBrk="1" latinLnBrk="0" hangingPunct="1">
        <a:lnSpc>
          <a:spcPct val="90000"/>
        </a:lnSpc>
        <a:spcBef>
          <a:spcPts val="400"/>
        </a:spcBef>
        <a:spcAft>
          <a:spcPts val="400"/>
        </a:spcAft>
        <a:buClr>
          <a:schemeClr val="accent4"/>
        </a:buClr>
        <a:buSzPct val="100000"/>
        <a:buFont typeface="System Font Regular"/>
        <a:buChar char="–"/>
        <a:tabLst/>
        <a:defRPr sz="1200" b="0" i="0" u="none" strike="noStrike" cap="none" spc="0" baseline="0">
          <a:solidFill>
            <a:schemeClr val="bg2"/>
          </a:solidFill>
          <a:uFillTx/>
          <a:latin typeface="Arial" panose="020B0604020202020204" pitchFamily="34" charset="0"/>
          <a:ea typeface="Arial" panose="020B0604020202020204" pitchFamily="34" charset="0"/>
          <a:cs typeface="Arial" panose="020B0604020202020204" pitchFamily="34" charset="0"/>
          <a:sym typeface="Avenir Book"/>
        </a:defRPr>
      </a:lvl4pPr>
      <a:lvl5pPr marL="1085850" marR="0" indent="-157163" algn="l" defTabSz="914240" eaLnBrk="1" latinLnBrk="0" hangingPunct="1">
        <a:lnSpc>
          <a:spcPct val="90000"/>
        </a:lnSpc>
        <a:spcBef>
          <a:spcPts val="400"/>
        </a:spcBef>
        <a:spcAft>
          <a:spcPts val="400"/>
        </a:spcAft>
        <a:buClr>
          <a:schemeClr val="accent4"/>
        </a:buClr>
        <a:buSzPct val="100000"/>
        <a:buFont typeface="Arial" panose="020B0604020202020204" pitchFamily="34" charset="0"/>
        <a:buChar char="•"/>
        <a:tabLst/>
        <a:defRPr sz="1200" b="0" i="0" u="none" strike="noStrike" cap="none" spc="0" baseline="0">
          <a:solidFill>
            <a:schemeClr val="bg2"/>
          </a:solidFill>
          <a:uFillTx/>
          <a:latin typeface="Arial" panose="020B0604020202020204" pitchFamily="34" charset="0"/>
          <a:ea typeface="Arial" panose="020B0604020202020204" pitchFamily="34" charset="0"/>
          <a:cs typeface="Arial" panose="020B0604020202020204" pitchFamily="34" charset="0"/>
          <a:sym typeface="Avenir Book"/>
        </a:defRPr>
      </a:lvl5pPr>
      <a:lvl6pPr marL="2502130" marR="0" indent="-216530" algn="l" defTabSz="914240" eaLnBrk="1" latinLnBrk="0" hangingPunct="1">
        <a:lnSpc>
          <a:spcPct val="90000"/>
        </a:lnSpc>
        <a:spcBef>
          <a:spcPts val="1000"/>
        </a:spcBef>
        <a:spcAft>
          <a:spcPts val="0"/>
        </a:spcAft>
        <a:buClrTx/>
        <a:buSzPct val="100000"/>
        <a:buFont typeface="Arial"/>
        <a:buChar char="•"/>
        <a:tabLst/>
        <a:defRPr sz="1800" b="0" i="0" u="none" strike="noStrike" cap="none" spc="0" baseline="0">
          <a:solidFill>
            <a:srgbClr val="50626A"/>
          </a:solidFill>
          <a:uFillTx/>
          <a:latin typeface="Avenir Book"/>
          <a:ea typeface="Avenir Book"/>
          <a:cs typeface="Avenir Book"/>
          <a:sym typeface="Avenir Book"/>
        </a:defRPr>
      </a:lvl6pPr>
      <a:lvl7pPr marL="2959250" marR="0" indent="-216530" algn="l" defTabSz="914240" eaLnBrk="1" latinLnBrk="0" hangingPunct="1">
        <a:lnSpc>
          <a:spcPct val="90000"/>
        </a:lnSpc>
        <a:spcBef>
          <a:spcPts val="1000"/>
        </a:spcBef>
        <a:spcAft>
          <a:spcPts val="0"/>
        </a:spcAft>
        <a:buClrTx/>
        <a:buSzPct val="100000"/>
        <a:buFont typeface="Arial"/>
        <a:buChar char="•"/>
        <a:tabLst/>
        <a:defRPr sz="1800" b="0" i="0" u="none" strike="noStrike" cap="none" spc="0" baseline="0">
          <a:solidFill>
            <a:srgbClr val="50626A"/>
          </a:solidFill>
          <a:uFillTx/>
          <a:latin typeface="Avenir Book"/>
          <a:ea typeface="Avenir Book"/>
          <a:cs typeface="Avenir Book"/>
          <a:sym typeface="Avenir Book"/>
        </a:defRPr>
      </a:lvl7pPr>
      <a:lvl8pPr marL="3416370" marR="0" indent="-216530" algn="l" defTabSz="914240" eaLnBrk="1" latinLnBrk="0" hangingPunct="1">
        <a:lnSpc>
          <a:spcPct val="90000"/>
        </a:lnSpc>
        <a:spcBef>
          <a:spcPts val="1000"/>
        </a:spcBef>
        <a:spcAft>
          <a:spcPts val="0"/>
        </a:spcAft>
        <a:buClrTx/>
        <a:buSzPct val="100000"/>
        <a:buFont typeface="Arial"/>
        <a:buChar char="•"/>
        <a:tabLst/>
        <a:defRPr sz="1800" b="0" i="0" u="none" strike="noStrike" cap="none" spc="0" baseline="0">
          <a:solidFill>
            <a:srgbClr val="50626A"/>
          </a:solidFill>
          <a:uFillTx/>
          <a:latin typeface="Avenir Book"/>
          <a:ea typeface="Avenir Book"/>
          <a:cs typeface="Avenir Book"/>
          <a:sym typeface="Avenir Book"/>
        </a:defRPr>
      </a:lvl8pPr>
      <a:lvl9pPr marL="3873490" marR="0" indent="-216530" algn="l" defTabSz="914240" eaLnBrk="1" latinLnBrk="0" hangingPunct="1">
        <a:lnSpc>
          <a:spcPct val="90000"/>
        </a:lnSpc>
        <a:spcBef>
          <a:spcPts val="1000"/>
        </a:spcBef>
        <a:spcAft>
          <a:spcPts val="0"/>
        </a:spcAft>
        <a:buClrTx/>
        <a:buSzPct val="100000"/>
        <a:buFont typeface="Arial"/>
        <a:buChar char="•"/>
        <a:tabLst/>
        <a:defRPr sz="1800" b="0" i="0" u="none" strike="noStrike" cap="none" spc="0" baseline="0">
          <a:solidFill>
            <a:srgbClr val="50626A"/>
          </a:solidFill>
          <a:uFillTx/>
          <a:latin typeface="Avenir Book"/>
          <a:ea typeface="Avenir Book"/>
          <a:cs typeface="Avenir Book"/>
          <a:sym typeface="Avenir Book"/>
        </a:defRPr>
      </a:lvl9pPr>
    </p:bodyStyle>
    <p:otherStyle>
      <a:lvl1pPr marL="0" marR="0" indent="0" algn="ctr" defTabSz="914400" eaLnBrk="1" latinLnBrk="0" hangingPunct="1">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Montserrat Regular"/>
        </a:defRPr>
      </a:lvl1pPr>
      <a:lvl2pPr marL="0" marR="0" indent="457200" algn="ctr" defTabSz="914400" eaLnBrk="1" latinLnBrk="0" hangingPunct="1">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Montserrat Regular"/>
        </a:defRPr>
      </a:lvl2pPr>
      <a:lvl3pPr marL="0" marR="0" indent="914400" algn="ctr" defTabSz="914400" eaLnBrk="1" latinLnBrk="0" hangingPunct="1">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Montserrat Regular"/>
        </a:defRPr>
      </a:lvl3pPr>
      <a:lvl4pPr marL="0" marR="0" indent="1371600" algn="ctr" defTabSz="914400" eaLnBrk="1" latinLnBrk="0" hangingPunct="1">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Montserrat Regular"/>
        </a:defRPr>
      </a:lvl4pPr>
      <a:lvl5pPr marL="0" marR="0" indent="1828800" algn="ctr" defTabSz="914400" eaLnBrk="1" latinLnBrk="0" hangingPunct="1">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Montserrat Regular"/>
        </a:defRPr>
      </a:lvl5pPr>
      <a:lvl6pPr marL="0" marR="0" indent="2286000" algn="ctr" defTabSz="914400" eaLnBrk="1" latinLnBrk="0" hangingPunct="1">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Montserrat Regular"/>
        </a:defRPr>
      </a:lvl6pPr>
      <a:lvl7pPr marL="0" marR="0" indent="2743200" algn="ctr" defTabSz="914400" eaLnBrk="1" latinLnBrk="0" hangingPunct="1">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Montserrat Regular"/>
        </a:defRPr>
      </a:lvl7pPr>
      <a:lvl8pPr marL="0" marR="0" indent="3200400" algn="ctr" defTabSz="914400" eaLnBrk="1" latinLnBrk="0" hangingPunct="1">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Montserrat Regular"/>
        </a:defRPr>
      </a:lvl8pPr>
      <a:lvl9pPr marL="0" marR="0" indent="3657600" algn="ctr" defTabSz="914400" eaLnBrk="1" latinLnBrk="0" hangingPunct="1">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Montserrat Regular"/>
        </a:defRPr>
      </a:lvl9pPr>
    </p:otherStyle>
  </p:txStyles>
  <p:extLst>
    <p:ext uri="{27BBF7A9-308A-43DC-89C8-2F10F3537804}">
      <p15:sldGuideLst xmlns:p15="http://schemas.microsoft.com/office/powerpoint/2012/main">
        <p15:guide id="1" orient="horz" pos="432">
          <p15:clr>
            <a:srgbClr val="F26B43"/>
          </p15:clr>
        </p15:guide>
        <p15:guide id="2" orient="horz" pos="35">
          <p15:clr>
            <a:srgbClr val="F26B43"/>
          </p15:clr>
        </p15:guide>
        <p15:guide id="3" pos="168">
          <p15:clr>
            <a:srgbClr val="F26B43"/>
          </p15:clr>
        </p15:guide>
        <p15:guide id="4" pos="7512">
          <p15:clr>
            <a:srgbClr val="F26B43"/>
          </p15:clr>
        </p15:guide>
        <p15:guide id="9" orient="horz" pos="4173">
          <p15:clr>
            <a:srgbClr val="F26B43"/>
          </p15:clr>
        </p15:guide>
        <p15:guide id="10" pos="240">
          <p15:clr>
            <a:srgbClr val="F26B43"/>
          </p15:clr>
        </p15:guide>
        <p15:guide id="11" pos="7440">
          <p15:clr>
            <a:srgbClr val="F26B43"/>
          </p15:clr>
        </p15:guide>
        <p15:guide id="12" orient="horz" pos="720">
          <p15:clr>
            <a:srgbClr val="F26B43"/>
          </p15:clr>
        </p15:guide>
        <p15:guide id="13" orient="horz" pos="3912">
          <p15:clr>
            <a:srgbClr val="F26B43"/>
          </p15:clr>
        </p15:guide>
        <p15:guide id="14" pos="3840">
          <p15:clr>
            <a:srgbClr val="F26B43"/>
          </p15:clr>
        </p15:guide>
        <p15:guide id="15" pos="3888">
          <p15:clr>
            <a:srgbClr val="F26B43"/>
          </p15:clr>
        </p15:guide>
        <p15:guide id="16" pos="3792">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8" cstate="email">
            <a:extLst>
              <a:ext uri="{28A0092B-C50C-407E-A947-70E740481C1C}">
                <a14:useLocalDpi xmlns:a14="http://schemas.microsoft.com/office/drawing/2010/main" val="0"/>
              </a:ext>
            </a:extLst>
          </a:blip>
          <a:srcRect/>
          <a:stretch>
            <a:fillRect/>
          </a:stretch>
        </a:blipFill>
        <a:effectLst/>
      </p:bgPr>
    </p:bg>
    <p:spTree>
      <p:nvGrpSpPr>
        <p:cNvPr id="1" name=""/>
        <p:cNvGrpSpPr/>
        <p:nvPr/>
      </p:nvGrpSpPr>
      <p:grpSpPr>
        <a:xfrm>
          <a:off x="0" y="0"/>
          <a:ext cx="0" cy="0"/>
          <a:chOff x="0" y="0"/>
          <a:chExt cx="0" cy="0"/>
        </a:xfrm>
      </p:grpSpPr>
      <p:sp>
        <p:nvSpPr>
          <p:cNvPr id="300034" name="Rectangle 2"/>
          <p:cNvSpPr>
            <a:spLocks noGrp="1" noChangeArrowheads="1"/>
          </p:cNvSpPr>
          <p:nvPr>
            <p:ph type="title"/>
          </p:nvPr>
        </p:nvSpPr>
        <p:spPr bwMode="auto">
          <a:xfrm>
            <a:off x="457200" y="155448"/>
            <a:ext cx="11247120" cy="1143000"/>
          </a:xfrm>
          <a:prstGeom prst="rect">
            <a:avLst/>
          </a:prstGeom>
          <a:noFill/>
          <a:ln w="9525">
            <a:noFill/>
            <a:miter lim="800000"/>
            <a:headEnd/>
            <a:tailEnd/>
          </a:ln>
          <a:effectLst/>
        </p:spPr>
        <p:txBody>
          <a:bodyPr vert="horz" wrap="square" lIns="0" tIns="0" rIns="0" bIns="0" numCol="1" anchor="ctr" anchorCtr="0" compatLnSpc="1">
            <a:prstTxWarp prst="textNoShape">
              <a:avLst/>
            </a:prstTxWarp>
          </a:bodyPr>
          <a:lstStyle/>
          <a:p>
            <a:pPr lvl="0"/>
            <a:r>
              <a:rPr lang="en-GB"/>
              <a:t>Click to edit Master title style</a:t>
            </a:r>
          </a:p>
        </p:txBody>
      </p:sp>
      <p:sp>
        <p:nvSpPr>
          <p:cNvPr id="14339" name="Rectangle 3"/>
          <p:cNvSpPr>
            <a:spLocks noGrp="1" noChangeArrowheads="1"/>
          </p:cNvSpPr>
          <p:nvPr>
            <p:ph type="body" idx="1"/>
          </p:nvPr>
        </p:nvSpPr>
        <p:spPr bwMode="auto">
          <a:xfrm>
            <a:off x="457200" y="1488948"/>
            <a:ext cx="11247120" cy="4797552"/>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pic>
        <p:nvPicPr>
          <p:cNvPr id="5" name="Picture 4" descr="RTPlogo_SmallnoRP_White.png">
            <a:extLst>
              <a:ext uri="{FF2B5EF4-FFF2-40B4-BE49-F238E27FC236}">
                <a16:creationId xmlns:a16="http://schemas.microsoft.com/office/drawing/2014/main" id="{0BD980E9-A4E1-3A41-9D60-2E45E51DB269}"/>
              </a:ext>
            </a:extLst>
          </p:cNvPr>
          <p:cNvPicPr>
            <a:picLocks noChangeAspect="1"/>
          </p:cNvPicPr>
          <p:nvPr userDrawn="1"/>
        </p:nvPicPr>
        <p:blipFill>
          <a:blip r:embed="rId9" cstate="screen">
            <a:extLst>
              <a:ext uri="{28A0092B-C50C-407E-A947-70E740481C1C}">
                <a14:useLocalDpi xmlns:a14="http://schemas.microsoft.com/office/drawing/2010/main"/>
              </a:ext>
            </a:extLst>
          </a:blip>
          <a:srcRect/>
          <a:stretch>
            <a:fillRect/>
          </a:stretch>
        </p:blipFill>
        <p:spPr bwMode="auto">
          <a:xfrm>
            <a:off x="10853333" y="141323"/>
            <a:ext cx="121285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29751605"/>
      </p:ext>
    </p:extLst>
  </p:cSld>
  <p:clrMap bg1="dk2" tx1="lt1" bg2="dk1" tx2="lt2" accent1="accent1" accent2="accent2" accent3="accent3" accent4="accent4" accent5="accent5" accent6="accent6" hlink="hlink" folHlink="folHlink"/>
  <p:sldLayoutIdLst>
    <p:sldLayoutId id="2147483698" r:id="rId1"/>
    <p:sldLayoutId id="2147483699" r:id="rId2"/>
    <p:sldLayoutId id="2147483700" r:id="rId3"/>
    <p:sldLayoutId id="2147483701" r:id="rId4"/>
    <p:sldLayoutId id="2147483702" r:id="rId5"/>
    <p:sldLayoutId id="2147483703" r:id="rId6"/>
  </p:sldLayoutIdLst>
  <p:transition spd="med">
    <p:wipe dir="r"/>
  </p:transition>
  <p:hf sldNum="0" hdr="0" ftr="0" dt="0"/>
  <p:txStyles>
    <p:titleStyle>
      <a:lvl1pPr algn="l" rtl="0" eaLnBrk="0" fontAlgn="base" hangingPunct="0">
        <a:spcBef>
          <a:spcPct val="0"/>
        </a:spcBef>
        <a:spcAft>
          <a:spcPct val="0"/>
        </a:spcAft>
        <a:defRPr sz="2400" b="1">
          <a:solidFill>
            <a:schemeClr val="tx2"/>
          </a:solidFill>
          <a:effectLst/>
          <a:latin typeface="Arial"/>
          <a:ea typeface="ＭＳ Ｐゴシック" pitchFamily="96" charset="-128"/>
          <a:cs typeface="MS PGothic" pitchFamily="34" charset="-128"/>
        </a:defRPr>
      </a:lvl1pPr>
      <a:lvl2pPr algn="ctr" rtl="0" eaLnBrk="0" fontAlgn="base" hangingPunct="0">
        <a:spcBef>
          <a:spcPct val="0"/>
        </a:spcBef>
        <a:spcAft>
          <a:spcPct val="0"/>
        </a:spcAft>
        <a:defRPr sz="2400" b="1">
          <a:solidFill>
            <a:schemeClr val="tx2"/>
          </a:solidFill>
          <a:effectLst>
            <a:outerShdw blurRad="38100" dist="38100" dir="2700000" algn="tl">
              <a:srgbClr val="000000"/>
            </a:outerShdw>
          </a:effectLst>
          <a:latin typeface="Verdana" pitchFamily="1" charset="0"/>
          <a:ea typeface="ＭＳ Ｐゴシック" pitchFamily="96" charset="-128"/>
          <a:cs typeface="MS PGothic" pitchFamily="34" charset="-128"/>
        </a:defRPr>
      </a:lvl2pPr>
      <a:lvl3pPr algn="ctr" rtl="0" eaLnBrk="0" fontAlgn="base" hangingPunct="0">
        <a:spcBef>
          <a:spcPct val="0"/>
        </a:spcBef>
        <a:spcAft>
          <a:spcPct val="0"/>
        </a:spcAft>
        <a:defRPr sz="2400" b="1">
          <a:solidFill>
            <a:schemeClr val="tx2"/>
          </a:solidFill>
          <a:effectLst>
            <a:outerShdw blurRad="38100" dist="38100" dir="2700000" algn="tl">
              <a:srgbClr val="000000"/>
            </a:outerShdw>
          </a:effectLst>
          <a:latin typeface="Verdana" pitchFamily="1" charset="0"/>
          <a:ea typeface="ＭＳ Ｐゴシック" pitchFamily="96" charset="-128"/>
          <a:cs typeface="MS PGothic" pitchFamily="34" charset="-128"/>
        </a:defRPr>
      </a:lvl3pPr>
      <a:lvl4pPr algn="ctr" rtl="0" eaLnBrk="0" fontAlgn="base" hangingPunct="0">
        <a:spcBef>
          <a:spcPct val="0"/>
        </a:spcBef>
        <a:spcAft>
          <a:spcPct val="0"/>
        </a:spcAft>
        <a:defRPr sz="2400" b="1">
          <a:solidFill>
            <a:schemeClr val="tx2"/>
          </a:solidFill>
          <a:effectLst>
            <a:outerShdw blurRad="38100" dist="38100" dir="2700000" algn="tl">
              <a:srgbClr val="000000"/>
            </a:outerShdw>
          </a:effectLst>
          <a:latin typeface="Verdana" pitchFamily="1" charset="0"/>
          <a:ea typeface="ＭＳ Ｐゴシック" pitchFamily="96" charset="-128"/>
          <a:cs typeface="MS PGothic" pitchFamily="34" charset="-128"/>
        </a:defRPr>
      </a:lvl4pPr>
      <a:lvl5pPr algn="ctr" rtl="0" eaLnBrk="0" fontAlgn="base" hangingPunct="0">
        <a:spcBef>
          <a:spcPct val="0"/>
        </a:spcBef>
        <a:spcAft>
          <a:spcPct val="0"/>
        </a:spcAft>
        <a:defRPr sz="2400" b="1">
          <a:solidFill>
            <a:schemeClr val="tx2"/>
          </a:solidFill>
          <a:effectLst>
            <a:outerShdw blurRad="38100" dist="38100" dir="2700000" algn="tl">
              <a:srgbClr val="000000"/>
            </a:outerShdw>
          </a:effectLst>
          <a:latin typeface="Verdana" pitchFamily="1" charset="0"/>
          <a:ea typeface="ＭＳ Ｐゴシック" pitchFamily="96" charset="-128"/>
          <a:cs typeface="MS PGothic" pitchFamily="34" charset="-128"/>
        </a:defRPr>
      </a:lvl5pPr>
      <a:lvl6pPr marL="456079" algn="ctr" rtl="0" eaLnBrk="0" fontAlgn="base" hangingPunct="0">
        <a:spcBef>
          <a:spcPct val="0"/>
        </a:spcBef>
        <a:spcAft>
          <a:spcPct val="0"/>
        </a:spcAft>
        <a:defRPr sz="2800" b="1">
          <a:solidFill>
            <a:schemeClr val="tx2"/>
          </a:solidFill>
          <a:effectLst>
            <a:outerShdw blurRad="38100" dist="38100" dir="2700000" algn="tl">
              <a:srgbClr val="000000"/>
            </a:outerShdw>
          </a:effectLst>
          <a:latin typeface="Verdana" pitchFamily="1" charset="0"/>
        </a:defRPr>
      </a:lvl6pPr>
      <a:lvl7pPr marL="912157" algn="ctr" rtl="0" eaLnBrk="0" fontAlgn="base" hangingPunct="0">
        <a:spcBef>
          <a:spcPct val="0"/>
        </a:spcBef>
        <a:spcAft>
          <a:spcPct val="0"/>
        </a:spcAft>
        <a:defRPr sz="2800" b="1">
          <a:solidFill>
            <a:schemeClr val="tx2"/>
          </a:solidFill>
          <a:effectLst>
            <a:outerShdw blurRad="38100" dist="38100" dir="2700000" algn="tl">
              <a:srgbClr val="000000"/>
            </a:outerShdw>
          </a:effectLst>
          <a:latin typeface="Verdana" pitchFamily="1" charset="0"/>
        </a:defRPr>
      </a:lvl7pPr>
      <a:lvl8pPr marL="1368231" algn="ctr" rtl="0" eaLnBrk="0" fontAlgn="base" hangingPunct="0">
        <a:spcBef>
          <a:spcPct val="0"/>
        </a:spcBef>
        <a:spcAft>
          <a:spcPct val="0"/>
        </a:spcAft>
        <a:defRPr sz="2800" b="1">
          <a:solidFill>
            <a:schemeClr val="tx2"/>
          </a:solidFill>
          <a:effectLst>
            <a:outerShdw blurRad="38100" dist="38100" dir="2700000" algn="tl">
              <a:srgbClr val="000000"/>
            </a:outerShdw>
          </a:effectLst>
          <a:latin typeface="Verdana" pitchFamily="1" charset="0"/>
        </a:defRPr>
      </a:lvl8pPr>
      <a:lvl9pPr marL="1824309" algn="ctr" rtl="0" eaLnBrk="0" fontAlgn="base" hangingPunct="0">
        <a:spcBef>
          <a:spcPct val="0"/>
        </a:spcBef>
        <a:spcAft>
          <a:spcPct val="0"/>
        </a:spcAft>
        <a:defRPr sz="2800" b="1">
          <a:solidFill>
            <a:schemeClr val="tx2"/>
          </a:solidFill>
          <a:effectLst>
            <a:outerShdw blurRad="38100" dist="38100" dir="2700000" algn="tl">
              <a:srgbClr val="000000"/>
            </a:outerShdw>
          </a:effectLst>
          <a:latin typeface="Verdana" pitchFamily="1" charset="0"/>
        </a:defRPr>
      </a:lvl9pPr>
    </p:titleStyle>
    <p:bodyStyle>
      <a:lvl1pPr marL="339725" indent="-339725" algn="l" rtl="0" eaLnBrk="0" fontAlgn="base" hangingPunct="0">
        <a:spcBef>
          <a:spcPct val="75000"/>
        </a:spcBef>
        <a:spcAft>
          <a:spcPct val="0"/>
        </a:spcAft>
        <a:buClr>
          <a:schemeClr val="tx1"/>
        </a:buClr>
        <a:buSzPct val="90000"/>
        <a:buFont typeface="Times" charset="0"/>
        <a:buChar char="•"/>
        <a:defRPr sz="2000">
          <a:solidFill>
            <a:schemeClr val="tx1"/>
          </a:solidFill>
          <a:effectLst/>
          <a:latin typeface="Arial"/>
          <a:ea typeface="ＭＳ Ｐゴシック" pitchFamily="96" charset="-128"/>
          <a:cs typeface="MS PGothic" pitchFamily="34" charset="-128"/>
        </a:defRPr>
      </a:lvl1pPr>
      <a:lvl2pPr marL="739775" indent="-282575" algn="l" rtl="0" eaLnBrk="0" fontAlgn="base" hangingPunct="0">
        <a:spcBef>
          <a:spcPct val="75000"/>
        </a:spcBef>
        <a:spcAft>
          <a:spcPct val="0"/>
        </a:spcAft>
        <a:buClr>
          <a:schemeClr val="tx1"/>
        </a:buClr>
        <a:buSzPct val="65000"/>
        <a:buFont typeface="Wingdings" pitchFamily="2" charset="2"/>
        <a:buChar char="§"/>
        <a:defRPr sz="2000">
          <a:solidFill>
            <a:schemeClr val="tx1"/>
          </a:solidFill>
          <a:effectLst/>
          <a:latin typeface="Arial"/>
          <a:ea typeface="ＭＳ Ｐゴシック" pitchFamily="96" charset="-128"/>
          <a:cs typeface="MS PGothic" charset="0"/>
        </a:defRPr>
      </a:lvl2pPr>
      <a:lvl3pPr marL="1081088" indent="-225425" algn="l" rtl="0" eaLnBrk="0" fontAlgn="base" hangingPunct="0">
        <a:spcBef>
          <a:spcPct val="75000"/>
        </a:spcBef>
        <a:spcAft>
          <a:spcPct val="0"/>
        </a:spcAft>
        <a:buClr>
          <a:schemeClr val="tx1"/>
        </a:buClr>
        <a:buSzPct val="60000"/>
        <a:buFont typeface="Times" charset="0"/>
        <a:buChar char="•"/>
        <a:defRPr sz="2000">
          <a:solidFill>
            <a:schemeClr val="tx1"/>
          </a:solidFill>
          <a:effectLst/>
          <a:latin typeface="Arial"/>
          <a:ea typeface="ＭＳ Ｐゴシック" pitchFamily="96" charset="-128"/>
          <a:cs typeface="MS PGothic" pitchFamily="34" charset="-128"/>
        </a:defRPr>
      </a:lvl3pPr>
      <a:lvl4pPr marL="1423988" indent="-225425" algn="l" rtl="0" eaLnBrk="0" fontAlgn="base" hangingPunct="0">
        <a:spcBef>
          <a:spcPct val="75000"/>
        </a:spcBef>
        <a:spcAft>
          <a:spcPct val="0"/>
        </a:spcAft>
        <a:buClr>
          <a:schemeClr val="tx1"/>
        </a:buClr>
        <a:buChar char="–"/>
        <a:defRPr sz="1800">
          <a:solidFill>
            <a:schemeClr val="tx1"/>
          </a:solidFill>
          <a:effectLst/>
          <a:latin typeface="Arial"/>
          <a:ea typeface="ＭＳ Ｐゴシック" pitchFamily="96" charset="-128"/>
          <a:cs typeface="MS PGothic" charset="0"/>
        </a:defRPr>
      </a:lvl4pPr>
      <a:lvl5pPr marL="1766888" indent="-225425" algn="l" rtl="0" eaLnBrk="0" fontAlgn="base" hangingPunct="0">
        <a:spcBef>
          <a:spcPct val="75000"/>
        </a:spcBef>
        <a:spcAft>
          <a:spcPct val="0"/>
        </a:spcAft>
        <a:buClr>
          <a:schemeClr val="tx1"/>
        </a:buClr>
        <a:buFont typeface="Verdana" pitchFamily="34" charset="0"/>
        <a:buChar char="•"/>
        <a:defRPr sz="1800">
          <a:solidFill>
            <a:schemeClr val="tx1"/>
          </a:solidFill>
          <a:effectLst/>
          <a:latin typeface="Arial"/>
          <a:ea typeface="ＭＳ Ｐゴシック" pitchFamily="96" charset="-128"/>
          <a:cs typeface="MS PGothic" charset="0"/>
        </a:defRPr>
      </a:lvl5pPr>
      <a:lvl6pPr marL="2223372" indent="-228040" algn="l" rtl="0" eaLnBrk="0" fontAlgn="base" hangingPunct="0">
        <a:spcBef>
          <a:spcPct val="20000"/>
        </a:spcBef>
        <a:spcAft>
          <a:spcPct val="8000"/>
        </a:spcAft>
        <a:buClr>
          <a:schemeClr val="accent1"/>
        </a:buClr>
        <a:buFont typeface="Verdana" pitchFamily="1" charset="0"/>
        <a:buChar char="•"/>
        <a:defRPr sz="2000">
          <a:solidFill>
            <a:schemeClr val="tx1"/>
          </a:solidFill>
          <a:latin typeface="+mn-lt"/>
        </a:defRPr>
      </a:lvl6pPr>
      <a:lvl7pPr marL="2679451" indent="-228040" algn="l" rtl="0" eaLnBrk="0" fontAlgn="base" hangingPunct="0">
        <a:spcBef>
          <a:spcPct val="20000"/>
        </a:spcBef>
        <a:spcAft>
          <a:spcPct val="8000"/>
        </a:spcAft>
        <a:buClr>
          <a:schemeClr val="accent1"/>
        </a:buClr>
        <a:buFont typeface="Verdana" pitchFamily="1" charset="0"/>
        <a:buChar char="•"/>
        <a:defRPr sz="2000">
          <a:solidFill>
            <a:schemeClr val="tx1"/>
          </a:solidFill>
          <a:latin typeface="+mn-lt"/>
        </a:defRPr>
      </a:lvl7pPr>
      <a:lvl8pPr marL="3135521" indent="-228040" algn="l" rtl="0" eaLnBrk="0" fontAlgn="base" hangingPunct="0">
        <a:spcBef>
          <a:spcPct val="20000"/>
        </a:spcBef>
        <a:spcAft>
          <a:spcPct val="8000"/>
        </a:spcAft>
        <a:buClr>
          <a:schemeClr val="accent1"/>
        </a:buClr>
        <a:buFont typeface="Verdana" pitchFamily="1" charset="0"/>
        <a:buChar char="•"/>
        <a:defRPr sz="2000">
          <a:solidFill>
            <a:schemeClr val="tx1"/>
          </a:solidFill>
          <a:latin typeface="+mn-lt"/>
        </a:defRPr>
      </a:lvl8pPr>
      <a:lvl9pPr marL="3591601" indent="-228040" algn="l" rtl="0" eaLnBrk="0" fontAlgn="base" hangingPunct="0">
        <a:spcBef>
          <a:spcPct val="20000"/>
        </a:spcBef>
        <a:spcAft>
          <a:spcPct val="8000"/>
        </a:spcAft>
        <a:buClr>
          <a:schemeClr val="accent1"/>
        </a:buClr>
        <a:buFont typeface="Verdana" pitchFamily="1" charset="0"/>
        <a:buChar char="•"/>
        <a:defRPr sz="2000">
          <a:solidFill>
            <a:schemeClr val="tx1"/>
          </a:solidFill>
          <a:latin typeface="+mn-lt"/>
        </a:defRPr>
      </a:lvl9pPr>
    </p:bodyStyle>
    <p:otherStyle>
      <a:defPPr>
        <a:defRPr lang="en-US"/>
      </a:defPPr>
      <a:lvl1pPr marL="0" algn="l" defTabSz="912157" rtl="0" eaLnBrk="1" latinLnBrk="0" hangingPunct="1">
        <a:defRPr sz="1800" kern="1200">
          <a:solidFill>
            <a:schemeClr val="tx1"/>
          </a:solidFill>
          <a:latin typeface="+mn-lt"/>
          <a:ea typeface="+mn-ea"/>
          <a:cs typeface="+mn-cs"/>
        </a:defRPr>
      </a:lvl1pPr>
      <a:lvl2pPr marL="456079" algn="l" defTabSz="912157" rtl="0" eaLnBrk="1" latinLnBrk="0" hangingPunct="1">
        <a:defRPr sz="1800" kern="1200">
          <a:solidFill>
            <a:schemeClr val="tx1"/>
          </a:solidFill>
          <a:latin typeface="+mn-lt"/>
          <a:ea typeface="+mn-ea"/>
          <a:cs typeface="+mn-cs"/>
        </a:defRPr>
      </a:lvl2pPr>
      <a:lvl3pPr marL="912157" algn="l" defTabSz="912157" rtl="0" eaLnBrk="1" latinLnBrk="0" hangingPunct="1">
        <a:defRPr sz="1800" kern="1200">
          <a:solidFill>
            <a:schemeClr val="tx1"/>
          </a:solidFill>
          <a:latin typeface="+mn-lt"/>
          <a:ea typeface="+mn-ea"/>
          <a:cs typeface="+mn-cs"/>
        </a:defRPr>
      </a:lvl3pPr>
      <a:lvl4pPr marL="1368231" algn="l" defTabSz="912157" rtl="0" eaLnBrk="1" latinLnBrk="0" hangingPunct="1">
        <a:defRPr sz="1800" kern="1200">
          <a:solidFill>
            <a:schemeClr val="tx1"/>
          </a:solidFill>
          <a:latin typeface="+mn-lt"/>
          <a:ea typeface="+mn-ea"/>
          <a:cs typeface="+mn-cs"/>
        </a:defRPr>
      </a:lvl4pPr>
      <a:lvl5pPr marL="1824309" algn="l" defTabSz="912157" rtl="0" eaLnBrk="1" latinLnBrk="0" hangingPunct="1">
        <a:defRPr sz="1800" kern="1200">
          <a:solidFill>
            <a:schemeClr val="tx1"/>
          </a:solidFill>
          <a:latin typeface="+mn-lt"/>
          <a:ea typeface="+mn-ea"/>
          <a:cs typeface="+mn-cs"/>
        </a:defRPr>
      </a:lvl5pPr>
      <a:lvl6pPr marL="2280381" algn="l" defTabSz="912157" rtl="0" eaLnBrk="1" latinLnBrk="0" hangingPunct="1">
        <a:defRPr sz="1800" kern="1200">
          <a:solidFill>
            <a:schemeClr val="tx1"/>
          </a:solidFill>
          <a:latin typeface="+mn-lt"/>
          <a:ea typeface="+mn-ea"/>
          <a:cs typeface="+mn-cs"/>
        </a:defRPr>
      </a:lvl6pPr>
      <a:lvl7pPr marL="2736461" algn="l" defTabSz="912157" rtl="0" eaLnBrk="1" latinLnBrk="0" hangingPunct="1">
        <a:defRPr sz="1800" kern="1200">
          <a:solidFill>
            <a:schemeClr val="tx1"/>
          </a:solidFill>
          <a:latin typeface="+mn-lt"/>
          <a:ea typeface="+mn-ea"/>
          <a:cs typeface="+mn-cs"/>
        </a:defRPr>
      </a:lvl7pPr>
      <a:lvl8pPr marL="3192536" algn="l" defTabSz="912157" rtl="0" eaLnBrk="1" latinLnBrk="0" hangingPunct="1">
        <a:defRPr sz="1800" kern="1200">
          <a:solidFill>
            <a:schemeClr val="tx1"/>
          </a:solidFill>
          <a:latin typeface="+mn-lt"/>
          <a:ea typeface="+mn-ea"/>
          <a:cs typeface="+mn-cs"/>
        </a:defRPr>
      </a:lvl8pPr>
      <a:lvl9pPr marL="3648611" algn="l" defTabSz="912157"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83F6B0A7-CFC1-AA2A-5899-22990777791D}"/>
              </a:ext>
            </a:extLst>
          </p:cNvPr>
          <p:cNvGrpSpPr/>
          <p:nvPr userDrawn="1"/>
        </p:nvGrpSpPr>
        <p:grpSpPr>
          <a:xfrm>
            <a:off x="7015689" y="0"/>
            <a:ext cx="5176311" cy="6858001"/>
            <a:chOff x="7015689" y="-1"/>
            <a:chExt cx="5176311" cy="6858001"/>
          </a:xfrm>
        </p:grpSpPr>
        <p:pic>
          <p:nvPicPr>
            <p:cNvPr id="7" name="Picture 6">
              <a:extLst>
                <a:ext uri="{FF2B5EF4-FFF2-40B4-BE49-F238E27FC236}">
                  <a16:creationId xmlns:a16="http://schemas.microsoft.com/office/drawing/2014/main" id="{8716DA7C-D735-7EA2-2797-12D5CED18205}"/>
                </a:ext>
              </a:extLst>
            </p:cNvPr>
            <p:cNvPicPr>
              <a:picLocks noChangeAspect="1"/>
            </p:cNvPicPr>
            <p:nvPr/>
          </p:nvPicPr>
          <p:blipFill rotWithShape="1">
            <a:blip r:embed="rId14">
              <a:extLst>
                <a:ext uri="{28A0092B-C50C-407E-A947-70E740481C1C}">
                  <a14:useLocalDpi xmlns:a14="http://schemas.microsoft.com/office/drawing/2010/main" val="0"/>
                </a:ext>
              </a:extLst>
            </a:blip>
            <a:srcRect l="26689" r="30747"/>
            <a:stretch/>
          </p:blipFill>
          <p:spPr>
            <a:xfrm flipH="1" flipV="1">
              <a:off x="7015689" y="0"/>
              <a:ext cx="5176311" cy="6858000"/>
            </a:xfrm>
            <a:prstGeom prst="rect">
              <a:avLst/>
            </a:prstGeom>
          </p:spPr>
        </p:pic>
        <p:sp>
          <p:nvSpPr>
            <p:cNvPr id="8" name="Rectangle 7">
              <a:extLst>
                <a:ext uri="{FF2B5EF4-FFF2-40B4-BE49-F238E27FC236}">
                  <a16:creationId xmlns:a16="http://schemas.microsoft.com/office/drawing/2014/main" id="{0E3DBB82-9FB1-B638-5741-4CF203AB279A}"/>
                </a:ext>
              </a:extLst>
            </p:cNvPr>
            <p:cNvSpPr/>
            <p:nvPr/>
          </p:nvSpPr>
          <p:spPr>
            <a:xfrm>
              <a:off x="7015689" y="-1"/>
              <a:ext cx="5176311" cy="6777874"/>
            </a:xfrm>
            <a:prstGeom prst="rect">
              <a:avLst/>
            </a:prstGeom>
            <a:gradFill flip="none" rotWithShape="1">
              <a:gsLst>
                <a:gs pos="0">
                  <a:schemeClr val="accent6">
                    <a:alpha val="0"/>
                  </a:schemeClr>
                </a:gs>
                <a:gs pos="95000">
                  <a:schemeClr val="bg2"/>
                </a:gs>
              </a:gsLst>
              <a:lin ang="16200000" scaled="1"/>
              <a:tileRect/>
            </a:gra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lstStyle/>
            <a:p>
              <a:pPr marL="0" marR="0" indent="0" algn="ctr" defTabSz="914400" rtl="0" fontAlgn="auto" latinLnBrk="0" hangingPunct="0">
                <a:lnSpc>
                  <a:spcPct val="100000"/>
                </a:lnSpc>
                <a:spcBef>
                  <a:spcPts val="0"/>
                </a:spcBef>
                <a:spcAft>
                  <a:spcPts val="0"/>
                </a:spcAft>
                <a:buClrTx/>
                <a:buSzTx/>
                <a:buFontTx/>
                <a:buNone/>
                <a:tabLst/>
              </a:pPr>
              <a:endParaRPr kumimoji="0" lang="en-US" sz="1200" b="0" i="0" u="none" strike="noStrike" cap="none" spc="0" normalizeH="0" baseline="0" dirty="0">
                <a:ln>
                  <a:noFill/>
                </a:ln>
                <a:solidFill>
                  <a:srgbClr val="50626A"/>
                </a:solidFill>
                <a:effectLst/>
                <a:uFillTx/>
                <a:latin typeface="Arial" panose="020B0604020202020204" pitchFamily="34" charset="0"/>
                <a:ea typeface="+mn-ea"/>
                <a:cs typeface="+mn-cs"/>
                <a:sym typeface="Calibri"/>
              </a:endParaRPr>
            </a:p>
          </p:txBody>
        </p:sp>
      </p:grpSp>
      <p:graphicFrame>
        <p:nvGraphicFramePr>
          <p:cNvPr id="3" name="think-cell data - do not delete" hidden="1">
            <a:extLst>
              <a:ext uri="{FF2B5EF4-FFF2-40B4-BE49-F238E27FC236}">
                <a16:creationId xmlns:a16="http://schemas.microsoft.com/office/drawing/2014/main" id="{A198C5A6-80F1-F935-B793-3621C4BE4999}"/>
              </a:ext>
            </a:extLst>
          </p:cNvPr>
          <p:cNvGraphicFramePr>
            <a:graphicFrameLocks noChangeAspect="1"/>
          </p:cNvGraphicFramePr>
          <p:nvPr userDrawn="1">
            <p:custDataLst>
              <p:tags r:id="rId13"/>
            </p:custDataLst>
            <p:extLst>
              <p:ext uri="{D42A27DB-BD31-4B8C-83A1-F6EECF244321}">
                <p14:modId xmlns:p14="http://schemas.microsoft.com/office/powerpoint/2010/main" val="149211848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スライド" r:id="rId15" imgW="639" imgH="639" progId="TCLayout.ActiveDocument.1">
                  <p:embed/>
                </p:oleObj>
              </mc:Choice>
              <mc:Fallback>
                <p:oleObj name="think-cell スライド" r:id="rId15" imgW="639" imgH="639" progId="TCLayout.ActiveDocument.1">
                  <p:embed/>
                  <p:pic>
                    <p:nvPicPr>
                      <p:cNvPr id="3" name="think-cell data - do not delete" hidden="1">
                        <a:extLst>
                          <a:ext uri="{FF2B5EF4-FFF2-40B4-BE49-F238E27FC236}">
                            <a16:creationId xmlns:a16="http://schemas.microsoft.com/office/drawing/2014/main" id="{A198C5A6-80F1-F935-B793-3621C4BE4999}"/>
                          </a:ext>
                        </a:extLst>
                      </p:cNvPr>
                      <p:cNvPicPr/>
                      <p:nvPr/>
                    </p:nvPicPr>
                    <p:blipFill>
                      <a:blip r:embed="rId16"/>
                      <a:stretch>
                        <a:fillRect/>
                      </a:stretch>
                    </p:blipFill>
                    <p:spPr>
                      <a:xfrm>
                        <a:off x="1588" y="1588"/>
                        <a:ext cx="1588" cy="1588"/>
                      </a:xfrm>
                      <a:prstGeom prst="rect">
                        <a:avLst/>
                      </a:prstGeom>
                    </p:spPr>
                  </p:pic>
                </p:oleObj>
              </mc:Fallback>
            </mc:AlternateContent>
          </a:graphicData>
        </a:graphic>
      </p:graphicFrame>
      <p:sp>
        <p:nvSpPr>
          <p:cNvPr id="21" name="Title Text"/>
          <p:cNvSpPr txBox="1">
            <a:spLocks noGrp="1"/>
          </p:cNvSpPr>
          <p:nvPr>
            <p:ph type="title"/>
          </p:nvPr>
        </p:nvSpPr>
        <p:spPr>
          <a:xfrm>
            <a:off x="272233" y="336263"/>
            <a:ext cx="11536220" cy="80813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91440" rIns="45719" anchor="t">
            <a:noAutofit/>
          </a:bodyPr>
          <a:lstStyle/>
          <a:p>
            <a:r>
              <a:t>Title Text</a:t>
            </a:r>
          </a:p>
        </p:txBody>
      </p:sp>
      <p:sp>
        <p:nvSpPr>
          <p:cNvPr id="22" name="Body Level One…"/>
          <p:cNvSpPr txBox="1">
            <a:spLocks noGrp="1"/>
          </p:cNvSpPr>
          <p:nvPr>
            <p:ph type="body" idx="1"/>
          </p:nvPr>
        </p:nvSpPr>
        <p:spPr>
          <a:xfrm>
            <a:off x="347472" y="1310480"/>
            <a:ext cx="10515601" cy="435133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20" rIns="45719">
            <a:noAutofit/>
          </a:bodyPr>
          <a:lstStyle/>
          <a:p>
            <a:r>
              <a:t>Body Level One</a:t>
            </a:r>
          </a:p>
          <a:p>
            <a:pPr lvl="1"/>
            <a:r>
              <a:t>Body Level Two</a:t>
            </a:r>
          </a:p>
          <a:p>
            <a:pPr lvl="2"/>
            <a:r>
              <a:t>Body Level Three</a:t>
            </a:r>
          </a:p>
          <a:p>
            <a:pPr lvl="3"/>
            <a:r>
              <a:t>Body Level Four</a:t>
            </a:r>
          </a:p>
          <a:p>
            <a:pPr lvl="4"/>
            <a:r>
              <a:t>Body Level Five</a:t>
            </a:r>
          </a:p>
        </p:txBody>
      </p:sp>
      <p:sp>
        <p:nvSpPr>
          <p:cNvPr id="28" name="Slide Number Placeholder 27">
            <a:extLst>
              <a:ext uri="{FF2B5EF4-FFF2-40B4-BE49-F238E27FC236}">
                <a16:creationId xmlns:a16="http://schemas.microsoft.com/office/drawing/2014/main" id="{9DD666D0-CF25-4F2F-AA97-3C4F166D9537}"/>
              </a:ext>
            </a:extLst>
          </p:cNvPr>
          <p:cNvSpPr>
            <a:spLocks noGrp="1"/>
          </p:cNvSpPr>
          <p:nvPr>
            <p:ph type="sldNum" sz="quarter" idx="4"/>
          </p:nvPr>
        </p:nvSpPr>
        <p:spPr>
          <a:xfrm>
            <a:off x="296055" y="6412748"/>
            <a:ext cx="426564" cy="365125"/>
          </a:xfrm>
          <a:prstGeom prst="rect">
            <a:avLst/>
          </a:prstGeom>
        </p:spPr>
        <p:txBody>
          <a:bodyPr vert="horz" lIns="91440" tIns="45720" rIns="91440" bIns="45720" rtlCol="0" anchor="ctr"/>
          <a:lstStyle>
            <a:lvl1pPr algn="l">
              <a:defRPr sz="900">
                <a:solidFill>
                  <a:schemeClr val="bg1">
                    <a:lumMod val="50000"/>
                  </a:schemeClr>
                </a:solidFill>
              </a:defRPr>
            </a:lvl1pPr>
          </a:lstStyle>
          <a:p>
            <a:fld id="{2B143D1D-9801-49CA-88C0-178C03B6937F}" type="slidenum">
              <a:rPr lang="en-US" smtClean="0"/>
              <a:t>‹#›</a:t>
            </a:fld>
            <a:endParaRPr lang="en-US" dirty="0"/>
          </a:p>
        </p:txBody>
      </p:sp>
      <p:sp>
        <p:nvSpPr>
          <p:cNvPr id="6" name="Footer Placeholder 5">
            <a:extLst>
              <a:ext uri="{FF2B5EF4-FFF2-40B4-BE49-F238E27FC236}">
                <a16:creationId xmlns:a16="http://schemas.microsoft.com/office/drawing/2014/main" id="{C3EDE3A7-E046-2B16-B5A2-4C20BB2AB90E}"/>
              </a:ext>
            </a:extLst>
          </p:cNvPr>
          <p:cNvSpPr>
            <a:spLocks noGrp="1"/>
          </p:cNvSpPr>
          <p:nvPr>
            <p:ph type="ftr" sz="quarter" idx="3"/>
          </p:nvPr>
        </p:nvSpPr>
        <p:spPr>
          <a:xfrm>
            <a:off x="640080" y="6479007"/>
            <a:ext cx="5455920" cy="230832"/>
          </a:xfrm>
          <a:prstGeom prst="rect">
            <a:avLst/>
          </a:prstGeom>
        </p:spPr>
        <p:txBody>
          <a:bodyPr wrap="square">
            <a:noAutofit/>
          </a:bodyPr>
          <a:lstStyle>
            <a:lvl1pPr>
              <a:defRPr lang="en-US" sz="900" b="0" i="0">
                <a:solidFill>
                  <a:schemeClr val="tx1">
                    <a:lumMod val="50000"/>
                    <a:lumOff val="50000"/>
                  </a:schemeClr>
                </a:solidFill>
                <a:latin typeface="Arial" panose="020B0604020202020204" pitchFamily="34" charset="0"/>
              </a:defRPr>
            </a:lvl1pPr>
          </a:lstStyle>
          <a:p>
            <a:endParaRPr lang="en-US" dirty="0"/>
          </a:p>
        </p:txBody>
      </p:sp>
      <p:pic>
        <p:nvPicPr>
          <p:cNvPr id="2" name="図 1">
            <a:extLst>
              <a:ext uri="{FF2B5EF4-FFF2-40B4-BE49-F238E27FC236}">
                <a16:creationId xmlns:a16="http://schemas.microsoft.com/office/drawing/2014/main" id="{D29333D6-D320-D6BF-F784-C7ABDAFE0ED8}"/>
              </a:ext>
            </a:extLst>
          </p:cNvPr>
          <p:cNvPicPr>
            <a:picLocks noChangeAspect="1"/>
          </p:cNvPicPr>
          <p:nvPr userDrawn="1"/>
        </p:nvPicPr>
        <p:blipFill rotWithShape="1">
          <a:blip r:embed="rId17"/>
          <a:srcRect l="26256" r="22363"/>
          <a:stretch/>
        </p:blipFill>
        <p:spPr>
          <a:xfrm>
            <a:off x="10114059" y="6090715"/>
            <a:ext cx="749014" cy="721808"/>
          </a:xfrm>
          <a:prstGeom prst="rect">
            <a:avLst/>
          </a:prstGeom>
        </p:spPr>
      </p:pic>
      <p:pic>
        <p:nvPicPr>
          <p:cNvPr id="4" name="Graphic 3">
            <a:extLst>
              <a:ext uri="{FF2B5EF4-FFF2-40B4-BE49-F238E27FC236}">
                <a16:creationId xmlns:a16="http://schemas.microsoft.com/office/drawing/2014/main" id="{0A9E4256-DD49-0127-DBDC-BD78388E14D7}"/>
              </a:ext>
            </a:extLst>
          </p:cNvPr>
          <p:cNvPicPr>
            <a:picLocks noChangeAspect="1"/>
          </p:cNvPicPr>
          <p:nvPr userDrawn="1"/>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10806884" y="6082764"/>
            <a:ext cx="1082711" cy="721808"/>
          </a:xfrm>
          <a:prstGeom prst="rect">
            <a:avLst/>
          </a:prstGeom>
        </p:spPr>
      </p:pic>
    </p:spTree>
    <p:extLst>
      <p:ext uri="{BB962C8B-B14F-4D97-AF65-F5344CB8AC3E}">
        <p14:creationId xmlns:p14="http://schemas.microsoft.com/office/powerpoint/2010/main" val="2941956686"/>
      </p:ext>
    </p:extLst>
  </p:cSld>
  <p:clrMap bg1="lt1" tx1="dk1" bg2="lt2" tx2="dk2" accent1="accent1" accent2="accent2" accent3="accent3" accent4="accent4" accent5="accent5" accent6="accent6" hlink="hlink" folHlink="folHlink"/>
  <p:sldLayoutIdLst>
    <p:sldLayoutId id="2147483707" r:id="rId1"/>
    <p:sldLayoutId id="2147483708" r:id="rId2"/>
    <p:sldLayoutId id="2147483709" r:id="rId3"/>
    <p:sldLayoutId id="2147483710" r:id="rId4"/>
    <p:sldLayoutId id="2147483711" r:id="rId5"/>
    <p:sldLayoutId id="2147483712" r:id="rId6"/>
    <p:sldLayoutId id="2147483713" r:id="rId7"/>
    <p:sldLayoutId id="2147483714" r:id="rId8"/>
    <p:sldLayoutId id="2147483715" r:id="rId9"/>
    <p:sldLayoutId id="2147483716" r:id="rId10"/>
    <p:sldLayoutId id="2147483717"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txStyles>
    <p:titleStyle>
      <a:lvl1pPr marL="0" marR="0" indent="0" algn="l" defTabSz="914240" eaLnBrk="1" latinLnBrk="0" hangingPunct="1">
        <a:lnSpc>
          <a:spcPct val="95000"/>
        </a:lnSpc>
        <a:spcBef>
          <a:spcPts val="0"/>
        </a:spcBef>
        <a:spcAft>
          <a:spcPts val="0"/>
        </a:spcAft>
        <a:buClrTx/>
        <a:buSzTx/>
        <a:buFontTx/>
        <a:buNone/>
        <a:tabLst/>
        <a:defRPr sz="2600" b="1" i="0" u="none" strike="noStrike" cap="none" spc="0" baseline="0">
          <a:solidFill>
            <a:schemeClr val="accent4"/>
          </a:solidFill>
          <a:uFillTx/>
          <a:latin typeface="+mj-lt"/>
          <a:ea typeface="Arial" panose="020B0604020202020204" pitchFamily="34" charset="0"/>
          <a:cs typeface="Arial" panose="020B0604020202020204" pitchFamily="34" charset="0"/>
          <a:sym typeface="Avenir Black"/>
        </a:defRPr>
      </a:lvl1pPr>
      <a:lvl2pPr marL="0" marR="0" indent="0" algn="l" defTabSz="914240" eaLnBrk="1" latinLnBrk="0" hangingPunct="1">
        <a:lnSpc>
          <a:spcPct val="80000"/>
        </a:lnSpc>
        <a:spcBef>
          <a:spcPts val="0"/>
        </a:spcBef>
        <a:spcAft>
          <a:spcPts val="0"/>
        </a:spcAft>
        <a:buClrTx/>
        <a:buSzTx/>
        <a:buFontTx/>
        <a:buNone/>
        <a:tabLst/>
        <a:defRPr sz="2600" b="0" i="0" u="none" strike="noStrike" cap="none" spc="0" baseline="0">
          <a:solidFill>
            <a:schemeClr val="accent1"/>
          </a:solidFill>
          <a:uFillTx/>
          <a:latin typeface="Avenir Black"/>
          <a:ea typeface="Avenir Black"/>
          <a:cs typeface="Avenir Black"/>
          <a:sym typeface="Avenir Black"/>
        </a:defRPr>
      </a:lvl2pPr>
      <a:lvl3pPr marL="0" marR="0" indent="0" algn="l" defTabSz="914240" eaLnBrk="1" latinLnBrk="0" hangingPunct="1">
        <a:lnSpc>
          <a:spcPct val="80000"/>
        </a:lnSpc>
        <a:spcBef>
          <a:spcPts val="0"/>
        </a:spcBef>
        <a:spcAft>
          <a:spcPts val="0"/>
        </a:spcAft>
        <a:buClrTx/>
        <a:buSzTx/>
        <a:buFontTx/>
        <a:buNone/>
        <a:tabLst/>
        <a:defRPr sz="2600" b="0" i="0" u="none" strike="noStrike" cap="none" spc="0" baseline="0">
          <a:solidFill>
            <a:schemeClr val="accent1"/>
          </a:solidFill>
          <a:uFillTx/>
          <a:latin typeface="Avenir Black"/>
          <a:ea typeface="Avenir Black"/>
          <a:cs typeface="Avenir Black"/>
          <a:sym typeface="Avenir Black"/>
        </a:defRPr>
      </a:lvl3pPr>
      <a:lvl4pPr marL="0" marR="0" indent="0" algn="l" defTabSz="914240" eaLnBrk="1" latinLnBrk="0" hangingPunct="1">
        <a:lnSpc>
          <a:spcPct val="80000"/>
        </a:lnSpc>
        <a:spcBef>
          <a:spcPts val="0"/>
        </a:spcBef>
        <a:spcAft>
          <a:spcPts val="0"/>
        </a:spcAft>
        <a:buClrTx/>
        <a:buSzTx/>
        <a:buFontTx/>
        <a:buNone/>
        <a:tabLst/>
        <a:defRPr sz="2600" b="0" i="0" u="none" strike="noStrike" cap="none" spc="0" baseline="0">
          <a:solidFill>
            <a:schemeClr val="accent1"/>
          </a:solidFill>
          <a:uFillTx/>
          <a:latin typeface="Avenir Black"/>
          <a:ea typeface="Avenir Black"/>
          <a:cs typeface="Avenir Black"/>
          <a:sym typeface="Avenir Black"/>
        </a:defRPr>
      </a:lvl4pPr>
      <a:lvl5pPr marL="0" marR="0" indent="0" algn="l" defTabSz="914240" eaLnBrk="1" latinLnBrk="0" hangingPunct="1">
        <a:lnSpc>
          <a:spcPct val="80000"/>
        </a:lnSpc>
        <a:spcBef>
          <a:spcPts val="0"/>
        </a:spcBef>
        <a:spcAft>
          <a:spcPts val="0"/>
        </a:spcAft>
        <a:buClrTx/>
        <a:buSzTx/>
        <a:buFontTx/>
        <a:buNone/>
        <a:tabLst/>
        <a:defRPr sz="2600" b="0" i="0" u="none" strike="noStrike" cap="none" spc="0" baseline="0">
          <a:solidFill>
            <a:schemeClr val="accent1"/>
          </a:solidFill>
          <a:uFillTx/>
          <a:latin typeface="Avenir Black"/>
          <a:ea typeface="Avenir Black"/>
          <a:cs typeface="Avenir Black"/>
          <a:sym typeface="Avenir Black"/>
        </a:defRPr>
      </a:lvl5pPr>
      <a:lvl6pPr marL="0" marR="0" indent="0" algn="l" defTabSz="914240" eaLnBrk="1" latinLnBrk="0" hangingPunct="1">
        <a:lnSpc>
          <a:spcPct val="80000"/>
        </a:lnSpc>
        <a:spcBef>
          <a:spcPts val="0"/>
        </a:spcBef>
        <a:spcAft>
          <a:spcPts val="0"/>
        </a:spcAft>
        <a:buClrTx/>
        <a:buSzTx/>
        <a:buFontTx/>
        <a:buNone/>
        <a:tabLst/>
        <a:defRPr sz="2600" b="0" i="0" u="none" strike="noStrike" cap="none" spc="0" baseline="0">
          <a:solidFill>
            <a:schemeClr val="accent1"/>
          </a:solidFill>
          <a:uFillTx/>
          <a:latin typeface="Avenir Black"/>
          <a:ea typeface="Avenir Black"/>
          <a:cs typeface="Avenir Black"/>
          <a:sym typeface="Avenir Black"/>
        </a:defRPr>
      </a:lvl6pPr>
      <a:lvl7pPr marL="0" marR="0" indent="0" algn="l" defTabSz="914240" eaLnBrk="1" latinLnBrk="0" hangingPunct="1">
        <a:lnSpc>
          <a:spcPct val="80000"/>
        </a:lnSpc>
        <a:spcBef>
          <a:spcPts val="0"/>
        </a:spcBef>
        <a:spcAft>
          <a:spcPts val="0"/>
        </a:spcAft>
        <a:buClrTx/>
        <a:buSzTx/>
        <a:buFontTx/>
        <a:buNone/>
        <a:tabLst/>
        <a:defRPr sz="2600" b="0" i="0" u="none" strike="noStrike" cap="none" spc="0" baseline="0">
          <a:solidFill>
            <a:schemeClr val="accent1"/>
          </a:solidFill>
          <a:uFillTx/>
          <a:latin typeface="Avenir Black"/>
          <a:ea typeface="Avenir Black"/>
          <a:cs typeface="Avenir Black"/>
          <a:sym typeface="Avenir Black"/>
        </a:defRPr>
      </a:lvl7pPr>
      <a:lvl8pPr marL="0" marR="0" indent="0" algn="l" defTabSz="914240" eaLnBrk="1" latinLnBrk="0" hangingPunct="1">
        <a:lnSpc>
          <a:spcPct val="80000"/>
        </a:lnSpc>
        <a:spcBef>
          <a:spcPts val="0"/>
        </a:spcBef>
        <a:spcAft>
          <a:spcPts val="0"/>
        </a:spcAft>
        <a:buClrTx/>
        <a:buSzTx/>
        <a:buFontTx/>
        <a:buNone/>
        <a:tabLst/>
        <a:defRPr sz="2600" b="0" i="0" u="none" strike="noStrike" cap="none" spc="0" baseline="0">
          <a:solidFill>
            <a:schemeClr val="accent1"/>
          </a:solidFill>
          <a:uFillTx/>
          <a:latin typeface="Avenir Black"/>
          <a:ea typeface="Avenir Black"/>
          <a:cs typeface="Avenir Black"/>
          <a:sym typeface="Avenir Black"/>
        </a:defRPr>
      </a:lvl8pPr>
      <a:lvl9pPr marL="0" marR="0" indent="0" algn="l" defTabSz="914240" eaLnBrk="1" latinLnBrk="0" hangingPunct="1">
        <a:lnSpc>
          <a:spcPct val="80000"/>
        </a:lnSpc>
        <a:spcBef>
          <a:spcPts val="0"/>
        </a:spcBef>
        <a:spcAft>
          <a:spcPts val="0"/>
        </a:spcAft>
        <a:buClrTx/>
        <a:buSzTx/>
        <a:buFontTx/>
        <a:buNone/>
        <a:tabLst/>
        <a:defRPr sz="2600" b="0" i="0" u="none" strike="noStrike" cap="none" spc="0" baseline="0">
          <a:solidFill>
            <a:schemeClr val="accent1"/>
          </a:solidFill>
          <a:uFillTx/>
          <a:latin typeface="Avenir Black"/>
          <a:ea typeface="Avenir Black"/>
          <a:cs typeface="Avenir Black"/>
          <a:sym typeface="Avenir Black"/>
        </a:defRPr>
      </a:lvl9pPr>
    </p:titleStyle>
    <p:bodyStyle>
      <a:lvl1pPr marL="228560" marR="0" indent="-228560" algn="l" defTabSz="914240" eaLnBrk="1" latinLnBrk="0" hangingPunct="1">
        <a:lnSpc>
          <a:spcPct val="90000"/>
        </a:lnSpc>
        <a:spcBef>
          <a:spcPts val="1000"/>
        </a:spcBef>
        <a:spcAft>
          <a:spcPts val="400"/>
        </a:spcAft>
        <a:buClr>
          <a:schemeClr val="accent4"/>
        </a:buClr>
        <a:buSzPct val="100000"/>
        <a:buFont typeface="Arial" panose="020B0604020202020204" pitchFamily="34" charset="0"/>
        <a:buChar char="•"/>
        <a:tabLst/>
        <a:defRPr sz="1600" b="0" i="0" u="none" strike="noStrike" cap="none" spc="0" baseline="0">
          <a:solidFill>
            <a:schemeClr val="bg2"/>
          </a:solidFill>
          <a:uFillTx/>
          <a:latin typeface="Arial" panose="020B0604020202020204" pitchFamily="34" charset="0"/>
          <a:ea typeface="Arial" panose="020B0604020202020204" pitchFamily="34" charset="0"/>
          <a:cs typeface="Arial" panose="020B0604020202020204" pitchFamily="34" charset="0"/>
          <a:sym typeface="Avenir Book"/>
        </a:defRPr>
      </a:lvl1pPr>
      <a:lvl2pPr marL="463550" marR="0" indent="-165100" algn="l" defTabSz="914240" eaLnBrk="1" latinLnBrk="0" hangingPunct="1">
        <a:lnSpc>
          <a:spcPct val="90000"/>
        </a:lnSpc>
        <a:spcBef>
          <a:spcPts val="400"/>
        </a:spcBef>
        <a:spcAft>
          <a:spcPts val="400"/>
        </a:spcAft>
        <a:buClr>
          <a:schemeClr val="accent4"/>
        </a:buClr>
        <a:buSzPct val="100000"/>
        <a:buFont typeface="System Font Regular"/>
        <a:buChar char="–"/>
        <a:tabLst/>
        <a:defRPr sz="1400" b="0" i="0" u="none" strike="noStrike" cap="none" spc="0" baseline="0">
          <a:solidFill>
            <a:schemeClr val="bg2"/>
          </a:solidFill>
          <a:uFillTx/>
          <a:latin typeface="Arial" panose="020B0604020202020204" pitchFamily="34" charset="0"/>
          <a:ea typeface="Arial" panose="020B0604020202020204" pitchFamily="34" charset="0"/>
          <a:cs typeface="Arial" panose="020B0604020202020204" pitchFamily="34" charset="0"/>
          <a:sym typeface="Avenir Book"/>
        </a:defRPr>
      </a:lvl2pPr>
      <a:lvl3pPr marL="687388" marR="0" indent="-173038" algn="l" defTabSz="914240" eaLnBrk="1" latinLnBrk="0" hangingPunct="1">
        <a:lnSpc>
          <a:spcPct val="90000"/>
        </a:lnSpc>
        <a:spcBef>
          <a:spcPts val="400"/>
        </a:spcBef>
        <a:spcAft>
          <a:spcPts val="400"/>
        </a:spcAft>
        <a:buClr>
          <a:schemeClr val="accent4"/>
        </a:buClr>
        <a:buSzPct val="100000"/>
        <a:buFont typeface="Arial" panose="020B0604020202020204" pitchFamily="34" charset="0"/>
        <a:buChar char="•"/>
        <a:tabLst/>
        <a:defRPr sz="1200" b="0" i="0" u="none" strike="noStrike" cap="none" spc="0" baseline="0">
          <a:solidFill>
            <a:schemeClr val="bg2"/>
          </a:solidFill>
          <a:uFillTx/>
          <a:latin typeface="Arial" panose="020B0604020202020204" pitchFamily="34" charset="0"/>
          <a:ea typeface="Arial" panose="020B0604020202020204" pitchFamily="34" charset="0"/>
          <a:cs typeface="Arial" panose="020B0604020202020204" pitchFamily="34" charset="0"/>
          <a:sym typeface="Avenir Book"/>
        </a:defRPr>
      </a:lvl3pPr>
      <a:lvl4pPr marL="862013" marR="0" indent="-157163" algn="l" defTabSz="914240" eaLnBrk="1" latinLnBrk="0" hangingPunct="1">
        <a:lnSpc>
          <a:spcPct val="90000"/>
        </a:lnSpc>
        <a:spcBef>
          <a:spcPts val="400"/>
        </a:spcBef>
        <a:spcAft>
          <a:spcPts val="400"/>
        </a:spcAft>
        <a:buClr>
          <a:schemeClr val="accent4"/>
        </a:buClr>
        <a:buSzPct val="100000"/>
        <a:buFont typeface="System Font Regular"/>
        <a:buChar char="–"/>
        <a:tabLst/>
        <a:defRPr sz="1200" b="0" i="0" u="none" strike="noStrike" cap="none" spc="0" baseline="0">
          <a:solidFill>
            <a:schemeClr val="bg2"/>
          </a:solidFill>
          <a:uFillTx/>
          <a:latin typeface="Arial" panose="020B0604020202020204" pitchFamily="34" charset="0"/>
          <a:ea typeface="Arial" panose="020B0604020202020204" pitchFamily="34" charset="0"/>
          <a:cs typeface="Arial" panose="020B0604020202020204" pitchFamily="34" charset="0"/>
          <a:sym typeface="Avenir Book"/>
        </a:defRPr>
      </a:lvl4pPr>
      <a:lvl5pPr marL="1085850" marR="0" indent="-157163" algn="l" defTabSz="914240" eaLnBrk="1" latinLnBrk="0" hangingPunct="1">
        <a:lnSpc>
          <a:spcPct val="90000"/>
        </a:lnSpc>
        <a:spcBef>
          <a:spcPts val="400"/>
        </a:spcBef>
        <a:spcAft>
          <a:spcPts val="400"/>
        </a:spcAft>
        <a:buClr>
          <a:schemeClr val="accent4"/>
        </a:buClr>
        <a:buSzPct val="100000"/>
        <a:buFont typeface="Arial" panose="020B0604020202020204" pitchFamily="34" charset="0"/>
        <a:buChar char="•"/>
        <a:tabLst/>
        <a:defRPr sz="1200" b="0" i="0" u="none" strike="noStrike" cap="none" spc="0" baseline="0">
          <a:solidFill>
            <a:schemeClr val="bg2"/>
          </a:solidFill>
          <a:uFillTx/>
          <a:latin typeface="Arial" panose="020B0604020202020204" pitchFamily="34" charset="0"/>
          <a:ea typeface="Arial" panose="020B0604020202020204" pitchFamily="34" charset="0"/>
          <a:cs typeface="Arial" panose="020B0604020202020204" pitchFamily="34" charset="0"/>
          <a:sym typeface="Avenir Book"/>
        </a:defRPr>
      </a:lvl5pPr>
      <a:lvl6pPr marL="2502130" marR="0" indent="-216530" algn="l" defTabSz="914240" eaLnBrk="1" latinLnBrk="0" hangingPunct="1">
        <a:lnSpc>
          <a:spcPct val="90000"/>
        </a:lnSpc>
        <a:spcBef>
          <a:spcPts val="1000"/>
        </a:spcBef>
        <a:spcAft>
          <a:spcPts val="0"/>
        </a:spcAft>
        <a:buClrTx/>
        <a:buSzPct val="100000"/>
        <a:buFont typeface="Arial"/>
        <a:buChar char="•"/>
        <a:tabLst/>
        <a:defRPr sz="1800" b="0" i="0" u="none" strike="noStrike" cap="none" spc="0" baseline="0">
          <a:solidFill>
            <a:srgbClr val="50626A"/>
          </a:solidFill>
          <a:uFillTx/>
          <a:latin typeface="Avenir Book"/>
          <a:ea typeface="Avenir Book"/>
          <a:cs typeface="Avenir Book"/>
          <a:sym typeface="Avenir Book"/>
        </a:defRPr>
      </a:lvl6pPr>
      <a:lvl7pPr marL="2959250" marR="0" indent="-216530" algn="l" defTabSz="914240" eaLnBrk="1" latinLnBrk="0" hangingPunct="1">
        <a:lnSpc>
          <a:spcPct val="90000"/>
        </a:lnSpc>
        <a:spcBef>
          <a:spcPts val="1000"/>
        </a:spcBef>
        <a:spcAft>
          <a:spcPts val="0"/>
        </a:spcAft>
        <a:buClrTx/>
        <a:buSzPct val="100000"/>
        <a:buFont typeface="Arial"/>
        <a:buChar char="•"/>
        <a:tabLst/>
        <a:defRPr sz="1800" b="0" i="0" u="none" strike="noStrike" cap="none" spc="0" baseline="0">
          <a:solidFill>
            <a:srgbClr val="50626A"/>
          </a:solidFill>
          <a:uFillTx/>
          <a:latin typeface="Avenir Book"/>
          <a:ea typeface="Avenir Book"/>
          <a:cs typeface="Avenir Book"/>
          <a:sym typeface="Avenir Book"/>
        </a:defRPr>
      </a:lvl7pPr>
      <a:lvl8pPr marL="3416370" marR="0" indent="-216530" algn="l" defTabSz="914240" eaLnBrk="1" latinLnBrk="0" hangingPunct="1">
        <a:lnSpc>
          <a:spcPct val="90000"/>
        </a:lnSpc>
        <a:spcBef>
          <a:spcPts val="1000"/>
        </a:spcBef>
        <a:spcAft>
          <a:spcPts val="0"/>
        </a:spcAft>
        <a:buClrTx/>
        <a:buSzPct val="100000"/>
        <a:buFont typeface="Arial"/>
        <a:buChar char="•"/>
        <a:tabLst/>
        <a:defRPr sz="1800" b="0" i="0" u="none" strike="noStrike" cap="none" spc="0" baseline="0">
          <a:solidFill>
            <a:srgbClr val="50626A"/>
          </a:solidFill>
          <a:uFillTx/>
          <a:latin typeface="Avenir Book"/>
          <a:ea typeface="Avenir Book"/>
          <a:cs typeface="Avenir Book"/>
          <a:sym typeface="Avenir Book"/>
        </a:defRPr>
      </a:lvl8pPr>
      <a:lvl9pPr marL="3873490" marR="0" indent="-216530" algn="l" defTabSz="914240" eaLnBrk="1" latinLnBrk="0" hangingPunct="1">
        <a:lnSpc>
          <a:spcPct val="90000"/>
        </a:lnSpc>
        <a:spcBef>
          <a:spcPts val="1000"/>
        </a:spcBef>
        <a:spcAft>
          <a:spcPts val="0"/>
        </a:spcAft>
        <a:buClrTx/>
        <a:buSzPct val="100000"/>
        <a:buFont typeface="Arial"/>
        <a:buChar char="•"/>
        <a:tabLst/>
        <a:defRPr sz="1800" b="0" i="0" u="none" strike="noStrike" cap="none" spc="0" baseline="0">
          <a:solidFill>
            <a:srgbClr val="50626A"/>
          </a:solidFill>
          <a:uFillTx/>
          <a:latin typeface="Avenir Book"/>
          <a:ea typeface="Avenir Book"/>
          <a:cs typeface="Avenir Book"/>
          <a:sym typeface="Avenir Book"/>
        </a:defRPr>
      </a:lvl9pPr>
    </p:bodyStyle>
    <p:otherStyle>
      <a:lvl1pPr marL="0" marR="0" indent="0" algn="ctr" defTabSz="914400" eaLnBrk="1" latinLnBrk="0" hangingPunct="1">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Montserrat Regular"/>
        </a:defRPr>
      </a:lvl1pPr>
      <a:lvl2pPr marL="0" marR="0" indent="457200" algn="ctr" defTabSz="914400" eaLnBrk="1" latinLnBrk="0" hangingPunct="1">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Montserrat Regular"/>
        </a:defRPr>
      </a:lvl2pPr>
      <a:lvl3pPr marL="0" marR="0" indent="914400" algn="ctr" defTabSz="914400" eaLnBrk="1" latinLnBrk="0" hangingPunct="1">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Montserrat Regular"/>
        </a:defRPr>
      </a:lvl3pPr>
      <a:lvl4pPr marL="0" marR="0" indent="1371600" algn="ctr" defTabSz="914400" eaLnBrk="1" latinLnBrk="0" hangingPunct="1">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Montserrat Regular"/>
        </a:defRPr>
      </a:lvl4pPr>
      <a:lvl5pPr marL="0" marR="0" indent="1828800" algn="ctr" defTabSz="914400" eaLnBrk="1" latinLnBrk="0" hangingPunct="1">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Montserrat Regular"/>
        </a:defRPr>
      </a:lvl5pPr>
      <a:lvl6pPr marL="0" marR="0" indent="2286000" algn="ctr" defTabSz="914400" eaLnBrk="1" latinLnBrk="0" hangingPunct="1">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Montserrat Regular"/>
        </a:defRPr>
      </a:lvl6pPr>
      <a:lvl7pPr marL="0" marR="0" indent="2743200" algn="ctr" defTabSz="914400" eaLnBrk="1" latinLnBrk="0" hangingPunct="1">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Montserrat Regular"/>
        </a:defRPr>
      </a:lvl7pPr>
      <a:lvl8pPr marL="0" marR="0" indent="3200400" algn="ctr" defTabSz="914400" eaLnBrk="1" latinLnBrk="0" hangingPunct="1">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Montserrat Regular"/>
        </a:defRPr>
      </a:lvl8pPr>
      <a:lvl9pPr marL="0" marR="0" indent="3657600" algn="ctr" defTabSz="914400" eaLnBrk="1" latinLnBrk="0" hangingPunct="1">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Montserrat Regular"/>
        </a:defRPr>
      </a:lvl9pPr>
    </p:otherStyle>
  </p:txStyles>
  <p:extLst>
    <p:ext uri="{27BBF7A9-308A-43DC-89C8-2F10F3537804}">
      <p15:sldGuideLst xmlns:p15="http://schemas.microsoft.com/office/powerpoint/2012/main">
        <p15:guide id="1" orient="horz" pos="432">
          <p15:clr>
            <a:srgbClr val="F26B43"/>
          </p15:clr>
        </p15:guide>
        <p15:guide id="2" orient="horz" pos="35">
          <p15:clr>
            <a:srgbClr val="F26B43"/>
          </p15:clr>
        </p15:guide>
        <p15:guide id="3" pos="168">
          <p15:clr>
            <a:srgbClr val="F26B43"/>
          </p15:clr>
        </p15:guide>
        <p15:guide id="4" pos="7512">
          <p15:clr>
            <a:srgbClr val="F26B43"/>
          </p15:clr>
        </p15:guide>
        <p15:guide id="9" orient="horz" pos="4173">
          <p15:clr>
            <a:srgbClr val="F26B43"/>
          </p15:clr>
        </p15:guide>
        <p15:guide id="10" pos="240">
          <p15:clr>
            <a:srgbClr val="F26B43"/>
          </p15:clr>
        </p15:guide>
        <p15:guide id="11" pos="7440">
          <p15:clr>
            <a:srgbClr val="F26B43"/>
          </p15:clr>
        </p15:guide>
        <p15:guide id="12" orient="horz" pos="720">
          <p15:clr>
            <a:srgbClr val="F26B43"/>
          </p15:clr>
        </p15:guide>
        <p15:guide id="13" orient="horz" pos="3912">
          <p15:clr>
            <a:srgbClr val="F26B43"/>
          </p15:clr>
        </p15:guide>
        <p15:guide id="14" pos="3840">
          <p15:clr>
            <a:srgbClr val="F26B43"/>
          </p15:clr>
        </p15:guide>
        <p15:guide id="15" pos="3888">
          <p15:clr>
            <a:srgbClr val="F26B43"/>
          </p15:clr>
        </p15:guide>
        <p15:guide id="16" pos="3792">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0A9E4256-DD49-0127-DBDC-BD78388E14D7}"/>
              </a:ext>
            </a:extLst>
          </p:cNvPr>
          <p:cNvPicPr>
            <a:picLocks noChangeAspect="1"/>
          </p:cNvPicPr>
          <p:nvPr/>
        </p:nvPicPr>
        <p:blipFill>
          <a:blip r:embed="rId19" cstate="print">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10806884" y="6082764"/>
            <a:ext cx="1082711" cy="721808"/>
          </a:xfrm>
          <a:prstGeom prst="rect">
            <a:avLst/>
          </a:prstGeom>
        </p:spPr>
      </p:pic>
      <p:sp>
        <p:nvSpPr>
          <p:cNvPr id="21" name="Title Text"/>
          <p:cNvSpPr txBox="1">
            <a:spLocks noGrp="1"/>
          </p:cNvSpPr>
          <p:nvPr>
            <p:ph type="title"/>
          </p:nvPr>
        </p:nvSpPr>
        <p:spPr>
          <a:xfrm>
            <a:off x="272233" y="336263"/>
            <a:ext cx="11536220" cy="80813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91440" rIns="45719" anchor="t">
            <a:noAutofit/>
          </a:bodyPr>
          <a:lstStyle/>
          <a:p>
            <a:r>
              <a:rPr dirty="0"/>
              <a:t>Title Text</a:t>
            </a:r>
          </a:p>
        </p:txBody>
      </p:sp>
      <p:sp>
        <p:nvSpPr>
          <p:cNvPr id="22" name="Body Level One…"/>
          <p:cNvSpPr txBox="1">
            <a:spLocks noGrp="1"/>
          </p:cNvSpPr>
          <p:nvPr>
            <p:ph type="body" idx="1"/>
          </p:nvPr>
        </p:nvSpPr>
        <p:spPr>
          <a:xfrm>
            <a:off x="347472" y="1310480"/>
            <a:ext cx="10515601" cy="435133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20" rIns="45719">
            <a:noAutofit/>
          </a:bodyPr>
          <a:lstStyle/>
          <a:p>
            <a:r>
              <a:rPr dirty="0"/>
              <a:t>Body Level One</a:t>
            </a:r>
          </a:p>
          <a:p>
            <a:pPr lvl="1"/>
            <a:r>
              <a:rPr dirty="0"/>
              <a:t>Body Level Two</a:t>
            </a:r>
          </a:p>
          <a:p>
            <a:pPr lvl="2"/>
            <a:r>
              <a:rPr dirty="0"/>
              <a:t>Body Level Three</a:t>
            </a:r>
          </a:p>
          <a:p>
            <a:pPr lvl="3"/>
            <a:r>
              <a:rPr dirty="0"/>
              <a:t>Body Level Four</a:t>
            </a:r>
          </a:p>
          <a:p>
            <a:pPr lvl="4"/>
            <a:r>
              <a:rPr dirty="0"/>
              <a:t>Body Level Five</a:t>
            </a:r>
          </a:p>
        </p:txBody>
      </p:sp>
      <p:sp>
        <p:nvSpPr>
          <p:cNvPr id="28" name="Slide Number Placeholder 27">
            <a:extLst>
              <a:ext uri="{FF2B5EF4-FFF2-40B4-BE49-F238E27FC236}">
                <a16:creationId xmlns:a16="http://schemas.microsoft.com/office/drawing/2014/main" id="{9DD666D0-CF25-4F2F-AA97-3C4F166D9537}"/>
              </a:ext>
            </a:extLst>
          </p:cNvPr>
          <p:cNvSpPr>
            <a:spLocks noGrp="1"/>
          </p:cNvSpPr>
          <p:nvPr>
            <p:ph type="sldNum" sz="quarter" idx="4"/>
          </p:nvPr>
        </p:nvSpPr>
        <p:spPr>
          <a:xfrm>
            <a:off x="296055" y="6412748"/>
            <a:ext cx="426564" cy="365125"/>
          </a:xfrm>
          <a:prstGeom prst="rect">
            <a:avLst/>
          </a:prstGeom>
        </p:spPr>
        <p:txBody>
          <a:bodyPr vert="horz" lIns="91440" tIns="45720" rIns="91440" bIns="45720" rtlCol="0" anchor="ctr"/>
          <a:lstStyle>
            <a:lvl1pPr algn="l">
              <a:defRPr sz="900">
                <a:solidFill>
                  <a:schemeClr val="bg1">
                    <a:lumMod val="50000"/>
                  </a:schemeClr>
                </a:solidFill>
              </a:defRPr>
            </a:lvl1pPr>
          </a:lstStyle>
          <a:p>
            <a:fld id="{2B143D1D-9801-49CA-88C0-178C03B6937F}" type="slidenum">
              <a:rPr lang="en-US" smtClean="0"/>
              <a:t>‹#›</a:t>
            </a:fld>
            <a:endParaRPr lang="en-US" dirty="0"/>
          </a:p>
        </p:txBody>
      </p:sp>
      <p:sp>
        <p:nvSpPr>
          <p:cNvPr id="6" name="Footer Placeholder 5">
            <a:extLst>
              <a:ext uri="{FF2B5EF4-FFF2-40B4-BE49-F238E27FC236}">
                <a16:creationId xmlns:a16="http://schemas.microsoft.com/office/drawing/2014/main" id="{C3EDE3A7-E046-2B16-B5A2-4C20BB2AB90E}"/>
              </a:ext>
            </a:extLst>
          </p:cNvPr>
          <p:cNvSpPr>
            <a:spLocks noGrp="1"/>
          </p:cNvSpPr>
          <p:nvPr>
            <p:ph type="ftr" sz="quarter" idx="3"/>
          </p:nvPr>
        </p:nvSpPr>
        <p:spPr>
          <a:xfrm>
            <a:off x="640080" y="6479007"/>
            <a:ext cx="5455920" cy="230832"/>
          </a:xfrm>
          <a:prstGeom prst="rect">
            <a:avLst/>
          </a:prstGeom>
        </p:spPr>
        <p:txBody>
          <a:bodyPr wrap="square">
            <a:noAutofit/>
          </a:bodyPr>
          <a:lstStyle>
            <a:lvl1pPr>
              <a:defRPr lang="en-US" sz="900" b="0" i="0">
                <a:solidFill>
                  <a:schemeClr val="tx1">
                    <a:lumMod val="50000"/>
                    <a:lumOff val="50000"/>
                  </a:schemeClr>
                </a:solidFill>
                <a:latin typeface="Arial" panose="020B0604020202020204" pitchFamily="34" charset="0"/>
              </a:defRPr>
            </a:lvl1pPr>
          </a:lstStyle>
          <a:p>
            <a:endParaRPr lang="en-US" dirty="0"/>
          </a:p>
        </p:txBody>
      </p:sp>
      <p:sp>
        <p:nvSpPr>
          <p:cNvPr id="2" name="Rectangle 1">
            <a:extLst>
              <a:ext uri="{FF2B5EF4-FFF2-40B4-BE49-F238E27FC236}">
                <a16:creationId xmlns:a16="http://schemas.microsoft.com/office/drawing/2014/main" id="{E7D78C34-40B5-1173-3C60-97637D69BDBC}"/>
              </a:ext>
            </a:extLst>
          </p:cNvPr>
          <p:cNvSpPr/>
          <p:nvPr userDrawn="1"/>
        </p:nvSpPr>
        <p:spPr>
          <a:xfrm>
            <a:off x="5102780" y="6489517"/>
            <a:ext cx="1986441" cy="230832"/>
          </a:xfrm>
          <a:prstGeom prst="rect">
            <a:avLst/>
          </a:prstGeom>
        </p:spPr>
        <p:txBody>
          <a:bodyPr wrap="none">
            <a:spAutoFit/>
          </a:bodyPr>
          <a:lstStyle/>
          <a:p>
            <a:r>
              <a:rPr lang="en-US" sz="900" b="0" i="0" dirty="0">
                <a:solidFill>
                  <a:schemeClr val="bg2"/>
                </a:solidFill>
                <a:effectLst/>
                <a:latin typeface="+mj-lt"/>
              </a:rPr>
              <a:t>Confidential. For Internal Use Only.</a:t>
            </a:r>
            <a:endParaRPr lang="en-US" sz="900" b="0" dirty="0">
              <a:solidFill>
                <a:schemeClr val="bg2"/>
              </a:solidFill>
              <a:latin typeface="+mj-lt"/>
            </a:endParaRPr>
          </a:p>
        </p:txBody>
      </p:sp>
    </p:spTree>
    <p:extLst>
      <p:ext uri="{BB962C8B-B14F-4D97-AF65-F5344CB8AC3E}">
        <p14:creationId xmlns:p14="http://schemas.microsoft.com/office/powerpoint/2010/main" val="921773295"/>
      </p:ext>
    </p:extLst>
  </p:cSld>
  <p:clrMap bg1="lt1" tx1="dk1" bg2="lt2" tx2="dk2" accent1="accent1" accent2="accent2" accent3="accent3" accent4="accent4" accent5="accent5" accent6="accent6" hlink="hlink" folHlink="folHlink"/>
  <p:sldLayoutIdLst>
    <p:sldLayoutId id="2147483744" r:id="rId1"/>
    <p:sldLayoutId id="2147483745" r:id="rId2"/>
    <p:sldLayoutId id="2147483746" r:id="rId3"/>
    <p:sldLayoutId id="2147483747" r:id="rId4"/>
    <p:sldLayoutId id="2147483748" r:id="rId5"/>
    <p:sldLayoutId id="2147483749" r:id="rId6"/>
    <p:sldLayoutId id="2147483750" r:id="rId7"/>
    <p:sldLayoutId id="2147483751" r:id="rId8"/>
    <p:sldLayoutId id="2147483752" r:id="rId9"/>
    <p:sldLayoutId id="2147483753" r:id="rId10"/>
    <p:sldLayoutId id="2147483754" r:id="rId11"/>
    <p:sldLayoutId id="2147483755" r:id="rId12"/>
    <p:sldLayoutId id="2147483756" r:id="rId13"/>
    <p:sldLayoutId id="2147483757" r:id="rId14"/>
    <p:sldLayoutId id="2147483758" r:id="rId15"/>
    <p:sldLayoutId id="2147483759" r:id="rId16"/>
    <p:sldLayoutId id="2147483760" r:id="rId17"/>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txStyles>
    <p:titleStyle>
      <a:lvl1pPr marL="0" marR="0" indent="0" algn="l" defTabSz="914240" eaLnBrk="1" latinLnBrk="0" hangingPunct="1">
        <a:lnSpc>
          <a:spcPct val="95000"/>
        </a:lnSpc>
        <a:spcBef>
          <a:spcPts val="0"/>
        </a:spcBef>
        <a:spcAft>
          <a:spcPts val="0"/>
        </a:spcAft>
        <a:buClrTx/>
        <a:buSzTx/>
        <a:buFontTx/>
        <a:buNone/>
        <a:tabLst/>
        <a:defRPr sz="2600" b="1" i="0" u="none" strike="noStrike" cap="none" spc="0" baseline="0">
          <a:solidFill>
            <a:schemeClr val="accent4"/>
          </a:solidFill>
          <a:uFillTx/>
          <a:latin typeface="+mj-lt"/>
          <a:ea typeface="Arial" panose="020B0604020202020204" pitchFamily="34" charset="0"/>
          <a:cs typeface="Arial" panose="020B0604020202020204" pitchFamily="34" charset="0"/>
          <a:sym typeface="Avenir Black"/>
        </a:defRPr>
      </a:lvl1pPr>
      <a:lvl2pPr marL="0" marR="0" indent="0" algn="l" defTabSz="914240" eaLnBrk="1" latinLnBrk="0" hangingPunct="1">
        <a:lnSpc>
          <a:spcPct val="80000"/>
        </a:lnSpc>
        <a:spcBef>
          <a:spcPts val="0"/>
        </a:spcBef>
        <a:spcAft>
          <a:spcPts val="0"/>
        </a:spcAft>
        <a:buClrTx/>
        <a:buSzTx/>
        <a:buFontTx/>
        <a:buNone/>
        <a:tabLst/>
        <a:defRPr sz="2600" b="0" i="0" u="none" strike="noStrike" cap="none" spc="0" baseline="0">
          <a:solidFill>
            <a:schemeClr val="accent1"/>
          </a:solidFill>
          <a:uFillTx/>
          <a:latin typeface="Avenir Black"/>
          <a:ea typeface="Avenir Black"/>
          <a:cs typeface="Avenir Black"/>
          <a:sym typeface="Avenir Black"/>
        </a:defRPr>
      </a:lvl2pPr>
      <a:lvl3pPr marL="0" marR="0" indent="0" algn="l" defTabSz="914240" eaLnBrk="1" latinLnBrk="0" hangingPunct="1">
        <a:lnSpc>
          <a:spcPct val="80000"/>
        </a:lnSpc>
        <a:spcBef>
          <a:spcPts val="0"/>
        </a:spcBef>
        <a:spcAft>
          <a:spcPts val="0"/>
        </a:spcAft>
        <a:buClrTx/>
        <a:buSzTx/>
        <a:buFontTx/>
        <a:buNone/>
        <a:tabLst/>
        <a:defRPr sz="2600" b="0" i="0" u="none" strike="noStrike" cap="none" spc="0" baseline="0">
          <a:solidFill>
            <a:schemeClr val="accent1"/>
          </a:solidFill>
          <a:uFillTx/>
          <a:latin typeface="Avenir Black"/>
          <a:ea typeface="Avenir Black"/>
          <a:cs typeface="Avenir Black"/>
          <a:sym typeface="Avenir Black"/>
        </a:defRPr>
      </a:lvl3pPr>
      <a:lvl4pPr marL="0" marR="0" indent="0" algn="l" defTabSz="914240" eaLnBrk="1" latinLnBrk="0" hangingPunct="1">
        <a:lnSpc>
          <a:spcPct val="80000"/>
        </a:lnSpc>
        <a:spcBef>
          <a:spcPts val="0"/>
        </a:spcBef>
        <a:spcAft>
          <a:spcPts val="0"/>
        </a:spcAft>
        <a:buClrTx/>
        <a:buSzTx/>
        <a:buFontTx/>
        <a:buNone/>
        <a:tabLst/>
        <a:defRPr sz="2600" b="0" i="0" u="none" strike="noStrike" cap="none" spc="0" baseline="0">
          <a:solidFill>
            <a:schemeClr val="accent1"/>
          </a:solidFill>
          <a:uFillTx/>
          <a:latin typeface="Avenir Black"/>
          <a:ea typeface="Avenir Black"/>
          <a:cs typeface="Avenir Black"/>
          <a:sym typeface="Avenir Black"/>
        </a:defRPr>
      </a:lvl4pPr>
      <a:lvl5pPr marL="0" marR="0" indent="0" algn="l" defTabSz="914240" eaLnBrk="1" latinLnBrk="0" hangingPunct="1">
        <a:lnSpc>
          <a:spcPct val="80000"/>
        </a:lnSpc>
        <a:spcBef>
          <a:spcPts val="0"/>
        </a:spcBef>
        <a:spcAft>
          <a:spcPts val="0"/>
        </a:spcAft>
        <a:buClrTx/>
        <a:buSzTx/>
        <a:buFontTx/>
        <a:buNone/>
        <a:tabLst/>
        <a:defRPr sz="2600" b="0" i="0" u="none" strike="noStrike" cap="none" spc="0" baseline="0">
          <a:solidFill>
            <a:schemeClr val="accent1"/>
          </a:solidFill>
          <a:uFillTx/>
          <a:latin typeface="Avenir Black"/>
          <a:ea typeface="Avenir Black"/>
          <a:cs typeface="Avenir Black"/>
          <a:sym typeface="Avenir Black"/>
        </a:defRPr>
      </a:lvl5pPr>
      <a:lvl6pPr marL="0" marR="0" indent="0" algn="l" defTabSz="914240" eaLnBrk="1" latinLnBrk="0" hangingPunct="1">
        <a:lnSpc>
          <a:spcPct val="80000"/>
        </a:lnSpc>
        <a:spcBef>
          <a:spcPts val="0"/>
        </a:spcBef>
        <a:spcAft>
          <a:spcPts val="0"/>
        </a:spcAft>
        <a:buClrTx/>
        <a:buSzTx/>
        <a:buFontTx/>
        <a:buNone/>
        <a:tabLst/>
        <a:defRPr sz="2600" b="0" i="0" u="none" strike="noStrike" cap="none" spc="0" baseline="0">
          <a:solidFill>
            <a:schemeClr val="accent1"/>
          </a:solidFill>
          <a:uFillTx/>
          <a:latin typeface="Avenir Black"/>
          <a:ea typeface="Avenir Black"/>
          <a:cs typeface="Avenir Black"/>
          <a:sym typeface="Avenir Black"/>
        </a:defRPr>
      </a:lvl6pPr>
      <a:lvl7pPr marL="0" marR="0" indent="0" algn="l" defTabSz="914240" eaLnBrk="1" latinLnBrk="0" hangingPunct="1">
        <a:lnSpc>
          <a:spcPct val="80000"/>
        </a:lnSpc>
        <a:spcBef>
          <a:spcPts val="0"/>
        </a:spcBef>
        <a:spcAft>
          <a:spcPts val="0"/>
        </a:spcAft>
        <a:buClrTx/>
        <a:buSzTx/>
        <a:buFontTx/>
        <a:buNone/>
        <a:tabLst/>
        <a:defRPr sz="2600" b="0" i="0" u="none" strike="noStrike" cap="none" spc="0" baseline="0">
          <a:solidFill>
            <a:schemeClr val="accent1"/>
          </a:solidFill>
          <a:uFillTx/>
          <a:latin typeface="Avenir Black"/>
          <a:ea typeface="Avenir Black"/>
          <a:cs typeface="Avenir Black"/>
          <a:sym typeface="Avenir Black"/>
        </a:defRPr>
      </a:lvl7pPr>
      <a:lvl8pPr marL="0" marR="0" indent="0" algn="l" defTabSz="914240" eaLnBrk="1" latinLnBrk="0" hangingPunct="1">
        <a:lnSpc>
          <a:spcPct val="80000"/>
        </a:lnSpc>
        <a:spcBef>
          <a:spcPts val="0"/>
        </a:spcBef>
        <a:spcAft>
          <a:spcPts val="0"/>
        </a:spcAft>
        <a:buClrTx/>
        <a:buSzTx/>
        <a:buFontTx/>
        <a:buNone/>
        <a:tabLst/>
        <a:defRPr sz="2600" b="0" i="0" u="none" strike="noStrike" cap="none" spc="0" baseline="0">
          <a:solidFill>
            <a:schemeClr val="accent1"/>
          </a:solidFill>
          <a:uFillTx/>
          <a:latin typeface="Avenir Black"/>
          <a:ea typeface="Avenir Black"/>
          <a:cs typeface="Avenir Black"/>
          <a:sym typeface="Avenir Black"/>
        </a:defRPr>
      </a:lvl8pPr>
      <a:lvl9pPr marL="0" marR="0" indent="0" algn="l" defTabSz="914240" eaLnBrk="1" latinLnBrk="0" hangingPunct="1">
        <a:lnSpc>
          <a:spcPct val="80000"/>
        </a:lnSpc>
        <a:spcBef>
          <a:spcPts val="0"/>
        </a:spcBef>
        <a:spcAft>
          <a:spcPts val="0"/>
        </a:spcAft>
        <a:buClrTx/>
        <a:buSzTx/>
        <a:buFontTx/>
        <a:buNone/>
        <a:tabLst/>
        <a:defRPr sz="2600" b="0" i="0" u="none" strike="noStrike" cap="none" spc="0" baseline="0">
          <a:solidFill>
            <a:schemeClr val="accent1"/>
          </a:solidFill>
          <a:uFillTx/>
          <a:latin typeface="Avenir Black"/>
          <a:ea typeface="Avenir Black"/>
          <a:cs typeface="Avenir Black"/>
          <a:sym typeface="Avenir Black"/>
        </a:defRPr>
      </a:lvl9pPr>
    </p:titleStyle>
    <p:bodyStyle>
      <a:lvl1pPr marL="228560" marR="0" indent="-228560" algn="l" defTabSz="914240" eaLnBrk="1" latinLnBrk="0" hangingPunct="1">
        <a:lnSpc>
          <a:spcPct val="90000"/>
        </a:lnSpc>
        <a:spcBef>
          <a:spcPts val="1000"/>
        </a:spcBef>
        <a:spcAft>
          <a:spcPts val="400"/>
        </a:spcAft>
        <a:buClr>
          <a:schemeClr val="accent4"/>
        </a:buClr>
        <a:buSzPct val="100000"/>
        <a:buFont typeface="Arial" panose="020B0604020202020204" pitchFamily="34" charset="0"/>
        <a:buChar char="•"/>
        <a:tabLst/>
        <a:defRPr sz="1600" b="0" i="0" u="none" strike="noStrike" cap="none" spc="0" baseline="0">
          <a:solidFill>
            <a:schemeClr val="bg2"/>
          </a:solidFill>
          <a:uFillTx/>
          <a:latin typeface="Arial" panose="020B0604020202020204" pitchFamily="34" charset="0"/>
          <a:ea typeface="Arial" panose="020B0604020202020204" pitchFamily="34" charset="0"/>
          <a:cs typeface="Arial" panose="020B0604020202020204" pitchFamily="34" charset="0"/>
          <a:sym typeface="Avenir Book"/>
        </a:defRPr>
      </a:lvl1pPr>
      <a:lvl2pPr marL="463550" marR="0" indent="-165100" algn="l" defTabSz="914240" eaLnBrk="1" latinLnBrk="0" hangingPunct="1">
        <a:lnSpc>
          <a:spcPct val="90000"/>
        </a:lnSpc>
        <a:spcBef>
          <a:spcPts val="400"/>
        </a:spcBef>
        <a:spcAft>
          <a:spcPts val="400"/>
        </a:spcAft>
        <a:buClr>
          <a:schemeClr val="accent4"/>
        </a:buClr>
        <a:buSzPct val="100000"/>
        <a:buFont typeface="System Font Regular"/>
        <a:buChar char="–"/>
        <a:tabLst/>
        <a:defRPr sz="1400" b="0" i="0" u="none" strike="noStrike" cap="none" spc="0" baseline="0">
          <a:solidFill>
            <a:schemeClr val="bg2"/>
          </a:solidFill>
          <a:uFillTx/>
          <a:latin typeface="Arial" panose="020B0604020202020204" pitchFamily="34" charset="0"/>
          <a:ea typeface="Arial" panose="020B0604020202020204" pitchFamily="34" charset="0"/>
          <a:cs typeface="Arial" panose="020B0604020202020204" pitchFamily="34" charset="0"/>
          <a:sym typeface="Avenir Book"/>
        </a:defRPr>
      </a:lvl2pPr>
      <a:lvl3pPr marL="687388" marR="0" indent="-173038" algn="l" defTabSz="914240" eaLnBrk="1" latinLnBrk="0" hangingPunct="1">
        <a:lnSpc>
          <a:spcPct val="90000"/>
        </a:lnSpc>
        <a:spcBef>
          <a:spcPts val="400"/>
        </a:spcBef>
        <a:spcAft>
          <a:spcPts val="400"/>
        </a:spcAft>
        <a:buClr>
          <a:schemeClr val="accent4"/>
        </a:buClr>
        <a:buSzPct val="100000"/>
        <a:buFont typeface="Arial" panose="020B0604020202020204" pitchFamily="34" charset="0"/>
        <a:buChar char="•"/>
        <a:tabLst/>
        <a:defRPr sz="1200" b="0" i="0" u="none" strike="noStrike" cap="none" spc="0" baseline="0">
          <a:solidFill>
            <a:schemeClr val="bg2"/>
          </a:solidFill>
          <a:uFillTx/>
          <a:latin typeface="Arial" panose="020B0604020202020204" pitchFamily="34" charset="0"/>
          <a:ea typeface="Arial" panose="020B0604020202020204" pitchFamily="34" charset="0"/>
          <a:cs typeface="Arial" panose="020B0604020202020204" pitchFamily="34" charset="0"/>
          <a:sym typeface="Avenir Book"/>
        </a:defRPr>
      </a:lvl3pPr>
      <a:lvl4pPr marL="862013" marR="0" indent="-157163" algn="l" defTabSz="914240" eaLnBrk="1" latinLnBrk="0" hangingPunct="1">
        <a:lnSpc>
          <a:spcPct val="90000"/>
        </a:lnSpc>
        <a:spcBef>
          <a:spcPts val="400"/>
        </a:spcBef>
        <a:spcAft>
          <a:spcPts val="400"/>
        </a:spcAft>
        <a:buClr>
          <a:schemeClr val="accent4"/>
        </a:buClr>
        <a:buSzPct val="100000"/>
        <a:buFont typeface="System Font Regular"/>
        <a:buChar char="–"/>
        <a:tabLst/>
        <a:defRPr sz="1200" b="0" i="0" u="none" strike="noStrike" cap="none" spc="0" baseline="0">
          <a:solidFill>
            <a:schemeClr val="bg2"/>
          </a:solidFill>
          <a:uFillTx/>
          <a:latin typeface="Arial" panose="020B0604020202020204" pitchFamily="34" charset="0"/>
          <a:ea typeface="Arial" panose="020B0604020202020204" pitchFamily="34" charset="0"/>
          <a:cs typeface="Arial" panose="020B0604020202020204" pitchFamily="34" charset="0"/>
          <a:sym typeface="Avenir Book"/>
        </a:defRPr>
      </a:lvl4pPr>
      <a:lvl5pPr marL="1085850" marR="0" indent="-157163" algn="l" defTabSz="914240" eaLnBrk="1" latinLnBrk="0" hangingPunct="1">
        <a:lnSpc>
          <a:spcPct val="90000"/>
        </a:lnSpc>
        <a:spcBef>
          <a:spcPts val="400"/>
        </a:spcBef>
        <a:spcAft>
          <a:spcPts val="400"/>
        </a:spcAft>
        <a:buClr>
          <a:schemeClr val="accent4"/>
        </a:buClr>
        <a:buSzPct val="100000"/>
        <a:buFont typeface="Arial" panose="020B0604020202020204" pitchFamily="34" charset="0"/>
        <a:buChar char="•"/>
        <a:tabLst/>
        <a:defRPr sz="1200" b="0" i="0" u="none" strike="noStrike" cap="none" spc="0" baseline="0">
          <a:solidFill>
            <a:schemeClr val="bg2"/>
          </a:solidFill>
          <a:uFillTx/>
          <a:latin typeface="Arial" panose="020B0604020202020204" pitchFamily="34" charset="0"/>
          <a:ea typeface="Arial" panose="020B0604020202020204" pitchFamily="34" charset="0"/>
          <a:cs typeface="Arial" panose="020B0604020202020204" pitchFamily="34" charset="0"/>
          <a:sym typeface="Avenir Book"/>
        </a:defRPr>
      </a:lvl5pPr>
      <a:lvl6pPr marL="2502130" marR="0" indent="-216530" algn="l" defTabSz="914240" eaLnBrk="1" latinLnBrk="0" hangingPunct="1">
        <a:lnSpc>
          <a:spcPct val="90000"/>
        </a:lnSpc>
        <a:spcBef>
          <a:spcPts val="1000"/>
        </a:spcBef>
        <a:spcAft>
          <a:spcPts val="0"/>
        </a:spcAft>
        <a:buClrTx/>
        <a:buSzPct val="100000"/>
        <a:buFont typeface="Arial"/>
        <a:buChar char="•"/>
        <a:tabLst/>
        <a:defRPr sz="1800" b="0" i="0" u="none" strike="noStrike" cap="none" spc="0" baseline="0">
          <a:solidFill>
            <a:srgbClr val="50626A"/>
          </a:solidFill>
          <a:uFillTx/>
          <a:latin typeface="Avenir Book"/>
          <a:ea typeface="Avenir Book"/>
          <a:cs typeface="Avenir Book"/>
          <a:sym typeface="Avenir Book"/>
        </a:defRPr>
      </a:lvl6pPr>
      <a:lvl7pPr marL="2959250" marR="0" indent="-216530" algn="l" defTabSz="914240" eaLnBrk="1" latinLnBrk="0" hangingPunct="1">
        <a:lnSpc>
          <a:spcPct val="90000"/>
        </a:lnSpc>
        <a:spcBef>
          <a:spcPts val="1000"/>
        </a:spcBef>
        <a:spcAft>
          <a:spcPts val="0"/>
        </a:spcAft>
        <a:buClrTx/>
        <a:buSzPct val="100000"/>
        <a:buFont typeface="Arial"/>
        <a:buChar char="•"/>
        <a:tabLst/>
        <a:defRPr sz="1800" b="0" i="0" u="none" strike="noStrike" cap="none" spc="0" baseline="0">
          <a:solidFill>
            <a:srgbClr val="50626A"/>
          </a:solidFill>
          <a:uFillTx/>
          <a:latin typeface="Avenir Book"/>
          <a:ea typeface="Avenir Book"/>
          <a:cs typeface="Avenir Book"/>
          <a:sym typeface="Avenir Book"/>
        </a:defRPr>
      </a:lvl7pPr>
      <a:lvl8pPr marL="3416370" marR="0" indent="-216530" algn="l" defTabSz="914240" eaLnBrk="1" latinLnBrk="0" hangingPunct="1">
        <a:lnSpc>
          <a:spcPct val="90000"/>
        </a:lnSpc>
        <a:spcBef>
          <a:spcPts val="1000"/>
        </a:spcBef>
        <a:spcAft>
          <a:spcPts val="0"/>
        </a:spcAft>
        <a:buClrTx/>
        <a:buSzPct val="100000"/>
        <a:buFont typeface="Arial"/>
        <a:buChar char="•"/>
        <a:tabLst/>
        <a:defRPr sz="1800" b="0" i="0" u="none" strike="noStrike" cap="none" spc="0" baseline="0">
          <a:solidFill>
            <a:srgbClr val="50626A"/>
          </a:solidFill>
          <a:uFillTx/>
          <a:latin typeface="Avenir Book"/>
          <a:ea typeface="Avenir Book"/>
          <a:cs typeface="Avenir Book"/>
          <a:sym typeface="Avenir Book"/>
        </a:defRPr>
      </a:lvl8pPr>
      <a:lvl9pPr marL="3873490" marR="0" indent="-216530" algn="l" defTabSz="914240" eaLnBrk="1" latinLnBrk="0" hangingPunct="1">
        <a:lnSpc>
          <a:spcPct val="90000"/>
        </a:lnSpc>
        <a:spcBef>
          <a:spcPts val="1000"/>
        </a:spcBef>
        <a:spcAft>
          <a:spcPts val="0"/>
        </a:spcAft>
        <a:buClrTx/>
        <a:buSzPct val="100000"/>
        <a:buFont typeface="Arial"/>
        <a:buChar char="•"/>
        <a:tabLst/>
        <a:defRPr sz="1800" b="0" i="0" u="none" strike="noStrike" cap="none" spc="0" baseline="0">
          <a:solidFill>
            <a:srgbClr val="50626A"/>
          </a:solidFill>
          <a:uFillTx/>
          <a:latin typeface="Avenir Book"/>
          <a:ea typeface="Avenir Book"/>
          <a:cs typeface="Avenir Book"/>
          <a:sym typeface="Avenir Book"/>
        </a:defRPr>
      </a:lvl9pPr>
    </p:bodyStyle>
    <p:otherStyle>
      <a:lvl1pPr marL="0" marR="0" indent="0" algn="ctr" defTabSz="914400" eaLnBrk="1" latinLnBrk="0" hangingPunct="1">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Montserrat Regular"/>
        </a:defRPr>
      </a:lvl1pPr>
      <a:lvl2pPr marL="0" marR="0" indent="457200" algn="ctr" defTabSz="914400" eaLnBrk="1" latinLnBrk="0" hangingPunct="1">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Montserrat Regular"/>
        </a:defRPr>
      </a:lvl2pPr>
      <a:lvl3pPr marL="0" marR="0" indent="914400" algn="ctr" defTabSz="914400" eaLnBrk="1" latinLnBrk="0" hangingPunct="1">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Montserrat Regular"/>
        </a:defRPr>
      </a:lvl3pPr>
      <a:lvl4pPr marL="0" marR="0" indent="1371600" algn="ctr" defTabSz="914400" eaLnBrk="1" latinLnBrk="0" hangingPunct="1">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Montserrat Regular"/>
        </a:defRPr>
      </a:lvl4pPr>
      <a:lvl5pPr marL="0" marR="0" indent="1828800" algn="ctr" defTabSz="914400" eaLnBrk="1" latinLnBrk="0" hangingPunct="1">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Montserrat Regular"/>
        </a:defRPr>
      </a:lvl5pPr>
      <a:lvl6pPr marL="0" marR="0" indent="2286000" algn="ctr" defTabSz="914400" eaLnBrk="1" latinLnBrk="0" hangingPunct="1">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Montserrat Regular"/>
        </a:defRPr>
      </a:lvl6pPr>
      <a:lvl7pPr marL="0" marR="0" indent="2743200" algn="ctr" defTabSz="914400" eaLnBrk="1" latinLnBrk="0" hangingPunct="1">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Montserrat Regular"/>
        </a:defRPr>
      </a:lvl7pPr>
      <a:lvl8pPr marL="0" marR="0" indent="3200400" algn="ctr" defTabSz="914400" eaLnBrk="1" latinLnBrk="0" hangingPunct="1">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Montserrat Regular"/>
        </a:defRPr>
      </a:lvl8pPr>
      <a:lvl9pPr marL="0" marR="0" indent="3657600" algn="ctr" defTabSz="914400" eaLnBrk="1" latinLnBrk="0" hangingPunct="1">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Montserrat Regular"/>
        </a:defRPr>
      </a:lvl9pPr>
    </p:otherStyle>
  </p:txStyles>
  <p:extLst>
    <p:ext uri="{27BBF7A9-308A-43DC-89C8-2F10F3537804}">
      <p15:sldGuideLst xmlns:p15="http://schemas.microsoft.com/office/powerpoint/2012/main">
        <p15:guide id="1" orient="horz" pos="432">
          <p15:clr>
            <a:srgbClr val="F26B43"/>
          </p15:clr>
        </p15:guide>
        <p15:guide id="2" orient="horz" pos="35">
          <p15:clr>
            <a:srgbClr val="F26B43"/>
          </p15:clr>
        </p15:guide>
        <p15:guide id="3" pos="168">
          <p15:clr>
            <a:srgbClr val="F26B43"/>
          </p15:clr>
        </p15:guide>
        <p15:guide id="4" pos="7512">
          <p15:clr>
            <a:srgbClr val="F26B43"/>
          </p15:clr>
        </p15:guide>
        <p15:guide id="9" orient="horz" pos="4173">
          <p15:clr>
            <a:srgbClr val="F26B43"/>
          </p15:clr>
        </p15:guide>
        <p15:guide id="10" pos="240">
          <p15:clr>
            <a:srgbClr val="F26B43"/>
          </p15:clr>
        </p15:guide>
        <p15:guide id="11" pos="7440">
          <p15:clr>
            <a:srgbClr val="F26B43"/>
          </p15:clr>
        </p15:guide>
        <p15:guide id="17" orient="horz" pos="720">
          <p15:clr>
            <a:srgbClr val="F26B43"/>
          </p15:clr>
        </p15:guide>
        <p15:guide id="18" orient="horz" pos="3912">
          <p15:clr>
            <a:srgbClr val="F26B43"/>
          </p15:clr>
        </p15:guide>
        <p15:guide id="19" pos="3840">
          <p15:clr>
            <a:srgbClr val="F26B43"/>
          </p15:clr>
        </p15:guide>
        <p15:guide id="20" pos="3888">
          <p15:clr>
            <a:srgbClr val="F26B43"/>
          </p15:clr>
        </p15:guide>
        <p15:guide id="21" pos="3792">
          <p15:clr>
            <a:srgbClr val="F26B43"/>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0A9E4256-DD49-0127-DBDC-BD78388E14D7}"/>
              </a:ext>
            </a:extLst>
          </p:cNvPr>
          <p:cNvPicPr>
            <a:picLocks noChangeAspect="1"/>
          </p:cNvPicPr>
          <p:nvPr userDrawn="1"/>
        </p:nvPicPr>
        <p:blipFill>
          <a:blip r:embed="rId15" cstate="screen">
            <a:extLst>
              <a:ext uri="{28A0092B-C50C-407E-A947-70E740481C1C}">
                <a14:useLocalDpi xmlns:a14="http://schemas.microsoft.com/office/drawing/2010/main"/>
              </a:ext>
              <a:ext uri="{96DAC541-7B7A-43D3-8B79-37D633B846F1}">
                <asvg:svgBlip xmlns:asvg="http://schemas.microsoft.com/office/drawing/2016/SVG/main" r:embed="rId16"/>
              </a:ext>
            </a:extLst>
          </a:blip>
          <a:stretch>
            <a:fillRect/>
          </a:stretch>
        </p:blipFill>
        <p:spPr>
          <a:xfrm>
            <a:off x="10806884" y="6082764"/>
            <a:ext cx="1082711" cy="721808"/>
          </a:xfrm>
          <a:prstGeom prst="rect">
            <a:avLst/>
          </a:prstGeom>
        </p:spPr>
      </p:pic>
      <p:sp>
        <p:nvSpPr>
          <p:cNvPr id="21" name="Title Text"/>
          <p:cNvSpPr txBox="1">
            <a:spLocks noGrp="1"/>
          </p:cNvSpPr>
          <p:nvPr>
            <p:ph type="title"/>
          </p:nvPr>
        </p:nvSpPr>
        <p:spPr>
          <a:xfrm>
            <a:off x="272233" y="336263"/>
            <a:ext cx="11536220" cy="808138"/>
          </a:xfrm>
          <a:prstGeom prst="rect">
            <a:avLst/>
          </a:prstGeom>
          <a:ln w="12700">
            <a:miter lim="400000"/>
          </a:ln>
          <a:extLst>
            <a:ext uri="{C572A759-6A51-4108-AA02-DFA0A04FC94B}">
              <ma14:wrappingTextBoxFlag xmlns:ma14="http://schemas.microsoft.com/office/mac/drawingml/2011/main" xmlns="" val="1"/>
            </a:ext>
          </a:extLst>
        </p:spPr>
        <p:txBody>
          <a:bodyPr lIns="91440" rIns="45719" anchor="t">
            <a:noAutofit/>
          </a:bodyPr>
          <a:lstStyle/>
          <a:p>
            <a:r>
              <a:t>Title Text</a:t>
            </a:r>
          </a:p>
        </p:txBody>
      </p:sp>
      <p:sp>
        <p:nvSpPr>
          <p:cNvPr id="22" name="Body Level One…"/>
          <p:cNvSpPr txBox="1">
            <a:spLocks noGrp="1"/>
          </p:cNvSpPr>
          <p:nvPr>
            <p:ph type="body" idx="1"/>
          </p:nvPr>
        </p:nvSpPr>
        <p:spPr>
          <a:xfrm>
            <a:off x="347472" y="1310480"/>
            <a:ext cx="10515601" cy="4351339"/>
          </a:xfrm>
          <a:prstGeom prst="rect">
            <a:avLst/>
          </a:prstGeom>
          <a:ln w="12700">
            <a:miter lim="400000"/>
          </a:ln>
          <a:extLst>
            <a:ext uri="{C572A759-6A51-4108-AA02-DFA0A04FC94B}">
              <ma14:wrappingTextBoxFlag xmlns:ma14="http://schemas.microsoft.com/office/mac/drawingml/2011/main" xmlns="" val="1"/>
            </a:ext>
          </a:extLst>
        </p:spPr>
        <p:txBody>
          <a:bodyPr lIns="45720" rIns="45719">
            <a:noAutofit/>
          </a:bodyPr>
          <a:lstStyle/>
          <a:p>
            <a:r>
              <a:t>Body Level One</a:t>
            </a:r>
          </a:p>
          <a:p>
            <a:pPr lvl="1"/>
            <a:r>
              <a:t>Body Level Two</a:t>
            </a:r>
          </a:p>
          <a:p>
            <a:pPr lvl="2"/>
            <a:r>
              <a:t>Body Level Three</a:t>
            </a:r>
          </a:p>
          <a:p>
            <a:pPr lvl="3"/>
            <a:r>
              <a:t>Body Level Four</a:t>
            </a:r>
          </a:p>
          <a:p>
            <a:pPr lvl="4"/>
            <a:r>
              <a:t>Body Level Five</a:t>
            </a:r>
          </a:p>
        </p:txBody>
      </p:sp>
      <p:sp>
        <p:nvSpPr>
          <p:cNvPr id="28" name="Slide Number Placeholder 27">
            <a:extLst>
              <a:ext uri="{FF2B5EF4-FFF2-40B4-BE49-F238E27FC236}">
                <a16:creationId xmlns:a16="http://schemas.microsoft.com/office/drawing/2014/main" id="{9DD666D0-CF25-4F2F-AA97-3C4F166D9537}"/>
              </a:ext>
            </a:extLst>
          </p:cNvPr>
          <p:cNvSpPr>
            <a:spLocks noGrp="1"/>
          </p:cNvSpPr>
          <p:nvPr>
            <p:ph type="sldNum" sz="quarter" idx="4"/>
          </p:nvPr>
        </p:nvSpPr>
        <p:spPr>
          <a:xfrm>
            <a:off x="296055" y="6412748"/>
            <a:ext cx="426564" cy="365125"/>
          </a:xfrm>
          <a:prstGeom prst="rect">
            <a:avLst/>
          </a:prstGeom>
        </p:spPr>
        <p:txBody>
          <a:bodyPr vert="horz" lIns="91440" tIns="45720" rIns="91440" bIns="45720" rtlCol="0" anchor="ctr"/>
          <a:lstStyle>
            <a:lvl1pPr algn="l">
              <a:defRPr sz="900">
                <a:solidFill>
                  <a:schemeClr val="bg1">
                    <a:lumMod val="50000"/>
                  </a:schemeClr>
                </a:solidFill>
              </a:defRPr>
            </a:lvl1pPr>
          </a:lstStyle>
          <a:p>
            <a:fld id="{2B143D1D-9801-49CA-88C0-178C03B6937F}" type="slidenum">
              <a:rPr lang="en-US" smtClean="0"/>
              <a:t>‹#›</a:t>
            </a:fld>
            <a:endParaRPr lang="en-US" dirty="0"/>
          </a:p>
        </p:txBody>
      </p:sp>
      <p:sp>
        <p:nvSpPr>
          <p:cNvPr id="6" name="Footer Placeholder 5">
            <a:extLst>
              <a:ext uri="{FF2B5EF4-FFF2-40B4-BE49-F238E27FC236}">
                <a16:creationId xmlns:a16="http://schemas.microsoft.com/office/drawing/2014/main" id="{C3EDE3A7-E046-2B16-B5A2-4C20BB2AB90E}"/>
              </a:ext>
            </a:extLst>
          </p:cNvPr>
          <p:cNvSpPr>
            <a:spLocks noGrp="1"/>
          </p:cNvSpPr>
          <p:nvPr>
            <p:ph type="ftr" sz="quarter" idx="3"/>
          </p:nvPr>
        </p:nvSpPr>
        <p:spPr>
          <a:xfrm>
            <a:off x="640080" y="6479007"/>
            <a:ext cx="5455920" cy="230832"/>
          </a:xfrm>
          <a:prstGeom prst="rect">
            <a:avLst/>
          </a:prstGeom>
        </p:spPr>
        <p:txBody>
          <a:bodyPr wrap="square">
            <a:noAutofit/>
          </a:bodyPr>
          <a:lstStyle>
            <a:lvl1pPr>
              <a:defRPr lang="en-US" sz="900" b="0" i="0">
                <a:solidFill>
                  <a:schemeClr val="tx1">
                    <a:lumMod val="50000"/>
                    <a:lumOff val="50000"/>
                  </a:schemeClr>
                </a:solidFill>
                <a:latin typeface="Arial" panose="020B0604020202020204" pitchFamily="34" charset="0"/>
              </a:defRPr>
            </a:lvl1pPr>
          </a:lstStyle>
          <a:p>
            <a:endParaRPr lang="en-US" dirty="0"/>
          </a:p>
        </p:txBody>
      </p:sp>
    </p:spTree>
    <p:extLst>
      <p:ext uri="{BB962C8B-B14F-4D97-AF65-F5344CB8AC3E}">
        <p14:creationId xmlns:p14="http://schemas.microsoft.com/office/powerpoint/2010/main" val="3717214745"/>
      </p:ext>
    </p:extLst>
  </p:cSld>
  <p:clrMap bg1="lt1" tx1="dk1" bg2="lt2" tx2="dk2" accent1="accent1" accent2="accent2" accent3="accent3" accent4="accent4" accent5="accent5" accent6="accent6" hlink="hlink" folHlink="folHlink"/>
  <p:sldLayoutIdLst>
    <p:sldLayoutId id="2147483762" r:id="rId1"/>
    <p:sldLayoutId id="2147483763" r:id="rId2"/>
    <p:sldLayoutId id="2147483764" r:id="rId3"/>
    <p:sldLayoutId id="2147483765" r:id="rId4"/>
    <p:sldLayoutId id="2147483766" r:id="rId5"/>
    <p:sldLayoutId id="2147483767" r:id="rId6"/>
    <p:sldLayoutId id="2147483768" r:id="rId7"/>
    <p:sldLayoutId id="2147483769" r:id="rId8"/>
    <p:sldLayoutId id="2147483770" r:id="rId9"/>
    <p:sldLayoutId id="2147483771" r:id="rId10"/>
    <p:sldLayoutId id="2147483772" r:id="rId11"/>
    <p:sldLayoutId id="2147483773" r:id="rId12"/>
    <p:sldLayoutId id="2147483774" r:id="rId13"/>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txStyles>
    <p:titleStyle>
      <a:lvl1pPr marL="0" marR="0" indent="0" algn="l" defTabSz="914240" eaLnBrk="1" latinLnBrk="0" hangingPunct="1">
        <a:lnSpc>
          <a:spcPct val="95000"/>
        </a:lnSpc>
        <a:spcBef>
          <a:spcPts val="0"/>
        </a:spcBef>
        <a:spcAft>
          <a:spcPts val="0"/>
        </a:spcAft>
        <a:buClrTx/>
        <a:buSzTx/>
        <a:buFontTx/>
        <a:buNone/>
        <a:tabLst/>
        <a:defRPr sz="2600" b="1" i="0" u="none" strike="noStrike" cap="none" spc="0" baseline="0">
          <a:solidFill>
            <a:schemeClr val="accent4"/>
          </a:solidFill>
          <a:uFillTx/>
          <a:latin typeface="+mj-lt"/>
          <a:ea typeface="Arial" panose="020B0604020202020204" pitchFamily="34" charset="0"/>
          <a:cs typeface="Arial" panose="020B0604020202020204" pitchFamily="34" charset="0"/>
          <a:sym typeface="Avenir Black"/>
        </a:defRPr>
      </a:lvl1pPr>
      <a:lvl2pPr marL="0" marR="0" indent="0" algn="l" defTabSz="914240" eaLnBrk="1" latinLnBrk="0" hangingPunct="1">
        <a:lnSpc>
          <a:spcPct val="80000"/>
        </a:lnSpc>
        <a:spcBef>
          <a:spcPts val="0"/>
        </a:spcBef>
        <a:spcAft>
          <a:spcPts val="0"/>
        </a:spcAft>
        <a:buClrTx/>
        <a:buSzTx/>
        <a:buFontTx/>
        <a:buNone/>
        <a:tabLst/>
        <a:defRPr sz="2600" b="0" i="0" u="none" strike="noStrike" cap="none" spc="0" baseline="0">
          <a:solidFill>
            <a:schemeClr val="accent1"/>
          </a:solidFill>
          <a:uFillTx/>
          <a:latin typeface="Avenir Black"/>
          <a:ea typeface="Avenir Black"/>
          <a:cs typeface="Avenir Black"/>
          <a:sym typeface="Avenir Black"/>
        </a:defRPr>
      </a:lvl2pPr>
      <a:lvl3pPr marL="0" marR="0" indent="0" algn="l" defTabSz="914240" eaLnBrk="1" latinLnBrk="0" hangingPunct="1">
        <a:lnSpc>
          <a:spcPct val="80000"/>
        </a:lnSpc>
        <a:spcBef>
          <a:spcPts val="0"/>
        </a:spcBef>
        <a:spcAft>
          <a:spcPts val="0"/>
        </a:spcAft>
        <a:buClrTx/>
        <a:buSzTx/>
        <a:buFontTx/>
        <a:buNone/>
        <a:tabLst/>
        <a:defRPr sz="2600" b="0" i="0" u="none" strike="noStrike" cap="none" spc="0" baseline="0">
          <a:solidFill>
            <a:schemeClr val="accent1"/>
          </a:solidFill>
          <a:uFillTx/>
          <a:latin typeface="Avenir Black"/>
          <a:ea typeface="Avenir Black"/>
          <a:cs typeface="Avenir Black"/>
          <a:sym typeface="Avenir Black"/>
        </a:defRPr>
      </a:lvl3pPr>
      <a:lvl4pPr marL="0" marR="0" indent="0" algn="l" defTabSz="914240" eaLnBrk="1" latinLnBrk="0" hangingPunct="1">
        <a:lnSpc>
          <a:spcPct val="80000"/>
        </a:lnSpc>
        <a:spcBef>
          <a:spcPts val="0"/>
        </a:spcBef>
        <a:spcAft>
          <a:spcPts val="0"/>
        </a:spcAft>
        <a:buClrTx/>
        <a:buSzTx/>
        <a:buFontTx/>
        <a:buNone/>
        <a:tabLst/>
        <a:defRPr sz="2600" b="0" i="0" u="none" strike="noStrike" cap="none" spc="0" baseline="0">
          <a:solidFill>
            <a:schemeClr val="accent1"/>
          </a:solidFill>
          <a:uFillTx/>
          <a:latin typeface="Avenir Black"/>
          <a:ea typeface="Avenir Black"/>
          <a:cs typeface="Avenir Black"/>
          <a:sym typeface="Avenir Black"/>
        </a:defRPr>
      </a:lvl4pPr>
      <a:lvl5pPr marL="0" marR="0" indent="0" algn="l" defTabSz="914240" eaLnBrk="1" latinLnBrk="0" hangingPunct="1">
        <a:lnSpc>
          <a:spcPct val="80000"/>
        </a:lnSpc>
        <a:spcBef>
          <a:spcPts val="0"/>
        </a:spcBef>
        <a:spcAft>
          <a:spcPts val="0"/>
        </a:spcAft>
        <a:buClrTx/>
        <a:buSzTx/>
        <a:buFontTx/>
        <a:buNone/>
        <a:tabLst/>
        <a:defRPr sz="2600" b="0" i="0" u="none" strike="noStrike" cap="none" spc="0" baseline="0">
          <a:solidFill>
            <a:schemeClr val="accent1"/>
          </a:solidFill>
          <a:uFillTx/>
          <a:latin typeface="Avenir Black"/>
          <a:ea typeface="Avenir Black"/>
          <a:cs typeface="Avenir Black"/>
          <a:sym typeface="Avenir Black"/>
        </a:defRPr>
      </a:lvl5pPr>
      <a:lvl6pPr marL="0" marR="0" indent="0" algn="l" defTabSz="914240" eaLnBrk="1" latinLnBrk="0" hangingPunct="1">
        <a:lnSpc>
          <a:spcPct val="80000"/>
        </a:lnSpc>
        <a:spcBef>
          <a:spcPts val="0"/>
        </a:spcBef>
        <a:spcAft>
          <a:spcPts val="0"/>
        </a:spcAft>
        <a:buClrTx/>
        <a:buSzTx/>
        <a:buFontTx/>
        <a:buNone/>
        <a:tabLst/>
        <a:defRPr sz="2600" b="0" i="0" u="none" strike="noStrike" cap="none" spc="0" baseline="0">
          <a:solidFill>
            <a:schemeClr val="accent1"/>
          </a:solidFill>
          <a:uFillTx/>
          <a:latin typeface="Avenir Black"/>
          <a:ea typeface="Avenir Black"/>
          <a:cs typeface="Avenir Black"/>
          <a:sym typeface="Avenir Black"/>
        </a:defRPr>
      </a:lvl6pPr>
      <a:lvl7pPr marL="0" marR="0" indent="0" algn="l" defTabSz="914240" eaLnBrk="1" latinLnBrk="0" hangingPunct="1">
        <a:lnSpc>
          <a:spcPct val="80000"/>
        </a:lnSpc>
        <a:spcBef>
          <a:spcPts val="0"/>
        </a:spcBef>
        <a:spcAft>
          <a:spcPts val="0"/>
        </a:spcAft>
        <a:buClrTx/>
        <a:buSzTx/>
        <a:buFontTx/>
        <a:buNone/>
        <a:tabLst/>
        <a:defRPr sz="2600" b="0" i="0" u="none" strike="noStrike" cap="none" spc="0" baseline="0">
          <a:solidFill>
            <a:schemeClr val="accent1"/>
          </a:solidFill>
          <a:uFillTx/>
          <a:latin typeface="Avenir Black"/>
          <a:ea typeface="Avenir Black"/>
          <a:cs typeface="Avenir Black"/>
          <a:sym typeface="Avenir Black"/>
        </a:defRPr>
      </a:lvl7pPr>
      <a:lvl8pPr marL="0" marR="0" indent="0" algn="l" defTabSz="914240" eaLnBrk="1" latinLnBrk="0" hangingPunct="1">
        <a:lnSpc>
          <a:spcPct val="80000"/>
        </a:lnSpc>
        <a:spcBef>
          <a:spcPts val="0"/>
        </a:spcBef>
        <a:spcAft>
          <a:spcPts val="0"/>
        </a:spcAft>
        <a:buClrTx/>
        <a:buSzTx/>
        <a:buFontTx/>
        <a:buNone/>
        <a:tabLst/>
        <a:defRPr sz="2600" b="0" i="0" u="none" strike="noStrike" cap="none" spc="0" baseline="0">
          <a:solidFill>
            <a:schemeClr val="accent1"/>
          </a:solidFill>
          <a:uFillTx/>
          <a:latin typeface="Avenir Black"/>
          <a:ea typeface="Avenir Black"/>
          <a:cs typeface="Avenir Black"/>
          <a:sym typeface="Avenir Black"/>
        </a:defRPr>
      </a:lvl8pPr>
      <a:lvl9pPr marL="0" marR="0" indent="0" algn="l" defTabSz="914240" eaLnBrk="1" latinLnBrk="0" hangingPunct="1">
        <a:lnSpc>
          <a:spcPct val="80000"/>
        </a:lnSpc>
        <a:spcBef>
          <a:spcPts val="0"/>
        </a:spcBef>
        <a:spcAft>
          <a:spcPts val="0"/>
        </a:spcAft>
        <a:buClrTx/>
        <a:buSzTx/>
        <a:buFontTx/>
        <a:buNone/>
        <a:tabLst/>
        <a:defRPr sz="2600" b="0" i="0" u="none" strike="noStrike" cap="none" spc="0" baseline="0">
          <a:solidFill>
            <a:schemeClr val="accent1"/>
          </a:solidFill>
          <a:uFillTx/>
          <a:latin typeface="Avenir Black"/>
          <a:ea typeface="Avenir Black"/>
          <a:cs typeface="Avenir Black"/>
          <a:sym typeface="Avenir Black"/>
        </a:defRPr>
      </a:lvl9pPr>
    </p:titleStyle>
    <p:bodyStyle>
      <a:lvl1pPr marL="228560" marR="0" indent="-228560" algn="l" defTabSz="914240" eaLnBrk="1" latinLnBrk="0" hangingPunct="1">
        <a:lnSpc>
          <a:spcPct val="90000"/>
        </a:lnSpc>
        <a:spcBef>
          <a:spcPts val="1000"/>
        </a:spcBef>
        <a:spcAft>
          <a:spcPts val="400"/>
        </a:spcAft>
        <a:buClr>
          <a:schemeClr val="accent4"/>
        </a:buClr>
        <a:buSzPct val="100000"/>
        <a:buFont typeface="Arial" panose="020B0604020202020204" pitchFamily="34" charset="0"/>
        <a:buChar char="•"/>
        <a:tabLst/>
        <a:defRPr sz="1600" b="0" i="0" u="none" strike="noStrike" cap="none" spc="0" baseline="0">
          <a:solidFill>
            <a:schemeClr val="bg2"/>
          </a:solidFill>
          <a:uFillTx/>
          <a:latin typeface="Arial" panose="020B0604020202020204" pitchFamily="34" charset="0"/>
          <a:ea typeface="Arial" panose="020B0604020202020204" pitchFamily="34" charset="0"/>
          <a:cs typeface="Arial" panose="020B0604020202020204" pitchFamily="34" charset="0"/>
          <a:sym typeface="Avenir Book"/>
        </a:defRPr>
      </a:lvl1pPr>
      <a:lvl2pPr marL="463550" marR="0" indent="-165100" algn="l" defTabSz="914240" eaLnBrk="1" latinLnBrk="0" hangingPunct="1">
        <a:lnSpc>
          <a:spcPct val="90000"/>
        </a:lnSpc>
        <a:spcBef>
          <a:spcPts val="400"/>
        </a:spcBef>
        <a:spcAft>
          <a:spcPts val="400"/>
        </a:spcAft>
        <a:buClr>
          <a:schemeClr val="accent4"/>
        </a:buClr>
        <a:buSzPct val="100000"/>
        <a:buFont typeface="System Font Regular"/>
        <a:buChar char="–"/>
        <a:tabLst/>
        <a:defRPr sz="1400" b="0" i="0" u="none" strike="noStrike" cap="none" spc="0" baseline="0">
          <a:solidFill>
            <a:schemeClr val="bg2"/>
          </a:solidFill>
          <a:uFillTx/>
          <a:latin typeface="Arial" panose="020B0604020202020204" pitchFamily="34" charset="0"/>
          <a:ea typeface="Arial" panose="020B0604020202020204" pitchFamily="34" charset="0"/>
          <a:cs typeface="Arial" panose="020B0604020202020204" pitchFamily="34" charset="0"/>
          <a:sym typeface="Avenir Book"/>
        </a:defRPr>
      </a:lvl2pPr>
      <a:lvl3pPr marL="687388" marR="0" indent="-173038" algn="l" defTabSz="914240" eaLnBrk="1" latinLnBrk="0" hangingPunct="1">
        <a:lnSpc>
          <a:spcPct val="90000"/>
        </a:lnSpc>
        <a:spcBef>
          <a:spcPts val="400"/>
        </a:spcBef>
        <a:spcAft>
          <a:spcPts val="400"/>
        </a:spcAft>
        <a:buClr>
          <a:schemeClr val="accent4"/>
        </a:buClr>
        <a:buSzPct val="100000"/>
        <a:buFont typeface="Arial" panose="020B0604020202020204" pitchFamily="34" charset="0"/>
        <a:buChar char="•"/>
        <a:tabLst/>
        <a:defRPr sz="1200" b="0" i="0" u="none" strike="noStrike" cap="none" spc="0" baseline="0">
          <a:solidFill>
            <a:schemeClr val="bg2"/>
          </a:solidFill>
          <a:uFillTx/>
          <a:latin typeface="Arial" panose="020B0604020202020204" pitchFamily="34" charset="0"/>
          <a:ea typeface="Arial" panose="020B0604020202020204" pitchFamily="34" charset="0"/>
          <a:cs typeface="Arial" panose="020B0604020202020204" pitchFamily="34" charset="0"/>
          <a:sym typeface="Avenir Book"/>
        </a:defRPr>
      </a:lvl3pPr>
      <a:lvl4pPr marL="862013" marR="0" indent="-157163" algn="l" defTabSz="914240" eaLnBrk="1" latinLnBrk="0" hangingPunct="1">
        <a:lnSpc>
          <a:spcPct val="90000"/>
        </a:lnSpc>
        <a:spcBef>
          <a:spcPts val="400"/>
        </a:spcBef>
        <a:spcAft>
          <a:spcPts val="400"/>
        </a:spcAft>
        <a:buClr>
          <a:schemeClr val="accent4"/>
        </a:buClr>
        <a:buSzPct val="100000"/>
        <a:buFont typeface="System Font Regular"/>
        <a:buChar char="–"/>
        <a:tabLst/>
        <a:defRPr sz="1200" b="0" i="0" u="none" strike="noStrike" cap="none" spc="0" baseline="0">
          <a:solidFill>
            <a:schemeClr val="bg2"/>
          </a:solidFill>
          <a:uFillTx/>
          <a:latin typeface="Arial" panose="020B0604020202020204" pitchFamily="34" charset="0"/>
          <a:ea typeface="Arial" panose="020B0604020202020204" pitchFamily="34" charset="0"/>
          <a:cs typeface="Arial" panose="020B0604020202020204" pitchFamily="34" charset="0"/>
          <a:sym typeface="Avenir Book"/>
        </a:defRPr>
      </a:lvl4pPr>
      <a:lvl5pPr marL="1085850" marR="0" indent="-157163" algn="l" defTabSz="914240" eaLnBrk="1" latinLnBrk="0" hangingPunct="1">
        <a:lnSpc>
          <a:spcPct val="90000"/>
        </a:lnSpc>
        <a:spcBef>
          <a:spcPts val="400"/>
        </a:spcBef>
        <a:spcAft>
          <a:spcPts val="400"/>
        </a:spcAft>
        <a:buClr>
          <a:schemeClr val="accent4"/>
        </a:buClr>
        <a:buSzPct val="100000"/>
        <a:buFont typeface="Arial" panose="020B0604020202020204" pitchFamily="34" charset="0"/>
        <a:buChar char="•"/>
        <a:tabLst/>
        <a:defRPr sz="1200" b="0" i="0" u="none" strike="noStrike" cap="none" spc="0" baseline="0">
          <a:solidFill>
            <a:schemeClr val="bg2"/>
          </a:solidFill>
          <a:uFillTx/>
          <a:latin typeface="Arial" panose="020B0604020202020204" pitchFamily="34" charset="0"/>
          <a:ea typeface="Arial" panose="020B0604020202020204" pitchFamily="34" charset="0"/>
          <a:cs typeface="Arial" panose="020B0604020202020204" pitchFamily="34" charset="0"/>
          <a:sym typeface="Avenir Book"/>
        </a:defRPr>
      </a:lvl5pPr>
      <a:lvl6pPr marL="2502130" marR="0" indent="-216530" algn="l" defTabSz="914240" eaLnBrk="1" latinLnBrk="0" hangingPunct="1">
        <a:lnSpc>
          <a:spcPct val="90000"/>
        </a:lnSpc>
        <a:spcBef>
          <a:spcPts val="1000"/>
        </a:spcBef>
        <a:spcAft>
          <a:spcPts val="0"/>
        </a:spcAft>
        <a:buClrTx/>
        <a:buSzPct val="100000"/>
        <a:buFont typeface="Arial"/>
        <a:buChar char="•"/>
        <a:tabLst/>
        <a:defRPr sz="1800" b="0" i="0" u="none" strike="noStrike" cap="none" spc="0" baseline="0">
          <a:solidFill>
            <a:srgbClr val="50626A"/>
          </a:solidFill>
          <a:uFillTx/>
          <a:latin typeface="Avenir Book"/>
          <a:ea typeface="Avenir Book"/>
          <a:cs typeface="Avenir Book"/>
          <a:sym typeface="Avenir Book"/>
        </a:defRPr>
      </a:lvl6pPr>
      <a:lvl7pPr marL="2959250" marR="0" indent="-216530" algn="l" defTabSz="914240" eaLnBrk="1" latinLnBrk="0" hangingPunct="1">
        <a:lnSpc>
          <a:spcPct val="90000"/>
        </a:lnSpc>
        <a:spcBef>
          <a:spcPts val="1000"/>
        </a:spcBef>
        <a:spcAft>
          <a:spcPts val="0"/>
        </a:spcAft>
        <a:buClrTx/>
        <a:buSzPct val="100000"/>
        <a:buFont typeface="Arial"/>
        <a:buChar char="•"/>
        <a:tabLst/>
        <a:defRPr sz="1800" b="0" i="0" u="none" strike="noStrike" cap="none" spc="0" baseline="0">
          <a:solidFill>
            <a:srgbClr val="50626A"/>
          </a:solidFill>
          <a:uFillTx/>
          <a:latin typeface="Avenir Book"/>
          <a:ea typeface="Avenir Book"/>
          <a:cs typeface="Avenir Book"/>
          <a:sym typeface="Avenir Book"/>
        </a:defRPr>
      </a:lvl7pPr>
      <a:lvl8pPr marL="3416370" marR="0" indent="-216530" algn="l" defTabSz="914240" eaLnBrk="1" latinLnBrk="0" hangingPunct="1">
        <a:lnSpc>
          <a:spcPct val="90000"/>
        </a:lnSpc>
        <a:spcBef>
          <a:spcPts val="1000"/>
        </a:spcBef>
        <a:spcAft>
          <a:spcPts val="0"/>
        </a:spcAft>
        <a:buClrTx/>
        <a:buSzPct val="100000"/>
        <a:buFont typeface="Arial"/>
        <a:buChar char="•"/>
        <a:tabLst/>
        <a:defRPr sz="1800" b="0" i="0" u="none" strike="noStrike" cap="none" spc="0" baseline="0">
          <a:solidFill>
            <a:srgbClr val="50626A"/>
          </a:solidFill>
          <a:uFillTx/>
          <a:latin typeface="Avenir Book"/>
          <a:ea typeface="Avenir Book"/>
          <a:cs typeface="Avenir Book"/>
          <a:sym typeface="Avenir Book"/>
        </a:defRPr>
      </a:lvl8pPr>
      <a:lvl9pPr marL="3873490" marR="0" indent="-216530" algn="l" defTabSz="914240" eaLnBrk="1" latinLnBrk="0" hangingPunct="1">
        <a:lnSpc>
          <a:spcPct val="90000"/>
        </a:lnSpc>
        <a:spcBef>
          <a:spcPts val="1000"/>
        </a:spcBef>
        <a:spcAft>
          <a:spcPts val="0"/>
        </a:spcAft>
        <a:buClrTx/>
        <a:buSzPct val="100000"/>
        <a:buFont typeface="Arial"/>
        <a:buChar char="•"/>
        <a:tabLst/>
        <a:defRPr sz="1800" b="0" i="0" u="none" strike="noStrike" cap="none" spc="0" baseline="0">
          <a:solidFill>
            <a:srgbClr val="50626A"/>
          </a:solidFill>
          <a:uFillTx/>
          <a:latin typeface="Avenir Book"/>
          <a:ea typeface="Avenir Book"/>
          <a:cs typeface="Avenir Book"/>
          <a:sym typeface="Avenir Book"/>
        </a:defRPr>
      </a:lvl9pPr>
    </p:bodyStyle>
    <p:otherStyle>
      <a:lvl1pPr marL="0" marR="0" indent="0" algn="ctr" defTabSz="914400" eaLnBrk="1" latinLnBrk="0" hangingPunct="1">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Montserrat Regular"/>
        </a:defRPr>
      </a:lvl1pPr>
      <a:lvl2pPr marL="0" marR="0" indent="457200" algn="ctr" defTabSz="914400" eaLnBrk="1" latinLnBrk="0" hangingPunct="1">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Montserrat Regular"/>
        </a:defRPr>
      </a:lvl2pPr>
      <a:lvl3pPr marL="0" marR="0" indent="914400" algn="ctr" defTabSz="914400" eaLnBrk="1" latinLnBrk="0" hangingPunct="1">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Montserrat Regular"/>
        </a:defRPr>
      </a:lvl3pPr>
      <a:lvl4pPr marL="0" marR="0" indent="1371600" algn="ctr" defTabSz="914400" eaLnBrk="1" latinLnBrk="0" hangingPunct="1">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Montserrat Regular"/>
        </a:defRPr>
      </a:lvl4pPr>
      <a:lvl5pPr marL="0" marR="0" indent="1828800" algn="ctr" defTabSz="914400" eaLnBrk="1" latinLnBrk="0" hangingPunct="1">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Montserrat Regular"/>
        </a:defRPr>
      </a:lvl5pPr>
      <a:lvl6pPr marL="0" marR="0" indent="2286000" algn="ctr" defTabSz="914400" eaLnBrk="1" latinLnBrk="0" hangingPunct="1">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Montserrat Regular"/>
        </a:defRPr>
      </a:lvl6pPr>
      <a:lvl7pPr marL="0" marR="0" indent="2743200" algn="ctr" defTabSz="914400" eaLnBrk="1" latinLnBrk="0" hangingPunct="1">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Montserrat Regular"/>
        </a:defRPr>
      </a:lvl7pPr>
      <a:lvl8pPr marL="0" marR="0" indent="3200400" algn="ctr" defTabSz="914400" eaLnBrk="1" latinLnBrk="0" hangingPunct="1">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Montserrat Regular"/>
        </a:defRPr>
      </a:lvl8pPr>
      <a:lvl9pPr marL="0" marR="0" indent="3657600" algn="ctr" defTabSz="914400" eaLnBrk="1" latinLnBrk="0" hangingPunct="1">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Montserrat Regular"/>
        </a:defRPr>
      </a:lvl9pPr>
    </p:otherStyle>
  </p:txStyles>
  <p:extLst>
    <p:ext uri="{27BBF7A9-308A-43DC-89C8-2F10F3537804}">
      <p15:sldGuideLst xmlns:p15="http://schemas.microsoft.com/office/powerpoint/2012/main">
        <p15:guide id="1" orient="horz" pos="432">
          <p15:clr>
            <a:srgbClr val="F26B43"/>
          </p15:clr>
        </p15:guide>
        <p15:guide id="2" orient="horz" pos="35">
          <p15:clr>
            <a:srgbClr val="F26B43"/>
          </p15:clr>
        </p15:guide>
        <p15:guide id="3" pos="168">
          <p15:clr>
            <a:srgbClr val="F26B43"/>
          </p15:clr>
        </p15:guide>
        <p15:guide id="4" pos="7512">
          <p15:clr>
            <a:srgbClr val="F26B43"/>
          </p15:clr>
        </p15:guide>
        <p15:guide id="9" orient="horz" pos="4173">
          <p15:clr>
            <a:srgbClr val="F26B43"/>
          </p15:clr>
        </p15:guide>
        <p15:guide id="10" pos="240">
          <p15:clr>
            <a:srgbClr val="F26B43"/>
          </p15:clr>
        </p15:guide>
        <p15:guide id="11" pos="7440">
          <p15:clr>
            <a:srgbClr val="F26B43"/>
          </p15:clr>
        </p15:guide>
        <p15:guide id="12" orient="horz" pos="720">
          <p15:clr>
            <a:srgbClr val="F26B43"/>
          </p15:clr>
        </p15:guide>
        <p15:guide id="13" orient="horz" pos="3912">
          <p15:clr>
            <a:srgbClr val="F26B43"/>
          </p15:clr>
        </p15:guide>
        <p15:guide id="14" pos="3840">
          <p15:clr>
            <a:srgbClr val="F26B43"/>
          </p15:clr>
        </p15:guide>
        <p15:guide id="15" pos="3888">
          <p15:clr>
            <a:srgbClr val="F26B43"/>
          </p15:clr>
        </p15:guide>
        <p15:guide id="16" pos="3792">
          <p15:clr>
            <a:srgbClr val="F26B43"/>
          </p15:clr>
        </p15:guide>
      </p15:sldGuideLst>
    </p:ext>
  </p:extLst>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0A9E4256-DD49-0127-DBDC-BD78388E14D7}"/>
              </a:ext>
            </a:extLst>
          </p:cNvPr>
          <p:cNvPicPr>
            <a:picLocks noChangeAspect="1"/>
          </p:cNvPicPr>
          <p:nvPr userDrawn="1"/>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0806884" y="6082764"/>
            <a:ext cx="1082711" cy="721808"/>
          </a:xfrm>
          <a:prstGeom prst="rect">
            <a:avLst/>
          </a:prstGeom>
        </p:spPr>
      </p:pic>
      <p:sp>
        <p:nvSpPr>
          <p:cNvPr id="21" name="Title Text"/>
          <p:cNvSpPr txBox="1">
            <a:spLocks noGrp="1"/>
          </p:cNvSpPr>
          <p:nvPr>
            <p:ph type="title"/>
          </p:nvPr>
        </p:nvSpPr>
        <p:spPr>
          <a:xfrm>
            <a:off x="272233" y="336263"/>
            <a:ext cx="11536220" cy="80813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91440" rIns="45719" anchor="t">
            <a:noAutofit/>
          </a:bodyPr>
          <a:lstStyle/>
          <a:p>
            <a:r>
              <a:rPr dirty="0"/>
              <a:t>Title Text</a:t>
            </a:r>
          </a:p>
        </p:txBody>
      </p:sp>
      <p:sp>
        <p:nvSpPr>
          <p:cNvPr id="22" name="Body Level One…"/>
          <p:cNvSpPr txBox="1">
            <a:spLocks noGrp="1"/>
          </p:cNvSpPr>
          <p:nvPr>
            <p:ph type="body" idx="1"/>
          </p:nvPr>
        </p:nvSpPr>
        <p:spPr>
          <a:xfrm>
            <a:off x="347472" y="1310480"/>
            <a:ext cx="10515601" cy="435133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20" rIns="45719">
            <a:noAutofit/>
          </a:bodyPr>
          <a:lstStyle/>
          <a:p>
            <a:r>
              <a:rPr dirty="0"/>
              <a:t>Body Level One</a:t>
            </a:r>
          </a:p>
          <a:p>
            <a:pPr lvl="1"/>
            <a:r>
              <a:rPr dirty="0"/>
              <a:t>Body Level Two</a:t>
            </a:r>
          </a:p>
          <a:p>
            <a:pPr lvl="2"/>
            <a:r>
              <a:rPr dirty="0"/>
              <a:t>Body Level Three</a:t>
            </a:r>
          </a:p>
          <a:p>
            <a:pPr lvl="3"/>
            <a:r>
              <a:rPr dirty="0"/>
              <a:t>Body Level Four</a:t>
            </a:r>
          </a:p>
          <a:p>
            <a:pPr lvl="4"/>
            <a:r>
              <a:rPr dirty="0"/>
              <a:t>Body Level Five</a:t>
            </a:r>
          </a:p>
        </p:txBody>
      </p:sp>
      <p:sp>
        <p:nvSpPr>
          <p:cNvPr id="28" name="Slide Number Placeholder 27">
            <a:extLst>
              <a:ext uri="{FF2B5EF4-FFF2-40B4-BE49-F238E27FC236}">
                <a16:creationId xmlns:a16="http://schemas.microsoft.com/office/drawing/2014/main" id="{9DD666D0-CF25-4F2F-AA97-3C4F166D9537}"/>
              </a:ext>
            </a:extLst>
          </p:cNvPr>
          <p:cNvSpPr>
            <a:spLocks noGrp="1"/>
          </p:cNvSpPr>
          <p:nvPr>
            <p:ph type="sldNum" sz="quarter" idx="4"/>
          </p:nvPr>
        </p:nvSpPr>
        <p:spPr>
          <a:xfrm>
            <a:off x="296055" y="6412748"/>
            <a:ext cx="426564" cy="365125"/>
          </a:xfrm>
          <a:prstGeom prst="rect">
            <a:avLst/>
          </a:prstGeom>
        </p:spPr>
        <p:txBody>
          <a:bodyPr vert="horz" lIns="91440" tIns="45720" rIns="91440" bIns="45720" rtlCol="0" anchor="ctr"/>
          <a:lstStyle>
            <a:lvl1pPr algn="l">
              <a:defRPr sz="900">
                <a:solidFill>
                  <a:schemeClr val="bg1">
                    <a:lumMod val="50000"/>
                  </a:schemeClr>
                </a:solidFill>
              </a:defRPr>
            </a:lvl1pPr>
          </a:lstStyle>
          <a:p>
            <a:fld id="{2B143D1D-9801-49CA-88C0-178C03B6937F}" type="slidenum">
              <a:rPr lang="en-US" smtClean="0"/>
              <a:t>‹#›</a:t>
            </a:fld>
            <a:endParaRPr lang="en-US" dirty="0"/>
          </a:p>
        </p:txBody>
      </p:sp>
      <p:sp>
        <p:nvSpPr>
          <p:cNvPr id="6" name="Footer Placeholder 5">
            <a:extLst>
              <a:ext uri="{FF2B5EF4-FFF2-40B4-BE49-F238E27FC236}">
                <a16:creationId xmlns:a16="http://schemas.microsoft.com/office/drawing/2014/main" id="{C3EDE3A7-E046-2B16-B5A2-4C20BB2AB90E}"/>
              </a:ext>
            </a:extLst>
          </p:cNvPr>
          <p:cNvSpPr>
            <a:spLocks noGrp="1"/>
          </p:cNvSpPr>
          <p:nvPr>
            <p:ph type="ftr" sz="quarter" idx="3"/>
          </p:nvPr>
        </p:nvSpPr>
        <p:spPr>
          <a:xfrm>
            <a:off x="640080" y="6479007"/>
            <a:ext cx="5455920" cy="230832"/>
          </a:xfrm>
          <a:prstGeom prst="rect">
            <a:avLst/>
          </a:prstGeom>
        </p:spPr>
        <p:txBody>
          <a:bodyPr wrap="square">
            <a:noAutofit/>
          </a:bodyPr>
          <a:lstStyle>
            <a:lvl1pPr>
              <a:defRPr lang="en-US" sz="900" b="0" i="0">
                <a:solidFill>
                  <a:schemeClr val="tx1">
                    <a:lumMod val="50000"/>
                    <a:lumOff val="50000"/>
                  </a:schemeClr>
                </a:solidFill>
                <a:latin typeface="Arial" panose="020B0604020202020204" pitchFamily="34" charset="0"/>
              </a:defRPr>
            </a:lvl1pPr>
          </a:lstStyle>
          <a:p>
            <a:endParaRPr lang="en-US" dirty="0"/>
          </a:p>
        </p:txBody>
      </p:sp>
    </p:spTree>
    <p:extLst>
      <p:ext uri="{BB962C8B-B14F-4D97-AF65-F5344CB8AC3E}">
        <p14:creationId xmlns:p14="http://schemas.microsoft.com/office/powerpoint/2010/main" val="3698329701"/>
      </p:ext>
    </p:extLst>
  </p:cSld>
  <p:clrMap bg1="lt1" tx1="dk1" bg2="lt2" tx2="dk2" accent1="accent1" accent2="accent2" accent3="accent3" accent4="accent4" accent5="accent5" accent6="accent6" hlink="hlink" folHlink="folHlink"/>
  <p:sldLayoutIdLst>
    <p:sldLayoutId id="2147483776" r:id="rId1"/>
    <p:sldLayoutId id="2147483777" r:id="rId2"/>
    <p:sldLayoutId id="2147483778" r:id="rId3"/>
    <p:sldLayoutId id="2147483779" r:id="rId4"/>
    <p:sldLayoutId id="2147483780" r:id="rId5"/>
    <p:sldLayoutId id="2147483781" r:id="rId6"/>
    <p:sldLayoutId id="2147483782" r:id="rId7"/>
    <p:sldLayoutId id="2147483783" r:id="rId8"/>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txStyles>
    <p:titleStyle>
      <a:lvl1pPr marL="0" marR="0" indent="0" algn="l" defTabSz="914240" eaLnBrk="1" latinLnBrk="0" hangingPunct="1">
        <a:lnSpc>
          <a:spcPct val="95000"/>
        </a:lnSpc>
        <a:spcBef>
          <a:spcPts val="0"/>
        </a:spcBef>
        <a:spcAft>
          <a:spcPts val="0"/>
        </a:spcAft>
        <a:buClrTx/>
        <a:buSzTx/>
        <a:buFontTx/>
        <a:buNone/>
        <a:tabLst/>
        <a:defRPr sz="2600" b="1" i="0" u="none" strike="noStrike" cap="none" spc="0" baseline="0">
          <a:solidFill>
            <a:schemeClr val="accent4"/>
          </a:solidFill>
          <a:uFillTx/>
          <a:latin typeface="+mj-lt"/>
          <a:ea typeface="Arial" panose="020B0604020202020204" pitchFamily="34" charset="0"/>
          <a:cs typeface="Arial" panose="020B0604020202020204" pitchFamily="34" charset="0"/>
          <a:sym typeface="Avenir Black"/>
        </a:defRPr>
      </a:lvl1pPr>
      <a:lvl2pPr marL="0" marR="0" indent="0" algn="l" defTabSz="914240" eaLnBrk="1" latinLnBrk="0" hangingPunct="1">
        <a:lnSpc>
          <a:spcPct val="80000"/>
        </a:lnSpc>
        <a:spcBef>
          <a:spcPts val="0"/>
        </a:spcBef>
        <a:spcAft>
          <a:spcPts val="0"/>
        </a:spcAft>
        <a:buClrTx/>
        <a:buSzTx/>
        <a:buFontTx/>
        <a:buNone/>
        <a:tabLst/>
        <a:defRPr sz="2600" b="0" i="0" u="none" strike="noStrike" cap="none" spc="0" baseline="0">
          <a:solidFill>
            <a:schemeClr val="accent1"/>
          </a:solidFill>
          <a:uFillTx/>
          <a:latin typeface="Avenir Black"/>
          <a:ea typeface="Avenir Black"/>
          <a:cs typeface="Avenir Black"/>
          <a:sym typeface="Avenir Black"/>
        </a:defRPr>
      </a:lvl2pPr>
      <a:lvl3pPr marL="0" marR="0" indent="0" algn="l" defTabSz="914240" eaLnBrk="1" latinLnBrk="0" hangingPunct="1">
        <a:lnSpc>
          <a:spcPct val="80000"/>
        </a:lnSpc>
        <a:spcBef>
          <a:spcPts val="0"/>
        </a:spcBef>
        <a:spcAft>
          <a:spcPts val="0"/>
        </a:spcAft>
        <a:buClrTx/>
        <a:buSzTx/>
        <a:buFontTx/>
        <a:buNone/>
        <a:tabLst/>
        <a:defRPr sz="2600" b="0" i="0" u="none" strike="noStrike" cap="none" spc="0" baseline="0">
          <a:solidFill>
            <a:schemeClr val="accent1"/>
          </a:solidFill>
          <a:uFillTx/>
          <a:latin typeface="Avenir Black"/>
          <a:ea typeface="Avenir Black"/>
          <a:cs typeface="Avenir Black"/>
          <a:sym typeface="Avenir Black"/>
        </a:defRPr>
      </a:lvl3pPr>
      <a:lvl4pPr marL="0" marR="0" indent="0" algn="l" defTabSz="914240" eaLnBrk="1" latinLnBrk="0" hangingPunct="1">
        <a:lnSpc>
          <a:spcPct val="80000"/>
        </a:lnSpc>
        <a:spcBef>
          <a:spcPts val="0"/>
        </a:spcBef>
        <a:spcAft>
          <a:spcPts val="0"/>
        </a:spcAft>
        <a:buClrTx/>
        <a:buSzTx/>
        <a:buFontTx/>
        <a:buNone/>
        <a:tabLst/>
        <a:defRPr sz="2600" b="0" i="0" u="none" strike="noStrike" cap="none" spc="0" baseline="0">
          <a:solidFill>
            <a:schemeClr val="accent1"/>
          </a:solidFill>
          <a:uFillTx/>
          <a:latin typeface="Avenir Black"/>
          <a:ea typeface="Avenir Black"/>
          <a:cs typeface="Avenir Black"/>
          <a:sym typeface="Avenir Black"/>
        </a:defRPr>
      </a:lvl4pPr>
      <a:lvl5pPr marL="0" marR="0" indent="0" algn="l" defTabSz="914240" eaLnBrk="1" latinLnBrk="0" hangingPunct="1">
        <a:lnSpc>
          <a:spcPct val="80000"/>
        </a:lnSpc>
        <a:spcBef>
          <a:spcPts val="0"/>
        </a:spcBef>
        <a:spcAft>
          <a:spcPts val="0"/>
        </a:spcAft>
        <a:buClrTx/>
        <a:buSzTx/>
        <a:buFontTx/>
        <a:buNone/>
        <a:tabLst/>
        <a:defRPr sz="2600" b="0" i="0" u="none" strike="noStrike" cap="none" spc="0" baseline="0">
          <a:solidFill>
            <a:schemeClr val="accent1"/>
          </a:solidFill>
          <a:uFillTx/>
          <a:latin typeface="Avenir Black"/>
          <a:ea typeface="Avenir Black"/>
          <a:cs typeface="Avenir Black"/>
          <a:sym typeface="Avenir Black"/>
        </a:defRPr>
      </a:lvl5pPr>
      <a:lvl6pPr marL="0" marR="0" indent="0" algn="l" defTabSz="914240" eaLnBrk="1" latinLnBrk="0" hangingPunct="1">
        <a:lnSpc>
          <a:spcPct val="80000"/>
        </a:lnSpc>
        <a:spcBef>
          <a:spcPts val="0"/>
        </a:spcBef>
        <a:spcAft>
          <a:spcPts val="0"/>
        </a:spcAft>
        <a:buClrTx/>
        <a:buSzTx/>
        <a:buFontTx/>
        <a:buNone/>
        <a:tabLst/>
        <a:defRPr sz="2600" b="0" i="0" u="none" strike="noStrike" cap="none" spc="0" baseline="0">
          <a:solidFill>
            <a:schemeClr val="accent1"/>
          </a:solidFill>
          <a:uFillTx/>
          <a:latin typeface="Avenir Black"/>
          <a:ea typeface="Avenir Black"/>
          <a:cs typeface="Avenir Black"/>
          <a:sym typeface="Avenir Black"/>
        </a:defRPr>
      </a:lvl6pPr>
      <a:lvl7pPr marL="0" marR="0" indent="0" algn="l" defTabSz="914240" eaLnBrk="1" latinLnBrk="0" hangingPunct="1">
        <a:lnSpc>
          <a:spcPct val="80000"/>
        </a:lnSpc>
        <a:spcBef>
          <a:spcPts val="0"/>
        </a:spcBef>
        <a:spcAft>
          <a:spcPts val="0"/>
        </a:spcAft>
        <a:buClrTx/>
        <a:buSzTx/>
        <a:buFontTx/>
        <a:buNone/>
        <a:tabLst/>
        <a:defRPr sz="2600" b="0" i="0" u="none" strike="noStrike" cap="none" spc="0" baseline="0">
          <a:solidFill>
            <a:schemeClr val="accent1"/>
          </a:solidFill>
          <a:uFillTx/>
          <a:latin typeface="Avenir Black"/>
          <a:ea typeface="Avenir Black"/>
          <a:cs typeface="Avenir Black"/>
          <a:sym typeface="Avenir Black"/>
        </a:defRPr>
      </a:lvl7pPr>
      <a:lvl8pPr marL="0" marR="0" indent="0" algn="l" defTabSz="914240" eaLnBrk="1" latinLnBrk="0" hangingPunct="1">
        <a:lnSpc>
          <a:spcPct val="80000"/>
        </a:lnSpc>
        <a:spcBef>
          <a:spcPts val="0"/>
        </a:spcBef>
        <a:spcAft>
          <a:spcPts val="0"/>
        </a:spcAft>
        <a:buClrTx/>
        <a:buSzTx/>
        <a:buFontTx/>
        <a:buNone/>
        <a:tabLst/>
        <a:defRPr sz="2600" b="0" i="0" u="none" strike="noStrike" cap="none" spc="0" baseline="0">
          <a:solidFill>
            <a:schemeClr val="accent1"/>
          </a:solidFill>
          <a:uFillTx/>
          <a:latin typeface="Avenir Black"/>
          <a:ea typeface="Avenir Black"/>
          <a:cs typeface="Avenir Black"/>
          <a:sym typeface="Avenir Black"/>
        </a:defRPr>
      </a:lvl8pPr>
      <a:lvl9pPr marL="0" marR="0" indent="0" algn="l" defTabSz="914240" eaLnBrk="1" latinLnBrk="0" hangingPunct="1">
        <a:lnSpc>
          <a:spcPct val="80000"/>
        </a:lnSpc>
        <a:spcBef>
          <a:spcPts val="0"/>
        </a:spcBef>
        <a:spcAft>
          <a:spcPts val="0"/>
        </a:spcAft>
        <a:buClrTx/>
        <a:buSzTx/>
        <a:buFontTx/>
        <a:buNone/>
        <a:tabLst/>
        <a:defRPr sz="2600" b="0" i="0" u="none" strike="noStrike" cap="none" spc="0" baseline="0">
          <a:solidFill>
            <a:schemeClr val="accent1"/>
          </a:solidFill>
          <a:uFillTx/>
          <a:latin typeface="Avenir Black"/>
          <a:ea typeface="Avenir Black"/>
          <a:cs typeface="Avenir Black"/>
          <a:sym typeface="Avenir Black"/>
        </a:defRPr>
      </a:lvl9pPr>
    </p:titleStyle>
    <p:bodyStyle>
      <a:lvl1pPr marL="228560" marR="0" indent="-228560" algn="l" defTabSz="914240" eaLnBrk="1" latinLnBrk="0" hangingPunct="1">
        <a:lnSpc>
          <a:spcPct val="90000"/>
        </a:lnSpc>
        <a:spcBef>
          <a:spcPts val="1000"/>
        </a:spcBef>
        <a:spcAft>
          <a:spcPts val="400"/>
        </a:spcAft>
        <a:buClr>
          <a:schemeClr val="accent4"/>
        </a:buClr>
        <a:buSzPct val="100000"/>
        <a:buFont typeface="Arial" panose="020B0604020202020204" pitchFamily="34" charset="0"/>
        <a:buChar char="•"/>
        <a:tabLst/>
        <a:defRPr sz="1600" b="0" i="0" u="none" strike="noStrike" cap="none" spc="0" baseline="0">
          <a:solidFill>
            <a:schemeClr val="bg2"/>
          </a:solidFill>
          <a:uFillTx/>
          <a:latin typeface="Arial" panose="020B0604020202020204" pitchFamily="34" charset="0"/>
          <a:ea typeface="Arial" panose="020B0604020202020204" pitchFamily="34" charset="0"/>
          <a:cs typeface="Arial" panose="020B0604020202020204" pitchFamily="34" charset="0"/>
          <a:sym typeface="Avenir Book"/>
        </a:defRPr>
      </a:lvl1pPr>
      <a:lvl2pPr marL="463550" marR="0" indent="-165100" algn="l" defTabSz="914240" eaLnBrk="1" latinLnBrk="0" hangingPunct="1">
        <a:lnSpc>
          <a:spcPct val="90000"/>
        </a:lnSpc>
        <a:spcBef>
          <a:spcPts val="400"/>
        </a:spcBef>
        <a:spcAft>
          <a:spcPts val="400"/>
        </a:spcAft>
        <a:buClr>
          <a:schemeClr val="accent4"/>
        </a:buClr>
        <a:buSzPct val="100000"/>
        <a:buFont typeface="System Font Regular"/>
        <a:buChar char="–"/>
        <a:tabLst/>
        <a:defRPr sz="1400" b="0" i="0" u="none" strike="noStrike" cap="none" spc="0" baseline="0">
          <a:solidFill>
            <a:schemeClr val="bg2"/>
          </a:solidFill>
          <a:uFillTx/>
          <a:latin typeface="Arial" panose="020B0604020202020204" pitchFamily="34" charset="0"/>
          <a:ea typeface="Arial" panose="020B0604020202020204" pitchFamily="34" charset="0"/>
          <a:cs typeface="Arial" panose="020B0604020202020204" pitchFamily="34" charset="0"/>
          <a:sym typeface="Avenir Book"/>
        </a:defRPr>
      </a:lvl2pPr>
      <a:lvl3pPr marL="687388" marR="0" indent="-173038" algn="l" defTabSz="914240" eaLnBrk="1" latinLnBrk="0" hangingPunct="1">
        <a:lnSpc>
          <a:spcPct val="90000"/>
        </a:lnSpc>
        <a:spcBef>
          <a:spcPts val="400"/>
        </a:spcBef>
        <a:spcAft>
          <a:spcPts val="400"/>
        </a:spcAft>
        <a:buClr>
          <a:schemeClr val="accent4"/>
        </a:buClr>
        <a:buSzPct val="100000"/>
        <a:buFont typeface="Arial" panose="020B0604020202020204" pitchFamily="34" charset="0"/>
        <a:buChar char="•"/>
        <a:tabLst/>
        <a:defRPr sz="1200" b="0" i="0" u="none" strike="noStrike" cap="none" spc="0" baseline="0">
          <a:solidFill>
            <a:schemeClr val="bg2"/>
          </a:solidFill>
          <a:uFillTx/>
          <a:latin typeface="Arial" panose="020B0604020202020204" pitchFamily="34" charset="0"/>
          <a:ea typeface="Arial" panose="020B0604020202020204" pitchFamily="34" charset="0"/>
          <a:cs typeface="Arial" panose="020B0604020202020204" pitchFamily="34" charset="0"/>
          <a:sym typeface="Avenir Book"/>
        </a:defRPr>
      </a:lvl3pPr>
      <a:lvl4pPr marL="862013" marR="0" indent="-157163" algn="l" defTabSz="914240" eaLnBrk="1" latinLnBrk="0" hangingPunct="1">
        <a:lnSpc>
          <a:spcPct val="90000"/>
        </a:lnSpc>
        <a:spcBef>
          <a:spcPts val="400"/>
        </a:spcBef>
        <a:spcAft>
          <a:spcPts val="400"/>
        </a:spcAft>
        <a:buClr>
          <a:schemeClr val="accent4"/>
        </a:buClr>
        <a:buSzPct val="100000"/>
        <a:buFont typeface="System Font Regular"/>
        <a:buChar char="–"/>
        <a:tabLst/>
        <a:defRPr sz="1200" b="0" i="0" u="none" strike="noStrike" cap="none" spc="0" baseline="0">
          <a:solidFill>
            <a:schemeClr val="bg2"/>
          </a:solidFill>
          <a:uFillTx/>
          <a:latin typeface="Arial" panose="020B0604020202020204" pitchFamily="34" charset="0"/>
          <a:ea typeface="Arial" panose="020B0604020202020204" pitchFamily="34" charset="0"/>
          <a:cs typeface="Arial" panose="020B0604020202020204" pitchFamily="34" charset="0"/>
          <a:sym typeface="Avenir Book"/>
        </a:defRPr>
      </a:lvl4pPr>
      <a:lvl5pPr marL="1085850" marR="0" indent="-157163" algn="l" defTabSz="914240" eaLnBrk="1" latinLnBrk="0" hangingPunct="1">
        <a:lnSpc>
          <a:spcPct val="90000"/>
        </a:lnSpc>
        <a:spcBef>
          <a:spcPts val="400"/>
        </a:spcBef>
        <a:spcAft>
          <a:spcPts val="400"/>
        </a:spcAft>
        <a:buClr>
          <a:schemeClr val="accent4"/>
        </a:buClr>
        <a:buSzPct val="100000"/>
        <a:buFont typeface="Arial" panose="020B0604020202020204" pitchFamily="34" charset="0"/>
        <a:buChar char="•"/>
        <a:tabLst/>
        <a:defRPr sz="1200" b="0" i="0" u="none" strike="noStrike" cap="none" spc="0" baseline="0">
          <a:solidFill>
            <a:schemeClr val="bg2"/>
          </a:solidFill>
          <a:uFillTx/>
          <a:latin typeface="Arial" panose="020B0604020202020204" pitchFamily="34" charset="0"/>
          <a:ea typeface="Arial" panose="020B0604020202020204" pitchFamily="34" charset="0"/>
          <a:cs typeface="Arial" panose="020B0604020202020204" pitchFamily="34" charset="0"/>
          <a:sym typeface="Avenir Book"/>
        </a:defRPr>
      </a:lvl5pPr>
      <a:lvl6pPr marL="2502130" marR="0" indent="-216530" algn="l" defTabSz="914240" eaLnBrk="1" latinLnBrk="0" hangingPunct="1">
        <a:lnSpc>
          <a:spcPct val="90000"/>
        </a:lnSpc>
        <a:spcBef>
          <a:spcPts val="1000"/>
        </a:spcBef>
        <a:spcAft>
          <a:spcPts val="0"/>
        </a:spcAft>
        <a:buClrTx/>
        <a:buSzPct val="100000"/>
        <a:buFont typeface="Arial"/>
        <a:buChar char="•"/>
        <a:tabLst/>
        <a:defRPr sz="1800" b="0" i="0" u="none" strike="noStrike" cap="none" spc="0" baseline="0">
          <a:solidFill>
            <a:srgbClr val="50626A"/>
          </a:solidFill>
          <a:uFillTx/>
          <a:latin typeface="Avenir Book"/>
          <a:ea typeface="Avenir Book"/>
          <a:cs typeface="Avenir Book"/>
          <a:sym typeface="Avenir Book"/>
        </a:defRPr>
      </a:lvl6pPr>
      <a:lvl7pPr marL="2959250" marR="0" indent="-216530" algn="l" defTabSz="914240" eaLnBrk="1" latinLnBrk="0" hangingPunct="1">
        <a:lnSpc>
          <a:spcPct val="90000"/>
        </a:lnSpc>
        <a:spcBef>
          <a:spcPts val="1000"/>
        </a:spcBef>
        <a:spcAft>
          <a:spcPts val="0"/>
        </a:spcAft>
        <a:buClrTx/>
        <a:buSzPct val="100000"/>
        <a:buFont typeface="Arial"/>
        <a:buChar char="•"/>
        <a:tabLst/>
        <a:defRPr sz="1800" b="0" i="0" u="none" strike="noStrike" cap="none" spc="0" baseline="0">
          <a:solidFill>
            <a:srgbClr val="50626A"/>
          </a:solidFill>
          <a:uFillTx/>
          <a:latin typeface="Avenir Book"/>
          <a:ea typeface="Avenir Book"/>
          <a:cs typeface="Avenir Book"/>
          <a:sym typeface="Avenir Book"/>
        </a:defRPr>
      </a:lvl7pPr>
      <a:lvl8pPr marL="3416370" marR="0" indent="-216530" algn="l" defTabSz="914240" eaLnBrk="1" latinLnBrk="0" hangingPunct="1">
        <a:lnSpc>
          <a:spcPct val="90000"/>
        </a:lnSpc>
        <a:spcBef>
          <a:spcPts val="1000"/>
        </a:spcBef>
        <a:spcAft>
          <a:spcPts val="0"/>
        </a:spcAft>
        <a:buClrTx/>
        <a:buSzPct val="100000"/>
        <a:buFont typeface="Arial"/>
        <a:buChar char="•"/>
        <a:tabLst/>
        <a:defRPr sz="1800" b="0" i="0" u="none" strike="noStrike" cap="none" spc="0" baseline="0">
          <a:solidFill>
            <a:srgbClr val="50626A"/>
          </a:solidFill>
          <a:uFillTx/>
          <a:latin typeface="Avenir Book"/>
          <a:ea typeface="Avenir Book"/>
          <a:cs typeface="Avenir Book"/>
          <a:sym typeface="Avenir Book"/>
        </a:defRPr>
      </a:lvl8pPr>
      <a:lvl9pPr marL="3873490" marR="0" indent="-216530" algn="l" defTabSz="914240" eaLnBrk="1" latinLnBrk="0" hangingPunct="1">
        <a:lnSpc>
          <a:spcPct val="90000"/>
        </a:lnSpc>
        <a:spcBef>
          <a:spcPts val="1000"/>
        </a:spcBef>
        <a:spcAft>
          <a:spcPts val="0"/>
        </a:spcAft>
        <a:buClrTx/>
        <a:buSzPct val="100000"/>
        <a:buFont typeface="Arial"/>
        <a:buChar char="•"/>
        <a:tabLst/>
        <a:defRPr sz="1800" b="0" i="0" u="none" strike="noStrike" cap="none" spc="0" baseline="0">
          <a:solidFill>
            <a:srgbClr val="50626A"/>
          </a:solidFill>
          <a:uFillTx/>
          <a:latin typeface="Avenir Book"/>
          <a:ea typeface="Avenir Book"/>
          <a:cs typeface="Avenir Book"/>
          <a:sym typeface="Avenir Book"/>
        </a:defRPr>
      </a:lvl9pPr>
    </p:bodyStyle>
    <p:otherStyle>
      <a:lvl1pPr marL="0" marR="0" indent="0" algn="ctr" defTabSz="914400" eaLnBrk="1" latinLnBrk="0" hangingPunct="1">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Montserrat Regular"/>
        </a:defRPr>
      </a:lvl1pPr>
      <a:lvl2pPr marL="0" marR="0" indent="457200" algn="ctr" defTabSz="914400" eaLnBrk="1" latinLnBrk="0" hangingPunct="1">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Montserrat Regular"/>
        </a:defRPr>
      </a:lvl2pPr>
      <a:lvl3pPr marL="0" marR="0" indent="914400" algn="ctr" defTabSz="914400" eaLnBrk="1" latinLnBrk="0" hangingPunct="1">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Montserrat Regular"/>
        </a:defRPr>
      </a:lvl3pPr>
      <a:lvl4pPr marL="0" marR="0" indent="1371600" algn="ctr" defTabSz="914400" eaLnBrk="1" latinLnBrk="0" hangingPunct="1">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Montserrat Regular"/>
        </a:defRPr>
      </a:lvl4pPr>
      <a:lvl5pPr marL="0" marR="0" indent="1828800" algn="ctr" defTabSz="914400" eaLnBrk="1" latinLnBrk="0" hangingPunct="1">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Montserrat Regular"/>
        </a:defRPr>
      </a:lvl5pPr>
      <a:lvl6pPr marL="0" marR="0" indent="2286000" algn="ctr" defTabSz="914400" eaLnBrk="1" latinLnBrk="0" hangingPunct="1">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Montserrat Regular"/>
        </a:defRPr>
      </a:lvl6pPr>
      <a:lvl7pPr marL="0" marR="0" indent="2743200" algn="ctr" defTabSz="914400" eaLnBrk="1" latinLnBrk="0" hangingPunct="1">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Montserrat Regular"/>
        </a:defRPr>
      </a:lvl7pPr>
      <a:lvl8pPr marL="0" marR="0" indent="3200400" algn="ctr" defTabSz="914400" eaLnBrk="1" latinLnBrk="0" hangingPunct="1">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Montserrat Regular"/>
        </a:defRPr>
      </a:lvl8pPr>
      <a:lvl9pPr marL="0" marR="0" indent="3657600" algn="ctr" defTabSz="914400" eaLnBrk="1" latinLnBrk="0" hangingPunct="1">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Montserrat Regular"/>
        </a:defRPr>
      </a:lvl9pPr>
    </p:otherStyle>
  </p:txStyles>
  <p:extLst>
    <p:ext uri="{27BBF7A9-308A-43DC-89C8-2F10F3537804}">
      <p15:sldGuideLst xmlns:p15="http://schemas.microsoft.com/office/powerpoint/2012/main">
        <p15:guide id="1" orient="horz" pos="432">
          <p15:clr>
            <a:srgbClr val="F26B43"/>
          </p15:clr>
        </p15:guide>
        <p15:guide id="2" orient="horz" pos="35">
          <p15:clr>
            <a:srgbClr val="F26B43"/>
          </p15:clr>
        </p15:guide>
        <p15:guide id="3" pos="168">
          <p15:clr>
            <a:srgbClr val="F26B43"/>
          </p15:clr>
        </p15:guide>
        <p15:guide id="4" pos="7512">
          <p15:clr>
            <a:srgbClr val="F26B43"/>
          </p15:clr>
        </p15:guide>
        <p15:guide id="9" orient="horz" pos="4173">
          <p15:clr>
            <a:srgbClr val="F26B43"/>
          </p15:clr>
        </p15:guide>
        <p15:guide id="10" pos="240">
          <p15:clr>
            <a:srgbClr val="F26B43"/>
          </p15:clr>
        </p15:guide>
        <p15:guide id="11" pos="7440">
          <p15:clr>
            <a:srgbClr val="F26B43"/>
          </p15:clr>
        </p15:guide>
        <p15:guide id="12" orient="horz" pos="720">
          <p15:clr>
            <a:srgbClr val="F26B43"/>
          </p15:clr>
        </p15:guide>
        <p15:guide id="13" orient="horz" pos="3912">
          <p15:clr>
            <a:srgbClr val="F26B43"/>
          </p15:clr>
        </p15:guide>
        <p15:guide id="14" pos="3840">
          <p15:clr>
            <a:srgbClr val="F26B43"/>
          </p15:clr>
        </p15:guide>
        <p15:guide id="15" pos="3888">
          <p15:clr>
            <a:srgbClr val="F26B43"/>
          </p15:clr>
        </p15:guide>
        <p15:guide id="16" pos="3792">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chart" Target="../charts/chart6.xml"/><Relationship Id="rId3" Type="http://schemas.openxmlformats.org/officeDocument/2006/relationships/chart" Target="../charts/chart1.xml"/><Relationship Id="rId7" Type="http://schemas.openxmlformats.org/officeDocument/2006/relationships/chart" Target="../charts/chart5.xml"/><Relationship Id="rId2" Type="http://schemas.openxmlformats.org/officeDocument/2006/relationships/notesSlide" Target="../notesSlides/notesSlide1.xml"/><Relationship Id="rId1" Type="http://schemas.openxmlformats.org/officeDocument/2006/relationships/slideLayout" Target="../slideLayouts/slideLayout22.xml"/><Relationship Id="rId6" Type="http://schemas.openxmlformats.org/officeDocument/2006/relationships/chart" Target="../charts/chart4.xml"/><Relationship Id="rId5" Type="http://schemas.openxmlformats.org/officeDocument/2006/relationships/chart" Target="../charts/chart3.xml"/><Relationship Id="rId4" Type="http://schemas.openxmlformats.org/officeDocument/2006/relationships/chart" Target="../charts/chart2.xml"/></Relationships>
</file>

<file path=ppt/slides/_rels/slide5.xml.rels><?xml version="1.0" encoding="UTF-8" standalone="yes"?>
<Relationships xmlns="http://schemas.openxmlformats.org/package/2006/relationships"><Relationship Id="rId3" Type="http://schemas.openxmlformats.org/officeDocument/2006/relationships/image" Target="../media/image25.emf"/><Relationship Id="rId2" Type="http://schemas.openxmlformats.org/officeDocument/2006/relationships/notesSlide" Target="../notesSlides/notesSlide2.xml"/><Relationship Id="rId1" Type="http://schemas.openxmlformats.org/officeDocument/2006/relationships/slideLayout" Target="../slideLayouts/slideLayout17.xml"/></Relationships>
</file>

<file path=ppt/slides/_rels/slide6.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notesSlide" Target="../notesSlides/notesSlide3.xml"/><Relationship Id="rId1" Type="http://schemas.openxmlformats.org/officeDocument/2006/relationships/slideLayout" Target="../slideLayouts/slideLayout22.xml"/><Relationship Id="rId5" Type="http://schemas.openxmlformats.org/officeDocument/2006/relationships/chart" Target="../charts/chart9.xml"/><Relationship Id="rId4" Type="http://schemas.openxmlformats.org/officeDocument/2006/relationships/chart" Target="../charts/chart8.xml"/></Relationships>
</file>

<file path=ppt/slides/_rels/slide7.xml.rels><?xml version="1.0" encoding="UTF-8" standalone="yes"?>
<Relationships xmlns="http://schemas.openxmlformats.org/package/2006/relationships"><Relationship Id="rId8" Type="http://schemas.openxmlformats.org/officeDocument/2006/relationships/chart" Target="../charts/chart15.xml"/><Relationship Id="rId13" Type="http://schemas.openxmlformats.org/officeDocument/2006/relationships/chart" Target="../charts/chart20.xml"/><Relationship Id="rId3" Type="http://schemas.openxmlformats.org/officeDocument/2006/relationships/chart" Target="../charts/chart10.xml"/><Relationship Id="rId7" Type="http://schemas.openxmlformats.org/officeDocument/2006/relationships/chart" Target="../charts/chart14.xml"/><Relationship Id="rId12" Type="http://schemas.openxmlformats.org/officeDocument/2006/relationships/chart" Target="../charts/chart19.xml"/><Relationship Id="rId2" Type="http://schemas.openxmlformats.org/officeDocument/2006/relationships/notesSlide" Target="../notesSlides/notesSlide4.xml"/><Relationship Id="rId1" Type="http://schemas.openxmlformats.org/officeDocument/2006/relationships/slideLayout" Target="../slideLayouts/slideLayout9.xml"/><Relationship Id="rId6" Type="http://schemas.openxmlformats.org/officeDocument/2006/relationships/chart" Target="../charts/chart13.xml"/><Relationship Id="rId11" Type="http://schemas.openxmlformats.org/officeDocument/2006/relationships/chart" Target="../charts/chart18.xml"/><Relationship Id="rId5" Type="http://schemas.openxmlformats.org/officeDocument/2006/relationships/chart" Target="../charts/chart12.xml"/><Relationship Id="rId10" Type="http://schemas.openxmlformats.org/officeDocument/2006/relationships/chart" Target="../charts/chart17.xml"/><Relationship Id="rId4" Type="http://schemas.openxmlformats.org/officeDocument/2006/relationships/chart" Target="../charts/chart11.xml"/><Relationship Id="rId9" Type="http://schemas.openxmlformats.org/officeDocument/2006/relationships/chart" Target="../charts/chart16.xml"/><Relationship Id="rId14" Type="http://schemas.openxmlformats.org/officeDocument/2006/relationships/chart" Target="../charts/chart21.xml"/></Relationships>
</file>

<file path=ppt/slides/_rels/slide8.xml.rels><?xml version="1.0" encoding="UTF-8" standalone="yes"?>
<Relationships xmlns="http://schemas.openxmlformats.org/package/2006/relationships"><Relationship Id="rId3" Type="http://schemas.openxmlformats.org/officeDocument/2006/relationships/chart" Target="../charts/chart22.xml"/><Relationship Id="rId2" Type="http://schemas.openxmlformats.org/officeDocument/2006/relationships/notesSlide" Target="../notesSlides/notesSlide5.xml"/><Relationship Id="rId1" Type="http://schemas.openxmlformats.org/officeDocument/2006/relationships/slideLayout" Target="../slideLayouts/slideLayout10.xml"/><Relationship Id="rId5" Type="http://schemas.openxmlformats.org/officeDocument/2006/relationships/chart" Target="../charts/chart24.xml"/><Relationship Id="rId4" Type="http://schemas.openxmlformats.org/officeDocument/2006/relationships/chart" Target="../charts/chart23.xml"/></Relationships>
</file>

<file path=ppt/slides/_rels/slide9.xml.rels><?xml version="1.0" encoding="UTF-8" standalone="yes"?>
<Relationships xmlns="http://schemas.openxmlformats.org/package/2006/relationships"><Relationship Id="rId3" Type="http://schemas.openxmlformats.org/officeDocument/2006/relationships/chart" Target="../charts/chart25.xml"/><Relationship Id="rId2" Type="http://schemas.openxmlformats.org/officeDocument/2006/relationships/notesSlide" Target="../notesSlides/notesSlide6.xml"/><Relationship Id="rId1" Type="http://schemas.openxmlformats.org/officeDocument/2006/relationships/slideLayout" Target="../slideLayouts/slideLayout10.xml"/><Relationship Id="rId5" Type="http://schemas.openxmlformats.org/officeDocument/2006/relationships/chart" Target="../charts/chart27.xml"/><Relationship Id="rId4" Type="http://schemas.openxmlformats.org/officeDocument/2006/relationships/chart" Target="../charts/chart26.xml"/></Relationships>
</file>

<file path=ppt/slides/_rels/slide10.xml.rels><?xml version="1.0" encoding="UTF-8" standalone="yes"?>
<Relationships xmlns="http://schemas.openxmlformats.org/package/2006/relationships"><Relationship Id="rId3" Type="http://schemas.openxmlformats.org/officeDocument/2006/relationships/chart" Target="../charts/chart28.xml"/><Relationship Id="rId2" Type="http://schemas.openxmlformats.org/officeDocument/2006/relationships/notesSlide" Target="../notesSlides/notesSlide7.xml"/><Relationship Id="rId1" Type="http://schemas.openxmlformats.org/officeDocument/2006/relationships/slideLayout" Target="../slideLayouts/slideLayout10.xml"/><Relationship Id="rId5" Type="http://schemas.openxmlformats.org/officeDocument/2006/relationships/chart" Target="../charts/chart30.xml"/><Relationship Id="rId4" Type="http://schemas.openxmlformats.org/officeDocument/2006/relationships/chart" Target="../charts/chart2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8.xml"/><Relationship Id="rId1" Type="http://schemas.openxmlformats.org/officeDocument/2006/relationships/slideLayout" Target="../slideLayouts/slideLayout4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4.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27.png"/><Relationship Id="rId7" Type="http://schemas.openxmlformats.org/officeDocument/2006/relationships/image" Target="../media/image31.png"/><Relationship Id="rId2" Type="http://schemas.openxmlformats.org/officeDocument/2006/relationships/image" Target="../media/image26.png"/><Relationship Id="rId1" Type="http://schemas.openxmlformats.org/officeDocument/2006/relationships/slideLayout" Target="../slideLayouts/slideLayout42.xml"/><Relationship Id="rId6" Type="http://schemas.openxmlformats.org/officeDocument/2006/relationships/image" Target="../media/image30.png"/><Relationship Id="rId5" Type="http://schemas.openxmlformats.org/officeDocument/2006/relationships/image" Target="../media/image29.png"/><Relationship Id="rId10" Type="http://schemas.openxmlformats.org/officeDocument/2006/relationships/image" Target="../media/image34.png"/><Relationship Id="rId4" Type="http://schemas.openxmlformats.org/officeDocument/2006/relationships/image" Target="../media/image28.png"/><Relationship Id="rId9" Type="http://schemas.openxmlformats.org/officeDocument/2006/relationships/image" Target="../media/image33.png"/></Relationships>
</file>

<file path=ppt/slides/_rels/slide1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9.xml"/><Relationship Id="rId1" Type="http://schemas.openxmlformats.org/officeDocument/2006/relationships/slideLayout" Target="../slideLayouts/slideLayout5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8" Type="http://schemas.openxmlformats.org/officeDocument/2006/relationships/image" Target="../media/image41.png"/><Relationship Id="rId3" Type="http://schemas.openxmlformats.org/officeDocument/2006/relationships/image" Target="../media/image36.png"/><Relationship Id="rId7" Type="http://schemas.openxmlformats.org/officeDocument/2006/relationships/image" Target="../media/image40.png"/><Relationship Id="rId2" Type="http://schemas.openxmlformats.org/officeDocument/2006/relationships/notesSlide" Target="../notesSlides/notesSlide10.xml"/><Relationship Id="rId1" Type="http://schemas.openxmlformats.org/officeDocument/2006/relationships/slideLayout" Target="../slideLayouts/slideLayout11.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37.png"/></Relationships>
</file>

<file path=ppt/slides/_rels/slide18.xml.rels><?xml version="1.0" encoding="UTF-8" standalone="yes"?>
<Relationships xmlns="http://schemas.openxmlformats.org/package/2006/relationships"><Relationship Id="rId8" Type="http://schemas.openxmlformats.org/officeDocument/2006/relationships/diagramColors" Target="../diagrams/colors2.xml"/><Relationship Id="rId3" Type="http://schemas.openxmlformats.org/officeDocument/2006/relationships/image" Target="../media/image42.png"/><Relationship Id="rId7" Type="http://schemas.openxmlformats.org/officeDocument/2006/relationships/diagramQuickStyle" Target="../diagrams/quickStyle2.xml"/><Relationship Id="rId2" Type="http://schemas.openxmlformats.org/officeDocument/2006/relationships/notesSlide" Target="../notesSlides/notesSlide11.xml"/><Relationship Id="rId1" Type="http://schemas.openxmlformats.org/officeDocument/2006/relationships/slideLayout" Target="../slideLayouts/slideLayout11.xml"/><Relationship Id="rId6" Type="http://schemas.openxmlformats.org/officeDocument/2006/relationships/diagramLayout" Target="../diagrams/layout2.xml"/><Relationship Id="rId5" Type="http://schemas.openxmlformats.org/officeDocument/2006/relationships/diagramData" Target="../diagrams/data2.xml"/><Relationship Id="rId4" Type="http://schemas.openxmlformats.org/officeDocument/2006/relationships/hyperlink" Target="https://freepngimg.com/png/27328-finish-line-image" TargetMode="External"/><Relationship Id="rId9" Type="http://schemas.microsoft.com/office/2007/relationships/diagramDrawing" Target="../diagrams/drawing2.xml"/></Relationships>
</file>

<file path=ppt/slides/_rels/slide19.xml.rels><?xml version="1.0" encoding="UTF-8" standalone="yes"?>
<Relationships xmlns="http://schemas.openxmlformats.org/package/2006/relationships"><Relationship Id="rId8" Type="http://schemas.openxmlformats.org/officeDocument/2006/relationships/image" Target="../media/image48.jpeg"/><Relationship Id="rId13" Type="http://schemas.openxmlformats.org/officeDocument/2006/relationships/image" Target="../media/image53.png"/><Relationship Id="rId3" Type="http://schemas.openxmlformats.org/officeDocument/2006/relationships/image" Target="../media/image43.jpeg"/><Relationship Id="rId7" Type="http://schemas.openxmlformats.org/officeDocument/2006/relationships/image" Target="../media/image47.jpeg"/><Relationship Id="rId12" Type="http://schemas.openxmlformats.org/officeDocument/2006/relationships/image" Target="../media/image52.png"/><Relationship Id="rId2" Type="http://schemas.openxmlformats.org/officeDocument/2006/relationships/notesSlide" Target="../notesSlides/notesSlide12.xml"/><Relationship Id="rId1" Type="http://schemas.openxmlformats.org/officeDocument/2006/relationships/slideLayout" Target="../slideLayouts/slideLayout3.xml"/><Relationship Id="rId6" Type="http://schemas.openxmlformats.org/officeDocument/2006/relationships/image" Target="../media/image46.jpeg"/><Relationship Id="rId11" Type="http://schemas.openxmlformats.org/officeDocument/2006/relationships/image" Target="../media/image51.png"/><Relationship Id="rId5" Type="http://schemas.openxmlformats.org/officeDocument/2006/relationships/image" Target="../media/image45.jpeg"/><Relationship Id="rId15" Type="http://schemas.openxmlformats.org/officeDocument/2006/relationships/image" Target="../media/image55.jpeg"/><Relationship Id="rId10" Type="http://schemas.openxmlformats.org/officeDocument/2006/relationships/image" Target="../media/image50.jpeg"/><Relationship Id="rId4" Type="http://schemas.openxmlformats.org/officeDocument/2006/relationships/image" Target="../media/image44.jpeg"/><Relationship Id="rId9" Type="http://schemas.openxmlformats.org/officeDocument/2006/relationships/image" Target="../media/image49.jpeg"/><Relationship Id="rId14" Type="http://schemas.openxmlformats.org/officeDocument/2006/relationships/image" Target="../media/image5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2.xml"/></Relationships>
</file>

<file path=ppt/slides/_rels/slide24.xml.rels><?xml version="1.0" encoding="UTF-8" standalone="yes"?>
<Relationships xmlns="http://schemas.openxmlformats.org/package/2006/relationships"><Relationship Id="rId2" Type="http://schemas.openxmlformats.org/officeDocument/2006/relationships/chart" Target="../charts/chart31.xml"/><Relationship Id="rId1" Type="http://schemas.openxmlformats.org/officeDocument/2006/relationships/slideLayout" Target="../slideLayouts/slideLayout7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8.xml"/></Relationships>
</file>

<file path=ppt/slides/_rels/slide29.xml.rels><?xml version="1.0" encoding="UTF-8" standalone="yes"?>
<Relationships xmlns="http://schemas.openxmlformats.org/package/2006/relationships"><Relationship Id="rId3" Type="http://schemas.openxmlformats.org/officeDocument/2006/relationships/image" Target="../media/image57.jpeg"/><Relationship Id="rId2" Type="http://schemas.openxmlformats.org/officeDocument/2006/relationships/image" Target="../media/image56.png"/><Relationship Id="rId1" Type="http://schemas.openxmlformats.org/officeDocument/2006/relationships/slideLayout" Target="../slideLayouts/slideLayout42.xml"/><Relationship Id="rId4" Type="http://schemas.openxmlformats.org/officeDocument/2006/relationships/image" Target="../media/image58.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CBD8E5-36BC-B323-169D-0DD6001098D1}"/>
              </a:ext>
            </a:extLst>
          </p:cNvPr>
          <p:cNvSpPr>
            <a:spLocks noGrp="1"/>
          </p:cNvSpPr>
          <p:nvPr>
            <p:ph type="title"/>
          </p:nvPr>
        </p:nvSpPr>
        <p:spPr>
          <a:xfrm>
            <a:off x="473764" y="3778532"/>
            <a:ext cx="5864087" cy="808138"/>
          </a:xfrm>
        </p:spPr>
        <p:txBody>
          <a:bodyPr/>
          <a:lstStyle/>
          <a:p>
            <a:r>
              <a:rPr lang="en-US" sz="2800" dirty="0"/>
              <a:t>Q1 2026 FYARRO Business Review</a:t>
            </a:r>
          </a:p>
        </p:txBody>
      </p:sp>
    </p:spTree>
    <p:extLst>
      <p:ext uri="{BB962C8B-B14F-4D97-AF65-F5344CB8AC3E}">
        <p14:creationId xmlns:p14="http://schemas.microsoft.com/office/powerpoint/2010/main" val="2696928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C4C88C4E-42F5-B383-8D62-6DE136EDB976}"/>
              </a:ext>
            </a:extLst>
          </p:cNvPr>
          <p:cNvSpPr>
            <a:spLocks noGrp="1"/>
          </p:cNvSpPr>
          <p:nvPr>
            <p:ph type="title"/>
          </p:nvPr>
        </p:nvSpPr>
        <p:spPr/>
        <p:txBody>
          <a:bodyPr/>
          <a:lstStyle/>
          <a:p>
            <a:r>
              <a:rPr lang="en-US" dirty="0"/>
              <a:t>Topics </a:t>
            </a:r>
          </a:p>
        </p:txBody>
      </p:sp>
      <p:sp>
        <p:nvSpPr>
          <p:cNvPr id="7" name="Slide Number Placeholder 6">
            <a:extLst>
              <a:ext uri="{FF2B5EF4-FFF2-40B4-BE49-F238E27FC236}">
                <a16:creationId xmlns:a16="http://schemas.microsoft.com/office/drawing/2014/main" id="{3ABC32D3-2B05-ABCB-8F31-F713F1F22A42}"/>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2B143D1D-9801-49CA-88C0-178C03B6937F}" type="slidenum">
              <a:rPr kumimoji="0" lang="en-US" sz="900" b="0" i="0" u="none" strike="noStrike" kern="1200" cap="none" spc="0" normalizeH="0" baseline="0" noProof="0" smtClean="0">
                <a:ln>
                  <a:noFill/>
                </a:ln>
                <a:solidFill>
                  <a:srgbClr val="FFFFFF">
                    <a:lumMod val="50000"/>
                  </a:srgbClr>
                </a:solidFill>
                <a:effectLst/>
                <a:uLnTx/>
                <a:uFillTx/>
                <a:latin typeface="Arial" panose="020B06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a:t>
            </a:fld>
            <a:endParaRPr kumimoji="0" lang="en-US" sz="900" b="0" i="0" u="none" strike="noStrike" kern="1200" cap="none" spc="0" normalizeH="0" baseline="0" noProof="0">
              <a:ln>
                <a:noFill/>
              </a:ln>
              <a:solidFill>
                <a:srgbClr val="FFFFFF">
                  <a:lumMod val="50000"/>
                </a:srgbClr>
              </a:solidFill>
              <a:effectLst/>
              <a:uLnTx/>
              <a:uFillTx/>
              <a:latin typeface="Arial" panose="020B0604020202020204"/>
              <a:ea typeface="+mn-ea"/>
              <a:cs typeface="+mn-cs"/>
            </a:endParaRPr>
          </a:p>
        </p:txBody>
      </p:sp>
      <p:sp>
        <p:nvSpPr>
          <p:cNvPr id="9" name="Content Placeholder 8">
            <a:extLst>
              <a:ext uri="{FF2B5EF4-FFF2-40B4-BE49-F238E27FC236}">
                <a16:creationId xmlns:a16="http://schemas.microsoft.com/office/drawing/2014/main" id="{5A93F165-4DC8-B8FC-6B86-3B84CD83C533}"/>
              </a:ext>
            </a:extLst>
          </p:cNvPr>
          <p:cNvSpPr>
            <a:spLocks noGrp="1"/>
          </p:cNvSpPr>
          <p:nvPr>
            <p:ph idx="1"/>
          </p:nvPr>
        </p:nvSpPr>
        <p:spPr/>
        <p:txBody>
          <a:bodyPr>
            <a:normAutofit/>
          </a:bodyPr>
          <a:lstStyle/>
          <a:p>
            <a:pPr>
              <a:buFont typeface="Wingdings" panose="05000000000000000000" pitchFamily="2" charset="2"/>
              <a:buChar char="Ø"/>
            </a:pPr>
            <a:r>
              <a:rPr lang="en-US" sz="1800" dirty="0"/>
              <a:t>Q1 Fyarro National and Regional Performance</a:t>
            </a:r>
          </a:p>
          <a:p>
            <a:pPr>
              <a:buFont typeface="Wingdings" panose="05000000000000000000" pitchFamily="2" charset="2"/>
              <a:buChar char="Ø"/>
            </a:pPr>
            <a:r>
              <a:rPr lang="en-US" sz="1800" dirty="0"/>
              <a:t>Sales and Marketing Updates</a:t>
            </a:r>
          </a:p>
          <a:p>
            <a:pPr>
              <a:buFont typeface="Wingdings" panose="05000000000000000000" pitchFamily="2" charset="2"/>
              <a:buChar char="Ø"/>
            </a:pPr>
            <a:r>
              <a:rPr lang="en-US" sz="1800" dirty="0"/>
              <a:t>Business Insights &amp; Analytics</a:t>
            </a:r>
          </a:p>
          <a:p>
            <a:pPr>
              <a:buFont typeface="Wingdings" panose="05000000000000000000" pitchFamily="2" charset="2"/>
              <a:buChar char="Ø"/>
            </a:pPr>
            <a:r>
              <a:rPr lang="en-US" sz="1800" dirty="0"/>
              <a:t>Market Access</a:t>
            </a:r>
          </a:p>
          <a:p>
            <a:pPr>
              <a:buFont typeface="Wingdings" panose="05000000000000000000" pitchFamily="2" charset="2"/>
              <a:buChar char="Ø"/>
            </a:pPr>
            <a:r>
              <a:rPr lang="en-US" sz="1800" dirty="0"/>
              <a:t>Advocacy</a:t>
            </a:r>
          </a:p>
        </p:txBody>
      </p:sp>
    </p:spTree>
    <p:extLst>
      <p:ext uri="{BB962C8B-B14F-4D97-AF65-F5344CB8AC3E}">
        <p14:creationId xmlns:p14="http://schemas.microsoft.com/office/powerpoint/2010/main" val="12591873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622FE4-905E-E745-E643-CB6C896404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FCB2C8-96DD-736F-DCA7-1E060F7C7264}"/>
              </a:ext>
            </a:extLst>
          </p:cNvPr>
          <p:cNvSpPr>
            <a:spLocks noGrp="1"/>
          </p:cNvSpPr>
          <p:nvPr>
            <p:ph type="title"/>
          </p:nvPr>
        </p:nvSpPr>
        <p:spPr/>
        <p:txBody>
          <a:bodyPr/>
          <a:lstStyle/>
          <a:p>
            <a:r>
              <a:rPr lang="en-US" dirty="0"/>
              <a:t>March 2026 FYARRO Performance &amp; Inventory</a:t>
            </a:r>
          </a:p>
        </p:txBody>
      </p:sp>
    </p:spTree>
    <p:extLst>
      <p:ext uri="{BB962C8B-B14F-4D97-AF65-F5344CB8AC3E}">
        <p14:creationId xmlns:p14="http://schemas.microsoft.com/office/powerpoint/2010/main" val="15326942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2342F5-EF66-BA5F-D7FE-748DA7EABB10}"/>
            </a:ext>
          </a:extLst>
        </p:cNvPr>
        <p:cNvGrpSpPr/>
        <p:nvPr/>
      </p:nvGrpSpPr>
      <p:grpSpPr>
        <a:xfrm>
          <a:off x="0" y="0"/>
          <a:ext cx="0" cy="0"/>
          <a:chOff x="0" y="0"/>
          <a:chExt cx="0" cy="0"/>
        </a:xfrm>
      </p:grpSpPr>
      <p:sp>
        <p:nvSpPr>
          <p:cNvPr id="18" name="Content Placeholder 2">
            <a:extLst>
              <a:ext uri="{FF2B5EF4-FFF2-40B4-BE49-F238E27FC236}">
                <a16:creationId xmlns:a16="http://schemas.microsoft.com/office/drawing/2014/main" id="{C71F2EC1-670C-CDB3-E7D3-B9ED99A0E0D6}"/>
              </a:ext>
            </a:extLst>
          </p:cNvPr>
          <p:cNvSpPr txBox="1">
            <a:spLocks/>
          </p:cNvSpPr>
          <p:nvPr/>
        </p:nvSpPr>
        <p:spPr>
          <a:xfrm>
            <a:off x="331687" y="4846368"/>
            <a:ext cx="5919029" cy="1485705"/>
          </a:xfrm>
          <a:prstGeom prst="rect">
            <a:avLst/>
          </a:prstGeom>
          <a:noFill/>
          <a:ln w="12700">
            <a:solidFill>
              <a:schemeClr val="tx1"/>
            </a:solidFill>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20" rIns="45719">
            <a:noAutofit/>
          </a:bodyPr>
          <a:lstStyle>
            <a:lvl1pPr marL="228560" marR="0" indent="-228560" algn="l" defTabSz="914240" eaLnBrk="1" latinLnBrk="0" hangingPunct="1">
              <a:lnSpc>
                <a:spcPct val="90000"/>
              </a:lnSpc>
              <a:spcBef>
                <a:spcPts val="1000"/>
              </a:spcBef>
              <a:spcAft>
                <a:spcPts val="400"/>
              </a:spcAft>
              <a:buClr>
                <a:schemeClr val="accent4"/>
              </a:buClr>
              <a:buSzPct val="100000"/>
              <a:buFont typeface="Arial" panose="020B0604020202020204" pitchFamily="34" charset="0"/>
              <a:buChar char="•"/>
              <a:tabLst/>
              <a:defRPr sz="1600" b="0" i="0" u="none" strike="noStrike" cap="none" spc="0" baseline="0">
                <a:solidFill>
                  <a:schemeClr val="bg2"/>
                </a:solidFill>
                <a:uFillTx/>
                <a:latin typeface="Arial" panose="020B0604020202020204" pitchFamily="34" charset="0"/>
                <a:ea typeface="Arial" panose="020B0604020202020204" pitchFamily="34" charset="0"/>
                <a:cs typeface="Arial" panose="020B0604020202020204" pitchFamily="34" charset="0"/>
                <a:sym typeface="Avenir Book"/>
              </a:defRPr>
            </a:lvl1pPr>
            <a:lvl2pPr marL="463550" marR="0" indent="-165100" algn="l" defTabSz="914240" eaLnBrk="1" latinLnBrk="0" hangingPunct="1">
              <a:lnSpc>
                <a:spcPct val="90000"/>
              </a:lnSpc>
              <a:spcBef>
                <a:spcPts val="400"/>
              </a:spcBef>
              <a:spcAft>
                <a:spcPts val="400"/>
              </a:spcAft>
              <a:buClr>
                <a:schemeClr val="accent4"/>
              </a:buClr>
              <a:buSzPct val="100000"/>
              <a:buFont typeface="System Font Regular"/>
              <a:buChar char="–"/>
              <a:tabLst/>
              <a:defRPr sz="1400" b="0" i="0" u="none" strike="noStrike" cap="none" spc="0" baseline="0">
                <a:solidFill>
                  <a:schemeClr val="bg2"/>
                </a:solidFill>
                <a:uFillTx/>
                <a:latin typeface="Arial" panose="020B0604020202020204" pitchFamily="34" charset="0"/>
                <a:ea typeface="Arial" panose="020B0604020202020204" pitchFamily="34" charset="0"/>
                <a:cs typeface="Arial" panose="020B0604020202020204" pitchFamily="34" charset="0"/>
                <a:sym typeface="Avenir Book"/>
              </a:defRPr>
            </a:lvl2pPr>
            <a:lvl3pPr marL="687388" marR="0" indent="-173038" algn="l" defTabSz="914240" eaLnBrk="1" latinLnBrk="0" hangingPunct="1">
              <a:lnSpc>
                <a:spcPct val="90000"/>
              </a:lnSpc>
              <a:spcBef>
                <a:spcPts val="400"/>
              </a:spcBef>
              <a:spcAft>
                <a:spcPts val="400"/>
              </a:spcAft>
              <a:buClr>
                <a:schemeClr val="accent4"/>
              </a:buClr>
              <a:buSzPct val="100000"/>
              <a:buFont typeface="Arial" panose="020B0604020202020204" pitchFamily="34" charset="0"/>
              <a:buChar char="•"/>
              <a:tabLst/>
              <a:defRPr sz="1200" b="0" i="0" u="none" strike="noStrike" cap="none" spc="0" baseline="0">
                <a:solidFill>
                  <a:schemeClr val="bg2"/>
                </a:solidFill>
                <a:uFillTx/>
                <a:latin typeface="Arial" panose="020B0604020202020204" pitchFamily="34" charset="0"/>
                <a:ea typeface="Arial" panose="020B0604020202020204" pitchFamily="34" charset="0"/>
                <a:cs typeface="Arial" panose="020B0604020202020204" pitchFamily="34" charset="0"/>
                <a:sym typeface="Avenir Book"/>
              </a:defRPr>
            </a:lvl3pPr>
            <a:lvl4pPr marL="862013" marR="0" indent="-157163" algn="l" defTabSz="914240" eaLnBrk="1" latinLnBrk="0" hangingPunct="1">
              <a:lnSpc>
                <a:spcPct val="90000"/>
              </a:lnSpc>
              <a:spcBef>
                <a:spcPts val="400"/>
              </a:spcBef>
              <a:spcAft>
                <a:spcPts val="400"/>
              </a:spcAft>
              <a:buClr>
                <a:schemeClr val="accent4"/>
              </a:buClr>
              <a:buSzPct val="100000"/>
              <a:buFont typeface="System Font Regular"/>
              <a:buChar char="–"/>
              <a:tabLst/>
              <a:defRPr sz="1200" b="0" i="0" u="none" strike="noStrike" cap="none" spc="0" baseline="0">
                <a:solidFill>
                  <a:schemeClr val="bg2"/>
                </a:solidFill>
                <a:uFillTx/>
                <a:latin typeface="Arial" panose="020B0604020202020204" pitchFamily="34" charset="0"/>
                <a:ea typeface="Arial" panose="020B0604020202020204" pitchFamily="34" charset="0"/>
                <a:cs typeface="Arial" panose="020B0604020202020204" pitchFamily="34" charset="0"/>
                <a:sym typeface="Avenir Book"/>
              </a:defRPr>
            </a:lvl4pPr>
            <a:lvl5pPr marL="1085850" marR="0" indent="-157163" algn="l" defTabSz="914240" eaLnBrk="1" latinLnBrk="0" hangingPunct="1">
              <a:lnSpc>
                <a:spcPct val="90000"/>
              </a:lnSpc>
              <a:spcBef>
                <a:spcPts val="400"/>
              </a:spcBef>
              <a:spcAft>
                <a:spcPts val="400"/>
              </a:spcAft>
              <a:buClr>
                <a:schemeClr val="accent4"/>
              </a:buClr>
              <a:buSzPct val="100000"/>
              <a:buFont typeface="Arial" panose="020B0604020202020204" pitchFamily="34" charset="0"/>
              <a:buChar char="•"/>
              <a:tabLst/>
              <a:defRPr sz="1200" b="0" i="0" u="none" strike="noStrike" cap="none" spc="0" baseline="0">
                <a:solidFill>
                  <a:schemeClr val="bg2"/>
                </a:solidFill>
                <a:uFillTx/>
                <a:latin typeface="Arial" panose="020B0604020202020204" pitchFamily="34" charset="0"/>
                <a:ea typeface="Arial" panose="020B0604020202020204" pitchFamily="34" charset="0"/>
                <a:cs typeface="Arial" panose="020B0604020202020204" pitchFamily="34" charset="0"/>
                <a:sym typeface="Avenir Book"/>
              </a:defRPr>
            </a:lvl5pPr>
            <a:lvl6pPr marL="2502130" marR="0" indent="-216530" algn="l" defTabSz="914240" eaLnBrk="1" latinLnBrk="0" hangingPunct="1">
              <a:lnSpc>
                <a:spcPct val="90000"/>
              </a:lnSpc>
              <a:spcBef>
                <a:spcPts val="1000"/>
              </a:spcBef>
              <a:spcAft>
                <a:spcPts val="0"/>
              </a:spcAft>
              <a:buClrTx/>
              <a:buSzPct val="100000"/>
              <a:buFont typeface="Arial"/>
              <a:buChar char="•"/>
              <a:tabLst/>
              <a:defRPr sz="1800" b="0" i="0" u="none" strike="noStrike" cap="none" spc="0" baseline="0">
                <a:solidFill>
                  <a:srgbClr val="50626A"/>
                </a:solidFill>
                <a:uFillTx/>
                <a:latin typeface="Avenir Book"/>
                <a:ea typeface="Avenir Book"/>
                <a:cs typeface="Avenir Book"/>
                <a:sym typeface="Avenir Book"/>
              </a:defRPr>
            </a:lvl6pPr>
            <a:lvl7pPr marL="2959250" marR="0" indent="-216530" algn="l" defTabSz="914240" eaLnBrk="1" latinLnBrk="0" hangingPunct="1">
              <a:lnSpc>
                <a:spcPct val="90000"/>
              </a:lnSpc>
              <a:spcBef>
                <a:spcPts val="1000"/>
              </a:spcBef>
              <a:spcAft>
                <a:spcPts val="0"/>
              </a:spcAft>
              <a:buClrTx/>
              <a:buSzPct val="100000"/>
              <a:buFont typeface="Arial"/>
              <a:buChar char="•"/>
              <a:tabLst/>
              <a:defRPr sz="1800" b="0" i="0" u="none" strike="noStrike" cap="none" spc="0" baseline="0">
                <a:solidFill>
                  <a:srgbClr val="50626A"/>
                </a:solidFill>
                <a:uFillTx/>
                <a:latin typeface="Avenir Book"/>
                <a:ea typeface="Avenir Book"/>
                <a:cs typeface="Avenir Book"/>
                <a:sym typeface="Avenir Book"/>
              </a:defRPr>
            </a:lvl7pPr>
            <a:lvl8pPr marL="3416370" marR="0" indent="-216530" algn="l" defTabSz="914240" eaLnBrk="1" latinLnBrk="0" hangingPunct="1">
              <a:lnSpc>
                <a:spcPct val="90000"/>
              </a:lnSpc>
              <a:spcBef>
                <a:spcPts val="1000"/>
              </a:spcBef>
              <a:spcAft>
                <a:spcPts val="0"/>
              </a:spcAft>
              <a:buClrTx/>
              <a:buSzPct val="100000"/>
              <a:buFont typeface="Arial"/>
              <a:buChar char="•"/>
              <a:tabLst/>
              <a:defRPr sz="1800" b="0" i="0" u="none" strike="noStrike" cap="none" spc="0" baseline="0">
                <a:solidFill>
                  <a:srgbClr val="50626A"/>
                </a:solidFill>
                <a:uFillTx/>
                <a:latin typeface="Avenir Book"/>
                <a:ea typeface="Avenir Book"/>
                <a:cs typeface="Avenir Book"/>
                <a:sym typeface="Avenir Book"/>
              </a:defRPr>
            </a:lvl8pPr>
            <a:lvl9pPr marL="3873490" marR="0" indent="-216530" algn="l" defTabSz="914240" eaLnBrk="1" latinLnBrk="0" hangingPunct="1">
              <a:lnSpc>
                <a:spcPct val="90000"/>
              </a:lnSpc>
              <a:spcBef>
                <a:spcPts val="1000"/>
              </a:spcBef>
              <a:spcAft>
                <a:spcPts val="0"/>
              </a:spcAft>
              <a:buClrTx/>
              <a:buSzPct val="100000"/>
              <a:buFont typeface="Arial"/>
              <a:buChar char="•"/>
              <a:tabLst/>
              <a:defRPr sz="1800" b="0" i="0" u="none" strike="noStrike" cap="none" spc="0" baseline="0">
                <a:solidFill>
                  <a:srgbClr val="50626A"/>
                </a:solidFill>
                <a:uFillTx/>
                <a:latin typeface="Avenir Book"/>
                <a:ea typeface="Avenir Book"/>
                <a:cs typeface="Avenir Book"/>
                <a:sym typeface="Avenir Book"/>
              </a:defRPr>
            </a:lvl9pPr>
          </a:lstStyle>
          <a:p>
            <a:pPr marL="0" indent="0">
              <a:lnSpc>
                <a:spcPct val="100000"/>
              </a:lnSpc>
              <a:spcBef>
                <a:spcPts val="0"/>
              </a:spcBef>
              <a:spcAft>
                <a:spcPts val="0"/>
              </a:spcAft>
              <a:buFont typeface="Arial" panose="020B0604020202020204" pitchFamily="34" charset="0"/>
              <a:buNone/>
            </a:pPr>
            <a:r>
              <a:rPr lang="en-US" sz="1400" b="1" kern="0" dirty="0"/>
              <a:t> Daily average demand units:</a:t>
            </a:r>
          </a:p>
          <a:p>
            <a:pPr>
              <a:lnSpc>
                <a:spcPct val="100000"/>
              </a:lnSpc>
              <a:spcBef>
                <a:spcPts val="0"/>
              </a:spcBef>
              <a:spcAft>
                <a:spcPts val="0"/>
              </a:spcAft>
              <a:buFont typeface="Wingdings" panose="05000000000000000000" pitchFamily="2" charset="2"/>
              <a:buChar char="Ø"/>
            </a:pPr>
            <a:r>
              <a:rPr lang="en-US" sz="1050" kern="0" dirty="0"/>
              <a:t>Q1-26 ended strongly compared to budget with a 7% favorability</a:t>
            </a:r>
          </a:p>
          <a:p>
            <a:pPr marL="298450" lvl="1" indent="0">
              <a:lnSpc>
                <a:spcPct val="100000"/>
              </a:lnSpc>
              <a:spcBef>
                <a:spcPts val="0"/>
              </a:spcBef>
              <a:spcAft>
                <a:spcPts val="0"/>
              </a:spcAft>
              <a:buFont typeface="System Font Regular"/>
              <a:buNone/>
            </a:pPr>
            <a:r>
              <a:rPr lang="en-US" sz="1200" kern="0" dirty="0"/>
              <a:t>   </a:t>
            </a:r>
            <a:endParaRPr lang="en-US" kern="0" dirty="0"/>
          </a:p>
          <a:p>
            <a:pPr marL="514350" lvl="2" indent="0">
              <a:lnSpc>
                <a:spcPct val="100000"/>
              </a:lnSpc>
              <a:spcBef>
                <a:spcPts val="0"/>
              </a:spcBef>
              <a:spcAft>
                <a:spcPts val="0"/>
              </a:spcAft>
              <a:buFont typeface="Arial" panose="020B0604020202020204" pitchFamily="34" charset="0"/>
              <a:buNone/>
            </a:pPr>
            <a:endParaRPr lang="en-US" kern="0" dirty="0"/>
          </a:p>
          <a:p>
            <a:pPr marL="298450" lvl="1" indent="0">
              <a:lnSpc>
                <a:spcPct val="100000"/>
              </a:lnSpc>
              <a:spcBef>
                <a:spcPts val="0"/>
              </a:spcBef>
              <a:spcAft>
                <a:spcPts val="0"/>
              </a:spcAft>
              <a:buFont typeface="System Font Regular"/>
              <a:buNone/>
            </a:pPr>
            <a:endParaRPr lang="en-US" kern="0" dirty="0"/>
          </a:p>
          <a:p>
            <a:pPr marL="0" indent="0">
              <a:lnSpc>
                <a:spcPct val="100000"/>
              </a:lnSpc>
              <a:spcBef>
                <a:spcPts val="0"/>
              </a:spcBef>
              <a:spcAft>
                <a:spcPts val="0"/>
              </a:spcAft>
              <a:buFont typeface="Arial" panose="020B0604020202020204" pitchFamily="34" charset="0"/>
              <a:buNone/>
            </a:pPr>
            <a:endParaRPr lang="en-US" sz="1400" kern="0" dirty="0"/>
          </a:p>
          <a:p>
            <a:pPr marL="298450" lvl="1" indent="0">
              <a:lnSpc>
                <a:spcPct val="100000"/>
              </a:lnSpc>
              <a:buFont typeface="System Font Regular"/>
              <a:buNone/>
            </a:pPr>
            <a:endParaRPr lang="en-US" kern="0" dirty="0"/>
          </a:p>
          <a:p>
            <a:pPr marL="298450" lvl="1" indent="0">
              <a:lnSpc>
                <a:spcPct val="100000"/>
              </a:lnSpc>
              <a:buFont typeface="System Font Regular"/>
              <a:buNone/>
            </a:pPr>
            <a:endParaRPr lang="en-US" kern="0" dirty="0"/>
          </a:p>
          <a:p>
            <a:endParaRPr lang="en-US" sz="1400" kern="0" dirty="0"/>
          </a:p>
          <a:p>
            <a:endParaRPr lang="en-US" sz="1400" kern="0" dirty="0"/>
          </a:p>
          <a:p>
            <a:endParaRPr lang="en-US" sz="1400" kern="0" dirty="0"/>
          </a:p>
          <a:p>
            <a:endParaRPr lang="en-US" sz="1400" kern="0" dirty="0"/>
          </a:p>
          <a:p>
            <a:endParaRPr lang="en-US" sz="1400" kern="0" dirty="0"/>
          </a:p>
          <a:p>
            <a:endParaRPr lang="en-US" sz="1400" kern="0" dirty="0"/>
          </a:p>
        </p:txBody>
      </p:sp>
      <p:sp>
        <p:nvSpPr>
          <p:cNvPr id="6" name="Content Placeholder 5">
            <a:extLst>
              <a:ext uri="{FF2B5EF4-FFF2-40B4-BE49-F238E27FC236}">
                <a16:creationId xmlns:a16="http://schemas.microsoft.com/office/drawing/2014/main" id="{4915B451-E3FD-59E2-F79B-893ED37C8681}"/>
              </a:ext>
            </a:extLst>
          </p:cNvPr>
          <p:cNvSpPr>
            <a:spLocks noGrp="1"/>
          </p:cNvSpPr>
          <p:nvPr>
            <p:ph sz="quarter" idx="4"/>
          </p:nvPr>
        </p:nvSpPr>
        <p:spPr>
          <a:xfrm>
            <a:off x="6436816" y="5093988"/>
            <a:ext cx="4556794" cy="1151138"/>
          </a:xfrm>
          <a:ln w="12700">
            <a:solidFill>
              <a:schemeClr val="tx1"/>
            </a:solidFill>
            <a:miter lim="400000"/>
          </a:ln>
        </p:spPr>
        <p:txBody>
          <a:bodyPr lIns="45720" rIns="45719">
            <a:noAutofit/>
          </a:bodyPr>
          <a:lstStyle/>
          <a:p>
            <a:pPr marL="0" marR="0" indent="0" algn="l" defTabSz="914400" rtl="0" fontAlgn="auto" latinLnBrk="0" hangingPunct="0">
              <a:lnSpc>
                <a:spcPct val="100000"/>
              </a:lnSpc>
              <a:spcBef>
                <a:spcPts val="0"/>
              </a:spcBef>
              <a:spcAft>
                <a:spcPts val="0"/>
              </a:spcAft>
              <a:buClrTx/>
              <a:buSzTx/>
              <a:buNone/>
              <a:tabLst/>
            </a:pPr>
            <a:r>
              <a:rPr lang="en-US" sz="1200" u="sng" dirty="0"/>
              <a:t>Draft Net Sales March compared to Budget</a:t>
            </a:r>
          </a:p>
          <a:p>
            <a:pPr marL="0" marR="0" indent="0" algn="l" defTabSz="914400" rtl="0" fontAlgn="auto" latinLnBrk="0" hangingPunct="0">
              <a:lnSpc>
                <a:spcPct val="100000"/>
              </a:lnSpc>
              <a:spcBef>
                <a:spcPts val="0"/>
              </a:spcBef>
              <a:spcAft>
                <a:spcPts val="0"/>
              </a:spcAft>
              <a:buClrTx/>
              <a:buSzTx/>
              <a:buNone/>
              <a:tabLst/>
            </a:pPr>
            <a:endParaRPr lang="en-US" sz="1200" dirty="0"/>
          </a:p>
          <a:p>
            <a:pPr marL="0" marR="0" indent="0" algn="l" defTabSz="914400" rtl="0" fontAlgn="auto" latinLnBrk="0" hangingPunct="0">
              <a:lnSpc>
                <a:spcPct val="100000"/>
              </a:lnSpc>
              <a:spcBef>
                <a:spcPts val="0"/>
              </a:spcBef>
              <a:spcAft>
                <a:spcPts val="0"/>
              </a:spcAft>
              <a:buClrTx/>
              <a:buSzTx/>
              <a:buNone/>
              <a:tabLst/>
            </a:pPr>
            <a:r>
              <a:rPr lang="en-US" sz="1200" dirty="0"/>
              <a:t>Mar’26:  $4.25M ; +$1.5M / +54% ; QTD:  $9.42M ; +$0.9M / +10% ; vs Q4-25: -$1.6M / -14%</a:t>
            </a:r>
            <a:br>
              <a:rPr lang="en-US" sz="1200" dirty="0"/>
            </a:br>
            <a:endParaRPr lang="en-US" sz="1200" dirty="0"/>
          </a:p>
          <a:p>
            <a:pPr>
              <a:lnSpc>
                <a:spcPct val="100000"/>
              </a:lnSpc>
              <a:spcBef>
                <a:spcPts val="0"/>
              </a:spcBef>
              <a:spcAft>
                <a:spcPts val="0"/>
              </a:spcAft>
            </a:pPr>
            <a:r>
              <a:rPr lang="en-US" sz="1200" dirty="0"/>
              <a:t>Aadi Bio Kaken 2026 net sales budget : $36.2m </a:t>
            </a:r>
          </a:p>
          <a:p>
            <a:pPr marL="0" indent="0">
              <a:lnSpc>
                <a:spcPct val="100000"/>
              </a:lnSpc>
              <a:spcBef>
                <a:spcPts val="0"/>
              </a:spcBef>
              <a:spcAft>
                <a:spcPts val="0"/>
              </a:spcAft>
              <a:buNone/>
            </a:pPr>
            <a:endParaRPr lang="en-US" sz="900" dirty="0"/>
          </a:p>
          <a:p>
            <a:pPr>
              <a:lnSpc>
                <a:spcPct val="100000"/>
              </a:lnSpc>
              <a:spcBef>
                <a:spcPts val="0"/>
              </a:spcBef>
              <a:spcAft>
                <a:spcPts val="0"/>
              </a:spcAft>
            </a:pPr>
            <a:endParaRPr lang="en-US" sz="1200" dirty="0"/>
          </a:p>
        </p:txBody>
      </p:sp>
      <p:sp>
        <p:nvSpPr>
          <p:cNvPr id="2" name="Title 1">
            <a:extLst>
              <a:ext uri="{FF2B5EF4-FFF2-40B4-BE49-F238E27FC236}">
                <a16:creationId xmlns:a16="http://schemas.microsoft.com/office/drawing/2014/main" id="{6B50EF48-7A33-C923-E8B4-440FDF743D46}"/>
              </a:ext>
            </a:extLst>
          </p:cNvPr>
          <p:cNvSpPr>
            <a:spLocks noGrp="1"/>
          </p:cNvSpPr>
          <p:nvPr>
            <p:ph type="title"/>
          </p:nvPr>
        </p:nvSpPr>
        <p:spPr>
          <a:xfrm>
            <a:off x="287701" y="79875"/>
            <a:ext cx="11536220" cy="808138"/>
          </a:xfrm>
        </p:spPr>
        <p:txBody>
          <a:bodyPr/>
          <a:lstStyle/>
          <a:p>
            <a:r>
              <a:rPr lang="en-US" dirty="0"/>
              <a:t>March Sales Performance</a:t>
            </a:r>
          </a:p>
        </p:txBody>
      </p:sp>
      <p:sp>
        <p:nvSpPr>
          <p:cNvPr id="5" name="Footer Placeholder 4">
            <a:extLst>
              <a:ext uri="{FF2B5EF4-FFF2-40B4-BE49-F238E27FC236}">
                <a16:creationId xmlns:a16="http://schemas.microsoft.com/office/drawing/2014/main" id="{7378BE30-CFE5-4F8B-C513-968544E60B69}"/>
              </a:ext>
            </a:extLst>
          </p:cNvPr>
          <p:cNvSpPr>
            <a:spLocks noGrp="1"/>
          </p:cNvSpPr>
          <p:nvPr>
            <p:ph type="ftr" sz="quarter" idx="1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0000">
                    <a:lumMod val="50000"/>
                    <a:lumOff val="50000"/>
                  </a:srgbClr>
                </a:solidFill>
                <a:effectLst/>
                <a:uLnTx/>
                <a:uFillTx/>
                <a:latin typeface="Arial" panose="020B0604020202020204" pitchFamily="34" charset="0"/>
                <a:ea typeface="+mn-ea"/>
                <a:cs typeface="+mn-cs"/>
              </a:rPr>
              <a:t>COPYRIGHT-CONFIDENTIAL</a:t>
            </a:r>
          </a:p>
        </p:txBody>
      </p:sp>
      <p:sp>
        <p:nvSpPr>
          <p:cNvPr id="10" name="Slide Number Placeholder 9">
            <a:extLst>
              <a:ext uri="{FF2B5EF4-FFF2-40B4-BE49-F238E27FC236}">
                <a16:creationId xmlns:a16="http://schemas.microsoft.com/office/drawing/2014/main" id="{8607F142-8AF1-36AB-C73B-FD92ED3CBC34}"/>
              </a:ext>
            </a:extLst>
          </p:cNvPr>
          <p:cNvSpPr>
            <a:spLocks noGrp="1"/>
          </p:cNvSpPr>
          <p:nvPr>
            <p:ph type="sldNum" sz="quarter" idx="1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20236F65-F317-9F47-AE3D-2E2BFE1DF150}" type="slidenum">
              <a:rPr kumimoji="0" lang="en-US" sz="900" b="0" i="0" u="none" strike="noStrike" kern="1200" cap="none" spc="0" normalizeH="0" baseline="0" noProof="0" smtClean="0">
                <a:ln>
                  <a:noFill/>
                </a:ln>
                <a:solidFill>
                  <a:srgbClr val="FFFFFF">
                    <a:lumMod val="50000"/>
                  </a:srgbClr>
                </a:solidFill>
                <a:effectLst/>
                <a:uLnTx/>
                <a:uFillTx/>
                <a:latin typeface="Arial" panose="020B06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a:t>
            </a:fld>
            <a:endParaRPr kumimoji="0" lang="en-US" sz="900" b="0" i="0" u="none" strike="noStrike" kern="1200" cap="none" spc="0" normalizeH="0" baseline="0" noProof="0">
              <a:ln>
                <a:noFill/>
              </a:ln>
              <a:solidFill>
                <a:srgbClr val="FFFFFF">
                  <a:lumMod val="50000"/>
                </a:srgbClr>
              </a:solidFill>
              <a:effectLst/>
              <a:uLnTx/>
              <a:uFillTx/>
              <a:latin typeface="Arial" panose="020B0604020202020204"/>
              <a:ea typeface="+mn-ea"/>
              <a:cs typeface="+mn-cs"/>
            </a:endParaRPr>
          </a:p>
        </p:txBody>
      </p:sp>
      <p:sp>
        <p:nvSpPr>
          <p:cNvPr id="11" name="Text Placeholder 5">
            <a:extLst>
              <a:ext uri="{FF2B5EF4-FFF2-40B4-BE49-F238E27FC236}">
                <a16:creationId xmlns:a16="http://schemas.microsoft.com/office/drawing/2014/main" id="{C742E419-8CC0-5542-146F-97079061546B}"/>
              </a:ext>
            </a:extLst>
          </p:cNvPr>
          <p:cNvSpPr txBox="1">
            <a:spLocks/>
          </p:cNvSpPr>
          <p:nvPr/>
        </p:nvSpPr>
        <p:spPr>
          <a:xfrm>
            <a:off x="331687" y="511825"/>
            <a:ext cx="11823921" cy="295514"/>
          </a:xfrm>
          <a:prstGeom prst="rect">
            <a:avLst/>
          </a:prstGeom>
          <a:ln w="12700">
            <a:miter lim="400000"/>
          </a:ln>
        </p:spPr>
        <p:txBody>
          <a:bodyPr lIns="45720" rIns="45719" anchor="ctr">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defTabSz="914240" eaLnBrk="1" hangingPunct="1">
              <a:lnSpc>
                <a:spcPct val="90000"/>
              </a:lnSpc>
              <a:spcBef>
                <a:spcPts val="1000"/>
              </a:spcBef>
              <a:spcAft>
                <a:spcPts val="400"/>
              </a:spcAft>
              <a:buClr>
                <a:schemeClr val="accent4"/>
              </a:buClr>
              <a:buSzPct val="100000"/>
              <a:buFont typeface="Arial" panose="020B0604020202020204" pitchFamily="34" charset="0"/>
              <a:defRPr i="1">
                <a:solidFill>
                  <a:schemeClr val="accent4"/>
                </a:solidFill>
                <a:latin typeface="Arial" panose="020B0604020202020204" pitchFamily="34" charset="0"/>
                <a:ea typeface="Arial" panose="020B0604020202020204" pitchFamily="34" charset="0"/>
                <a:cs typeface="Arial" panose="020B0604020202020204" pitchFamily="34" charset="0"/>
                <a:sym typeface="Avenir Book"/>
              </a:defRPr>
            </a:lvl1pPr>
            <a:lvl2pPr marL="463550" indent="-165100" defTabSz="914240" eaLnBrk="1" hangingPunct="1">
              <a:lnSpc>
                <a:spcPct val="90000"/>
              </a:lnSpc>
              <a:spcBef>
                <a:spcPts val="400"/>
              </a:spcBef>
              <a:spcAft>
                <a:spcPts val="400"/>
              </a:spcAft>
              <a:buClr>
                <a:schemeClr val="accent4"/>
              </a:buClr>
              <a:buSzPct val="100000"/>
              <a:buFont typeface="System Font Regular"/>
              <a:buChar char="–"/>
              <a:defRPr sz="1400">
                <a:solidFill>
                  <a:schemeClr val="bg2"/>
                </a:solidFill>
                <a:latin typeface="Arial" panose="020B0604020202020204" pitchFamily="34" charset="0"/>
                <a:ea typeface="Arial" panose="020B0604020202020204" pitchFamily="34" charset="0"/>
                <a:cs typeface="Arial" panose="020B0604020202020204" pitchFamily="34" charset="0"/>
                <a:sym typeface="Avenir Book"/>
              </a:defRPr>
            </a:lvl2pPr>
            <a:lvl3pPr marL="687388" indent="-173038" defTabSz="914240" eaLnBrk="1" hangingPunct="1">
              <a:lnSpc>
                <a:spcPct val="90000"/>
              </a:lnSpc>
              <a:spcBef>
                <a:spcPts val="400"/>
              </a:spcBef>
              <a:spcAft>
                <a:spcPts val="400"/>
              </a:spcAft>
              <a:buClr>
                <a:schemeClr val="accent4"/>
              </a:buClr>
              <a:buSzPct val="100000"/>
              <a:buFont typeface="Arial" panose="020B0604020202020204" pitchFamily="34" charset="0"/>
              <a:buChar char="•"/>
              <a:defRPr sz="1200">
                <a:solidFill>
                  <a:schemeClr val="bg2"/>
                </a:solidFill>
                <a:latin typeface="Arial" panose="020B0604020202020204" pitchFamily="34" charset="0"/>
                <a:ea typeface="Arial" panose="020B0604020202020204" pitchFamily="34" charset="0"/>
                <a:cs typeface="Arial" panose="020B0604020202020204" pitchFamily="34" charset="0"/>
                <a:sym typeface="Avenir Book"/>
              </a:defRPr>
            </a:lvl3pPr>
            <a:lvl4pPr marL="862013" indent="-157163" defTabSz="914240" eaLnBrk="1" hangingPunct="1">
              <a:lnSpc>
                <a:spcPct val="90000"/>
              </a:lnSpc>
              <a:spcBef>
                <a:spcPts val="400"/>
              </a:spcBef>
              <a:spcAft>
                <a:spcPts val="400"/>
              </a:spcAft>
              <a:buClr>
                <a:schemeClr val="accent4"/>
              </a:buClr>
              <a:buSzPct val="100000"/>
              <a:buFont typeface="System Font Regular"/>
              <a:buChar char="–"/>
              <a:defRPr sz="1200">
                <a:solidFill>
                  <a:schemeClr val="bg2"/>
                </a:solidFill>
                <a:latin typeface="Arial" panose="020B0604020202020204" pitchFamily="34" charset="0"/>
                <a:ea typeface="Arial" panose="020B0604020202020204" pitchFamily="34" charset="0"/>
                <a:cs typeface="Arial" panose="020B0604020202020204" pitchFamily="34" charset="0"/>
                <a:sym typeface="Avenir Book"/>
              </a:defRPr>
            </a:lvl4pPr>
            <a:lvl5pPr marL="1085850" indent="-157163" defTabSz="914240" eaLnBrk="1" hangingPunct="1">
              <a:lnSpc>
                <a:spcPct val="90000"/>
              </a:lnSpc>
              <a:spcBef>
                <a:spcPts val="400"/>
              </a:spcBef>
              <a:spcAft>
                <a:spcPts val="400"/>
              </a:spcAft>
              <a:buClr>
                <a:schemeClr val="accent4"/>
              </a:buClr>
              <a:buSzPct val="100000"/>
              <a:buFont typeface="Arial" panose="020B0604020202020204" pitchFamily="34" charset="0"/>
              <a:buChar char="•"/>
              <a:defRPr sz="1200">
                <a:solidFill>
                  <a:schemeClr val="bg2"/>
                </a:solidFill>
                <a:latin typeface="Arial" panose="020B0604020202020204" pitchFamily="34" charset="0"/>
                <a:ea typeface="Arial" panose="020B0604020202020204" pitchFamily="34" charset="0"/>
                <a:cs typeface="Arial" panose="020B0604020202020204" pitchFamily="34" charset="0"/>
                <a:sym typeface="Avenir Book"/>
              </a:defRPr>
            </a:lvl5pPr>
            <a:lvl6pPr marL="2502130" indent="-216530" defTabSz="914240" eaLnBrk="1" hangingPunct="1">
              <a:lnSpc>
                <a:spcPct val="90000"/>
              </a:lnSpc>
              <a:spcBef>
                <a:spcPts val="1000"/>
              </a:spcBef>
              <a:buSzPct val="100000"/>
              <a:buFont typeface="Arial"/>
              <a:buChar char="•"/>
              <a:defRPr>
                <a:solidFill>
                  <a:srgbClr val="50626A"/>
                </a:solidFill>
                <a:latin typeface="Avenir Book"/>
                <a:ea typeface="Avenir Book"/>
                <a:cs typeface="Avenir Book"/>
                <a:sym typeface="Avenir Book"/>
              </a:defRPr>
            </a:lvl6pPr>
            <a:lvl7pPr marL="2959250" indent="-216530" defTabSz="914240" eaLnBrk="1" hangingPunct="1">
              <a:lnSpc>
                <a:spcPct val="90000"/>
              </a:lnSpc>
              <a:spcBef>
                <a:spcPts val="1000"/>
              </a:spcBef>
              <a:buSzPct val="100000"/>
              <a:buFont typeface="Arial"/>
              <a:buChar char="•"/>
              <a:defRPr>
                <a:solidFill>
                  <a:srgbClr val="50626A"/>
                </a:solidFill>
                <a:latin typeface="Avenir Book"/>
                <a:ea typeface="Avenir Book"/>
                <a:cs typeface="Avenir Book"/>
                <a:sym typeface="Avenir Book"/>
              </a:defRPr>
            </a:lvl7pPr>
            <a:lvl8pPr marL="3416370" indent="-216530" defTabSz="914240" eaLnBrk="1" hangingPunct="1">
              <a:lnSpc>
                <a:spcPct val="90000"/>
              </a:lnSpc>
              <a:spcBef>
                <a:spcPts val="1000"/>
              </a:spcBef>
              <a:buSzPct val="100000"/>
              <a:buFont typeface="Arial"/>
              <a:buChar char="•"/>
              <a:defRPr>
                <a:solidFill>
                  <a:srgbClr val="50626A"/>
                </a:solidFill>
                <a:latin typeface="Avenir Book"/>
                <a:ea typeface="Avenir Book"/>
                <a:cs typeface="Avenir Book"/>
                <a:sym typeface="Avenir Book"/>
              </a:defRPr>
            </a:lvl8pPr>
            <a:lvl9pPr marL="3873490" indent="-216530" defTabSz="914240" eaLnBrk="1" hangingPunct="1">
              <a:lnSpc>
                <a:spcPct val="90000"/>
              </a:lnSpc>
              <a:spcBef>
                <a:spcPts val="1000"/>
              </a:spcBef>
              <a:buSzPct val="100000"/>
              <a:buFont typeface="Arial"/>
              <a:buChar char="•"/>
              <a:defRPr>
                <a:solidFill>
                  <a:srgbClr val="50626A"/>
                </a:solidFill>
                <a:latin typeface="Avenir Book"/>
                <a:ea typeface="Avenir Book"/>
                <a:cs typeface="Avenir Book"/>
                <a:sym typeface="Avenir Book"/>
              </a:defRPr>
            </a:lvl9pPr>
          </a:lstStyle>
          <a:p>
            <a:pPr marL="0" marR="0" lvl="0" indent="0" algn="l" defTabSz="914240" rtl="0" eaLnBrk="1" fontAlgn="auto" latinLnBrk="0" hangingPunct="1">
              <a:lnSpc>
                <a:spcPct val="90000"/>
              </a:lnSpc>
              <a:spcBef>
                <a:spcPts val="1000"/>
              </a:spcBef>
              <a:spcAft>
                <a:spcPts val="400"/>
              </a:spcAft>
              <a:buClr>
                <a:srgbClr val="017298"/>
              </a:buClr>
              <a:buSzPct val="100000"/>
              <a:buFont typeface="Arial" panose="020B0604020202020204" pitchFamily="34" charset="0"/>
              <a:buNone/>
              <a:tabLst/>
              <a:defRPr/>
            </a:pPr>
            <a:r>
              <a:rPr kumimoji="0" lang="en-US" sz="1800" b="0" i="1" u="none" strike="noStrike" kern="1200" cap="none" spc="0" normalizeH="0" baseline="0" noProof="0" dirty="0">
                <a:ln>
                  <a:noFill/>
                </a:ln>
                <a:solidFill>
                  <a:srgbClr val="000000"/>
                </a:solidFill>
                <a:effectLst/>
                <a:uLnTx/>
                <a:uFillTx/>
                <a:latin typeface="Arial" panose="020B0604020202020204" pitchFamily="34" charset="0"/>
                <a:cs typeface="Arial" panose="020B0604020202020204" pitchFamily="34" charset="0"/>
                <a:sym typeface="Avenir Book"/>
              </a:rPr>
              <a:t> </a:t>
            </a:r>
            <a:r>
              <a:rPr kumimoji="0" lang="en-US" sz="1800" b="0" i="1" u="none" strike="noStrike" kern="1200" cap="none" spc="0" normalizeH="0" baseline="0" noProof="0" dirty="0">
                <a:ln>
                  <a:noFill/>
                </a:ln>
                <a:solidFill>
                  <a:srgbClr val="017298"/>
                </a:solidFill>
                <a:effectLst/>
                <a:uLnTx/>
                <a:uFillTx/>
                <a:latin typeface="Arial" panose="020B0604020202020204" pitchFamily="34" charset="0"/>
                <a:cs typeface="Arial" panose="020B0604020202020204" pitchFamily="34" charset="0"/>
                <a:sym typeface="Avenir Book"/>
              </a:rPr>
              <a:t>Demand +17</a:t>
            </a:r>
            <a:r>
              <a:rPr lang="en-US" dirty="0">
                <a:solidFill>
                  <a:srgbClr val="017298"/>
                </a:solidFill>
              </a:rPr>
              <a:t>% vs</a:t>
            </a:r>
            <a:r>
              <a:rPr kumimoji="0" lang="en-US" sz="1800" b="0" i="1" u="none" strike="noStrike" kern="1200" cap="none" spc="0" normalizeH="0" baseline="0" noProof="0" dirty="0">
                <a:ln>
                  <a:noFill/>
                </a:ln>
                <a:solidFill>
                  <a:srgbClr val="017298"/>
                </a:solidFill>
                <a:effectLst/>
                <a:uLnTx/>
                <a:uFillTx/>
                <a:latin typeface="Arial" panose="020B0604020202020204" pitchFamily="34" charset="0"/>
                <a:cs typeface="Arial" panose="020B0604020202020204" pitchFamily="34" charset="0"/>
                <a:sym typeface="Avenir Book"/>
              </a:rPr>
              <a:t> Budget; Net Sales $4.25M, </a:t>
            </a:r>
            <a:r>
              <a:rPr lang="en-US" dirty="0">
                <a:solidFill>
                  <a:srgbClr val="017298"/>
                </a:solidFill>
              </a:rPr>
              <a:t>+</a:t>
            </a:r>
            <a:r>
              <a:rPr kumimoji="0" lang="en-US" sz="1800" b="0" i="1" u="none" strike="noStrike" kern="1200" cap="none" spc="0" normalizeH="0" baseline="0" noProof="0" dirty="0">
                <a:ln>
                  <a:noFill/>
                </a:ln>
                <a:solidFill>
                  <a:srgbClr val="017298"/>
                </a:solidFill>
                <a:effectLst/>
                <a:uLnTx/>
                <a:uFillTx/>
                <a:latin typeface="Arial" panose="020B0604020202020204" pitchFamily="34" charset="0"/>
                <a:cs typeface="Arial" panose="020B0604020202020204" pitchFamily="34" charset="0"/>
                <a:sym typeface="Avenir Book"/>
              </a:rPr>
              <a:t>$</a:t>
            </a:r>
            <a:r>
              <a:rPr lang="en-US" dirty="0">
                <a:solidFill>
                  <a:srgbClr val="017298"/>
                </a:solidFill>
              </a:rPr>
              <a:t>1.5</a:t>
            </a:r>
            <a:r>
              <a:rPr kumimoji="0" lang="en-US" sz="1800" b="0" i="1" u="none" strike="noStrike" kern="1200" cap="none" spc="0" normalizeH="0" baseline="0" noProof="0" dirty="0">
                <a:ln>
                  <a:noFill/>
                </a:ln>
                <a:solidFill>
                  <a:srgbClr val="017298"/>
                </a:solidFill>
                <a:effectLst/>
                <a:uLnTx/>
                <a:uFillTx/>
                <a:latin typeface="Arial" panose="020B0604020202020204" pitchFamily="34" charset="0"/>
                <a:cs typeface="Arial" panose="020B0604020202020204" pitchFamily="34" charset="0"/>
                <a:sym typeface="Avenir Book"/>
              </a:rPr>
              <a:t>M / </a:t>
            </a:r>
            <a:r>
              <a:rPr lang="en-US" dirty="0">
                <a:solidFill>
                  <a:srgbClr val="017298"/>
                </a:solidFill>
              </a:rPr>
              <a:t>+54</a:t>
            </a:r>
            <a:r>
              <a:rPr kumimoji="0" lang="en-US" sz="1800" b="0" i="1" u="none" strike="noStrike" kern="1200" cap="none" spc="0" normalizeH="0" baseline="0" noProof="0" dirty="0">
                <a:ln>
                  <a:noFill/>
                </a:ln>
                <a:solidFill>
                  <a:srgbClr val="017298"/>
                </a:solidFill>
                <a:effectLst/>
                <a:uLnTx/>
                <a:uFillTx/>
                <a:latin typeface="Arial" panose="020B0604020202020204" pitchFamily="34" charset="0"/>
                <a:cs typeface="Arial" panose="020B0604020202020204" pitchFamily="34" charset="0"/>
                <a:sym typeface="Avenir Book"/>
              </a:rPr>
              <a:t>% vs Budget </a:t>
            </a:r>
          </a:p>
        </p:txBody>
      </p:sp>
      <p:cxnSp>
        <p:nvCxnSpPr>
          <p:cNvPr id="13" name="Straight Connector 12">
            <a:extLst>
              <a:ext uri="{FF2B5EF4-FFF2-40B4-BE49-F238E27FC236}">
                <a16:creationId xmlns:a16="http://schemas.microsoft.com/office/drawing/2014/main" id="{C070E603-158D-389B-3D50-77A87D40EAD4}"/>
              </a:ext>
            </a:extLst>
          </p:cNvPr>
          <p:cNvCxnSpPr>
            <a:cxnSpLocks/>
          </p:cNvCxnSpPr>
          <p:nvPr/>
        </p:nvCxnSpPr>
        <p:spPr>
          <a:xfrm>
            <a:off x="6342038" y="1001228"/>
            <a:ext cx="0" cy="5773739"/>
          </a:xfrm>
          <a:prstGeom prst="line">
            <a:avLst/>
          </a:prstGeom>
          <a:noFill/>
          <a:ln w="12700" cap="flat">
            <a:solidFill>
              <a:schemeClr val="accent1"/>
            </a:solidFill>
            <a:prstDash val="sysDash"/>
            <a:miter lim="800000"/>
          </a:ln>
          <a:effectLst/>
          <a:sp3d/>
        </p:spPr>
        <p:style>
          <a:lnRef idx="0">
            <a:scrgbClr r="0" g="0" b="0"/>
          </a:lnRef>
          <a:fillRef idx="0">
            <a:scrgbClr r="0" g="0" b="0"/>
          </a:fillRef>
          <a:effectRef idx="0">
            <a:scrgbClr r="0" g="0" b="0"/>
          </a:effectRef>
          <a:fontRef idx="none"/>
        </p:style>
      </p:cxnSp>
      <p:sp>
        <p:nvSpPr>
          <p:cNvPr id="21" name="TextBox 20">
            <a:extLst>
              <a:ext uri="{FF2B5EF4-FFF2-40B4-BE49-F238E27FC236}">
                <a16:creationId xmlns:a16="http://schemas.microsoft.com/office/drawing/2014/main" id="{94269DAE-3E34-D412-DB49-6D658CE998F2}"/>
              </a:ext>
            </a:extLst>
          </p:cNvPr>
          <p:cNvSpPr txBox="1"/>
          <p:nvPr/>
        </p:nvSpPr>
        <p:spPr>
          <a:xfrm>
            <a:off x="493373" y="883415"/>
            <a:ext cx="6096000" cy="313932"/>
          </a:xfrm>
          <a:prstGeom prst="rect">
            <a:avLst/>
          </a:prstGeom>
          <a:ln w="12700">
            <a:miter lim="400000"/>
          </a:ln>
        </p:spPr>
        <p:txBody>
          <a:bodyPr lIns="45720" rIns="45719" anchor="b">
            <a:noAutofit/>
          </a:bodyPr>
          <a:lstStyle>
            <a:lvl1pPr marR="0" indent="0" defTabSz="914240">
              <a:lnSpc>
                <a:spcPct val="90000"/>
              </a:lnSpc>
              <a:spcBef>
                <a:spcPts val="1000"/>
              </a:spcBef>
              <a:spcAft>
                <a:spcPts val="400"/>
              </a:spcAft>
              <a:buClr>
                <a:schemeClr val="accent4"/>
              </a:buClr>
              <a:buSzPct val="100000"/>
              <a:buFont typeface="Arial" panose="020B0604020202020204" pitchFamily="34" charset="0"/>
              <a:buNone/>
              <a:tabLst/>
              <a:defRPr sz="1600" b="0" i="0" u="none" strike="noStrike" cap="none" spc="0" baseline="0">
                <a:solidFill>
                  <a:schemeClr val="accent4"/>
                </a:solidFill>
                <a:uFillTx/>
                <a:latin typeface="Arial" panose="020B0604020202020204" pitchFamily="34" charset="0"/>
                <a:ea typeface="Arial" panose="020B0604020202020204" pitchFamily="34" charset="0"/>
                <a:cs typeface="Arial" panose="020B0604020202020204" pitchFamily="34" charset="0"/>
                <a:sym typeface="Avenir Book"/>
              </a:defRPr>
            </a:lvl1pPr>
            <a:lvl2pPr marR="0" indent="0" defTabSz="914240">
              <a:lnSpc>
                <a:spcPct val="90000"/>
              </a:lnSpc>
              <a:spcBef>
                <a:spcPts val="400"/>
              </a:spcBef>
              <a:spcAft>
                <a:spcPts val="400"/>
              </a:spcAft>
              <a:buClr>
                <a:schemeClr val="accent4"/>
              </a:buClr>
              <a:buSzPct val="100000"/>
              <a:buFont typeface="System Font Regular"/>
              <a:buNone/>
              <a:tabLst/>
              <a:defRPr sz="2000" b="1" i="0" u="none" strike="noStrike" cap="none" spc="0" baseline="0">
                <a:solidFill>
                  <a:schemeClr val="bg2"/>
                </a:solidFill>
                <a:uFillTx/>
                <a:latin typeface="Arial" panose="020B0604020202020204" pitchFamily="34" charset="0"/>
                <a:ea typeface="Arial" panose="020B0604020202020204" pitchFamily="34" charset="0"/>
                <a:cs typeface="Arial" panose="020B0604020202020204" pitchFamily="34" charset="0"/>
                <a:sym typeface="Avenir Book"/>
              </a:defRPr>
            </a:lvl2pPr>
            <a:lvl3pPr marR="0" indent="0" defTabSz="914240">
              <a:lnSpc>
                <a:spcPct val="90000"/>
              </a:lnSpc>
              <a:spcBef>
                <a:spcPts val="400"/>
              </a:spcBef>
              <a:spcAft>
                <a:spcPts val="400"/>
              </a:spcAft>
              <a:buClr>
                <a:schemeClr val="accent4"/>
              </a:buClr>
              <a:buSzPct val="100000"/>
              <a:buFont typeface="Arial" panose="020B0604020202020204" pitchFamily="34" charset="0"/>
              <a:buNone/>
              <a:tabLst/>
              <a:defRPr b="1" i="0" u="none" strike="noStrike" cap="none" spc="0" baseline="0">
                <a:solidFill>
                  <a:schemeClr val="bg2"/>
                </a:solidFill>
                <a:uFillTx/>
                <a:latin typeface="Arial" panose="020B0604020202020204" pitchFamily="34" charset="0"/>
                <a:ea typeface="Arial" panose="020B0604020202020204" pitchFamily="34" charset="0"/>
                <a:cs typeface="Arial" panose="020B0604020202020204" pitchFamily="34" charset="0"/>
                <a:sym typeface="Avenir Book"/>
              </a:defRPr>
            </a:lvl3pPr>
            <a:lvl4pPr marR="0" indent="0" defTabSz="914240">
              <a:lnSpc>
                <a:spcPct val="90000"/>
              </a:lnSpc>
              <a:spcBef>
                <a:spcPts val="400"/>
              </a:spcBef>
              <a:spcAft>
                <a:spcPts val="400"/>
              </a:spcAft>
              <a:buClr>
                <a:schemeClr val="accent4"/>
              </a:buClr>
              <a:buSzPct val="100000"/>
              <a:buFont typeface="System Font Regular"/>
              <a:buNone/>
              <a:tabLst/>
              <a:defRPr sz="1600" b="1" i="0" u="none" strike="noStrike" cap="none" spc="0" baseline="0">
                <a:solidFill>
                  <a:schemeClr val="bg2"/>
                </a:solidFill>
                <a:uFillTx/>
                <a:latin typeface="Arial" panose="020B0604020202020204" pitchFamily="34" charset="0"/>
                <a:ea typeface="Arial" panose="020B0604020202020204" pitchFamily="34" charset="0"/>
                <a:cs typeface="Arial" panose="020B0604020202020204" pitchFamily="34" charset="0"/>
                <a:sym typeface="Avenir Book"/>
              </a:defRPr>
            </a:lvl4pPr>
            <a:lvl5pPr marR="0" indent="0" defTabSz="914240">
              <a:lnSpc>
                <a:spcPct val="90000"/>
              </a:lnSpc>
              <a:spcBef>
                <a:spcPts val="400"/>
              </a:spcBef>
              <a:spcAft>
                <a:spcPts val="400"/>
              </a:spcAft>
              <a:buClr>
                <a:schemeClr val="accent4"/>
              </a:buClr>
              <a:buSzPct val="100000"/>
              <a:buFont typeface="Arial" panose="020B0604020202020204" pitchFamily="34" charset="0"/>
              <a:buNone/>
              <a:tabLst/>
              <a:defRPr sz="1600" b="1" i="0" u="none" strike="noStrike" cap="none" spc="0" baseline="0">
                <a:solidFill>
                  <a:schemeClr val="bg2"/>
                </a:solidFill>
                <a:uFillTx/>
                <a:latin typeface="Arial" panose="020B0604020202020204" pitchFamily="34" charset="0"/>
                <a:ea typeface="Arial" panose="020B0604020202020204" pitchFamily="34" charset="0"/>
                <a:cs typeface="Arial" panose="020B0604020202020204" pitchFamily="34" charset="0"/>
                <a:sym typeface="Avenir Book"/>
              </a:defRPr>
            </a:lvl5pPr>
            <a:lvl6pPr marR="0" indent="0" defTabSz="914240">
              <a:lnSpc>
                <a:spcPct val="90000"/>
              </a:lnSpc>
              <a:spcBef>
                <a:spcPts val="1000"/>
              </a:spcBef>
              <a:spcAft>
                <a:spcPts val="0"/>
              </a:spcAft>
              <a:buClrTx/>
              <a:buSzPct val="100000"/>
              <a:buFont typeface="Arial"/>
              <a:buNone/>
              <a:tabLst/>
              <a:defRPr sz="1600" b="1" i="0" u="none" strike="noStrike" cap="none" spc="0" baseline="0">
                <a:solidFill>
                  <a:srgbClr val="50626A"/>
                </a:solidFill>
                <a:uFillTx/>
                <a:latin typeface="Avenir Book"/>
                <a:ea typeface="Avenir Book"/>
                <a:cs typeface="Avenir Book"/>
                <a:sym typeface="Avenir Book"/>
              </a:defRPr>
            </a:lvl6pPr>
            <a:lvl7pPr marR="0" indent="0" defTabSz="914240">
              <a:lnSpc>
                <a:spcPct val="90000"/>
              </a:lnSpc>
              <a:spcBef>
                <a:spcPts val="1000"/>
              </a:spcBef>
              <a:spcAft>
                <a:spcPts val="0"/>
              </a:spcAft>
              <a:buClrTx/>
              <a:buSzPct val="100000"/>
              <a:buFont typeface="Arial"/>
              <a:buNone/>
              <a:tabLst/>
              <a:defRPr sz="1600" b="1" i="0" u="none" strike="noStrike" cap="none" spc="0" baseline="0">
                <a:solidFill>
                  <a:srgbClr val="50626A"/>
                </a:solidFill>
                <a:uFillTx/>
                <a:latin typeface="Avenir Book"/>
                <a:ea typeface="Avenir Book"/>
                <a:cs typeface="Avenir Book"/>
                <a:sym typeface="Avenir Book"/>
              </a:defRPr>
            </a:lvl7pPr>
            <a:lvl8pPr marR="0" indent="0" defTabSz="914240">
              <a:lnSpc>
                <a:spcPct val="90000"/>
              </a:lnSpc>
              <a:spcBef>
                <a:spcPts val="1000"/>
              </a:spcBef>
              <a:spcAft>
                <a:spcPts val="0"/>
              </a:spcAft>
              <a:buClrTx/>
              <a:buSzPct val="100000"/>
              <a:buFont typeface="Arial"/>
              <a:buNone/>
              <a:tabLst/>
              <a:defRPr sz="1600" b="1" i="0" u="none" strike="noStrike" cap="none" spc="0" baseline="0">
                <a:solidFill>
                  <a:srgbClr val="50626A"/>
                </a:solidFill>
                <a:uFillTx/>
                <a:latin typeface="Avenir Book"/>
                <a:ea typeface="Avenir Book"/>
                <a:cs typeface="Avenir Book"/>
                <a:sym typeface="Avenir Book"/>
              </a:defRPr>
            </a:lvl8pPr>
            <a:lvl9pPr marR="0" indent="0" defTabSz="914240">
              <a:lnSpc>
                <a:spcPct val="90000"/>
              </a:lnSpc>
              <a:spcBef>
                <a:spcPts val="1000"/>
              </a:spcBef>
              <a:spcAft>
                <a:spcPts val="0"/>
              </a:spcAft>
              <a:buClrTx/>
              <a:buSzPct val="100000"/>
              <a:buFont typeface="Arial"/>
              <a:buNone/>
              <a:tabLst/>
              <a:defRPr sz="1600" b="1" i="0" u="none" strike="noStrike" cap="none" spc="0" baseline="0">
                <a:solidFill>
                  <a:srgbClr val="50626A"/>
                </a:solidFill>
                <a:uFillTx/>
                <a:latin typeface="Avenir Book"/>
                <a:ea typeface="Avenir Book"/>
                <a:cs typeface="Avenir Book"/>
                <a:sym typeface="Avenir Book"/>
              </a:defRPr>
            </a:lvl9pPr>
          </a:lstStyle>
          <a:p>
            <a:pPr marL="0" marR="0" lvl="0" indent="0" algn="l" defTabSz="914240" rtl="0" eaLnBrk="1" fontAlgn="auto" latinLnBrk="0" hangingPunct="1">
              <a:lnSpc>
                <a:spcPct val="90000"/>
              </a:lnSpc>
              <a:spcBef>
                <a:spcPts val="1000"/>
              </a:spcBef>
              <a:spcAft>
                <a:spcPts val="400"/>
              </a:spcAft>
              <a:buClr>
                <a:srgbClr val="017298"/>
              </a:buClr>
              <a:buSzPct val="100000"/>
              <a:buFont typeface="Arial" panose="020B0604020202020204" pitchFamily="34" charset="0"/>
              <a:buNone/>
              <a:tabLst/>
              <a:defRPr/>
            </a:pPr>
            <a:r>
              <a:rPr kumimoji="0" lang="en-US" sz="1400" b="1" i="0" u="none" strike="noStrike" kern="1200" cap="none" spc="0" normalizeH="0" baseline="0" noProof="0" dirty="0">
                <a:ln>
                  <a:noFill/>
                </a:ln>
                <a:solidFill>
                  <a:srgbClr val="017298"/>
                </a:solidFill>
                <a:effectLst/>
                <a:uLnTx/>
                <a:uFillTx/>
                <a:latin typeface="Arial" panose="020B0604020202020204" pitchFamily="34" charset="0"/>
                <a:cs typeface="Arial" panose="020B0604020202020204" pitchFamily="34" charset="0"/>
                <a:sym typeface="Avenir Book"/>
              </a:rPr>
              <a:t>Daily average demand (Recent </a:t>
            </a:r>
            <a:r>
              <a:rPr lang="en-US" sz="1400" b="1" dirty="0">
                <a:solidFill>
                  <a:srgbClr val="017298"/>
                </a:solidFill>
              </a:rPr>
              <a:t>14</a:t>
            </a:r>
            <a:r>
              <a:rPr kumimoji="0" lang="en-US" sz="1400" b="1" i="0" u="none" strike="noStrike" kern="1200" cap="none" spc="0" normalizeH="0" baseline="0" noProof="0" dirty="0">
                <a:ln>
                  <a:noFill/>
                </a:ln>
                <a:solidFill>
                  <a:srgbClr val="017298"/>
                </a:solidFill>
                <a:effectLst/>
                <a:uLnTx/>
                <a:uFillTx/>
                <a:latin typeface="Arial" panose="020B0604020202020204" pitchFamily="34" charset="0"/>
                <a:cs typeface="Arial" panose="020B0604020202020204" pitchFamily="34" charset="0"/>
                <a:sym typeface="Avenir Book"/>
              </a:rPr>
              <a:t> Months)</a:t>
            </a:r>
          </a:p>
        </p:txBody>
      </p:sp>
      <p:graphicFrame>
        <p:nvGraphicFramePr>
          <p:cNvPr id="28" name="Chart 27">
            <a:extLst>
              <a:ext uri="{FF2B5EF4-FFF2-40B4-BE49-F238E27FC236}">
                <a16:creationId xmlns:a16="http://schemas.microsoft.com/office/drawing/2014/main" id="{9DF66C06-3E48-3AA9-2B6E-F4EAA508DD82}"/>
              </a:ext>
            </a:extLst>
          </p:cNvPr>
          <p:cNvGraphicFramePr/>
          <p:nvPr>
            <p:extLst>
              <p:ext uri="{D42A27DB-BD31-4B8C-83A1-F6EECF244321}">
                <p14:modId xmlns:p14="http://schemas.microsoft.com/office/powerpoint/2010/main" val="884423869"/>
              </p:ext>
            </p:extLst>
          </p:nvPr>
        </p:nvGraphicFramePr>
        <p:xfrm>
          <a:off x="6455433" y="3135922"/>
          <a:ext cx="5488949" cy="1810978"/>
        </p:xfrm>
        <a:graphic>
          <a:graphicData uri="http://schemas.openxmlformats.org/drawingml/2006/chart">
            <c:chart xmlns:c="http://schemas.openxmlformats.org/drawingml/2006/chart" xmlns:r="http://schemas.openxmlformats.org/officeDocument/2006/relationships" r:id="rId3"/>
          </a:graphicData>
        </a:graphic>
      </p:graphicFrame>
      <p:sp>
        <p:nvSpPr>
          <p:cNvPr id="14" name="TextBox 13">
            <a:extLst>
              <a:ext uri="{FF2B5EF4-FFF2-40B4-BE49-F238E27FC236}">
                <a16:creationId xmlns:a16="http://schemas.microsoft.com/office/drawing/2014/main" id="{F093F14B-B7DA-CB87-35BD-8B559AD6C288}"/>
              </a:ext>
            </a:extLst>
          </p:cNvPr>
          <p:cNvSpPr txBox="1"/>
          <p:nvPr/>
        </p:nvSpPr>
        <p:spPr>
          <a:xfrm>
            <a:off x="6455433" y="3176105"/>
            <a:ext cx="6096000" cy="313932"/>
          </a:xfrm>
          <a:prstGeom prst="rect">
            <a:avLst/>
          </a:prstGeom>
          <a:ln w="12700">
            <a:miter lim="400000"/>
          </a:ln>
        </p:spPr>
        <p:txBody>
          <a:bodyPr lIns="45720" rIns="45719" anchor="b">
            <a:noAutofit/>
          </a:bodyPr>
          <a:lstStyle>
            <a:lvl1pPr marR="0" indent="0" defTabSz="914240">
              <a:lnSpc>
                <a:spcPct val="90000"/>
              </a:lnSpc>
              <a:spcBef>
                <a:spcPts val="1000"/>
              </a:spcBef>
              <a:spcAft>
                <a:spcPts val="400"/>
              </a:spcAft>
              <a:buClr>
                <a:schemeClr val="accent4"/>
              </a:buClr>
              <a:buSzPct val="100000"/>
              <a:buFont typeface="Arial" panose="020B0604020202020204" pitchFamily="34" charset="0"/>
              <a:buNone/>
              <a:tabLst/>
              <a:defRPr sz="1600" b="0" i="0" u="none" strike="noStrike" cap="none" spc="0" baseline="0">
                <a:solidFill>
                  <a:schemeClr val="accent4"/>
                </a:solidFill>
                <a:uFillTx/>
                <a:latin typeface="Arial" panose="020B0604020202020204" pitchFamily="34" charset="0"/>
                <a:ea typeface="Arial" panose="020B0604020202020204" pitchFamily="34" charset="0"/>
                <a:cs typeface="Arial" panose="020B0604020202020204" pitchFamily="34" charset="0"/>
                <a:sym typeface="Avenir Book"/>
              </a:defRPr>
            </a:lvl1pPr>
            <a:lvl2pPr marR="0" indent="0" defTabSz="914240">
              <a:lnSpc>
                <a:spcPct val="90000"/>
              </a:lnSpc>
              <a:spcBef>
                <a:spcPts val="400"/>
              </a:spcBef>
              <a:spcAft>
                <a:spcPts val="400"/>
              </a:spcAft>
              <a:buClr>
                <a:schemeClr val="accent4"/>
              </a:buClr>
              <a:buSzPct val="100000"/>
              <a:buFont typeface="System Font Regular"/>
              <a:buNone/>
              <a:tabLst/>
              <a:defRPr sz="2000" b="1" i="0" u="none" strike="noStrike" cap="none" spc="0" baseline="0">
                <a:solidFill>
                  <a:schemeClr val="bg2"/>
                </a:solidFill>
                <a:uFillTx/>
                <a:latin typeface="Arial" panose="020B0604020202020204" pitchFamily="34" charset="0"/>
                <a:ea typeface="Arial" panose="020B0604020202020204" pitchFamily="34" charset="0"/>
                <a:cs typeface="Arial" panose="020B0604020202020204" pitchFamily="34" charset="0"/>
                <a:sym typeface="Avenir Book"/>
              </a:defRPr>
            </a:lvl2pPr>
            <a:lvl3pPr marR="0" indent="0" defTabSz="914240">
              <a:lnSpc>
                <a:spcPct val="90000"/>
              </a:lnSpc>
              <a:spcBef>
                <a:spcPts val="400"/>
              </a:spcBef>
              <a:spcAft>
                <a:spcPts val="400"/>
              </a:spcAft>
              <a:buClr>
                <a:schemeClr val="accent4"/>
              </a:buClr>
              <a:buSzPct val="100000"/>
              <a:buFont typeface="Arial" panose="020B0604020202020204" pitchFamily="34" charset="0"/>
              <a:buNone/>
              <a:tabLst/>
              <a:defRPr b="1" i="0" u="none" strike="noStrike" cap="none" spc="0" baseline="0">
                <a:solidFill>
                  <a:schemeClr val="bg2"/>
                </a:solidFill>
                <a:uFillTx/>
                <a:latin typeface="Arial" panose="020B0604020202020204" pitchFamily="34" charset="0"/>
                <a:ea typeface="Arial" panose="020B0604020202020204" pitchFamily="34" charset="0"/>
                <a:cs typeface="Arial" panose="020B0604020202020204" pitchFamily="34" charset="0"/>
                <a:sym typeface="Avenir Book"/>
              </a:defRPr>
            </a:lvl3pPr>
            <a:lvl4pPr marR="0" indent="0" defTabSz="914240">
              <a:lnSpc>
                <a:spcPct val="90000"/>
              </a:lnSpc>
              <a:spcBef>
                <a:spcPts val="400"/>
              </a:spcBef>
              <a:spcAft>
                <a:spcPts val="400"/>
              </a:spcAft>
              <a:buClr>
                <a:schemeClr val="accent4"/>
              </a:buClr>
              <a:buSzPct val="100000"/>
              <a:buFont typeface="System Font Regular"/>
              <a:buNone/>
              <a:tabLst/>
              <a:defRPr sz="1600" b="1" i="0" u="none" strike="noStrike" cap="none" spc="0" baseline="0">
                <a:solidFill>
                  <a:schemeClr val="bg2"/>
                </a:solidFill>
                <a:uFillTx/>
                <a:latin typeface="Arial" panose="020B0604020202020204" pitchFamily="34" charset="0"/>
                <a:ea typeface="Arial" panose="020B0604020202020204" pitchFamily="34" charset="0"/>
                <a:cs typeface="Arial" panose="020B0604020202020204" pitchFamily="34" charset="0"/>
                <a:sym typeface="Avenir Book"/>
              </a:defRPr>
            </a:lvl4pPr>
            <a:lvl5pPr marR="0" indent="0" defTabSz="914240">
              <a:lnSpc>
                <a:spcPct val="90000"/>
              </a:lnSpc>
              <a:spcBef>
                <a:spcPts val="400"/>
              </a:spcBef>
              <a:spcAft>
                <a:spcPts val="400"/>
              </a:spcAft>
              <a:buClr>
                <a:schemeClr val="accent4"/>
              </a:buClr>
              <a:buSzPct val="100000"/>
              <a:buFont typeface="Arial" panose="020B0604020202020204" pitchFamily="34" charset="0"/>
              <a:buNone/>
              <a:tabLst/>
              <a:defRPr sz="1600" b="1" i="0" u="none" strike="noStrike" cap="none" spc="0" baseline="0">
                <a:solidFill>
                  <a:schemeClr val="bg2"/>
                </a:solidFill>
                <a:uFillTx/>
                <a:latin typeface="Arial" panose="020B0604020202020204" pitchFamily="34" charset="0"/>
                <a:ea typeface="Arial" panose="020B0604020202020204" pitchFamily="34" charset="0"/>
                <a:cs typeface="Arial" panose="020B0604020202020204" pitchFamily="34" charset="0"/>
                <a:sym typeface="Avenir Book"/>
              </a:defRPr>
            </a:lvl5pPr>
            <a:lvl6pPr marR="0" indent="0" defTabSz="914240">
              <a:lnSpc>
                <a:spcPct val="90000"/>
              </a:lnSpc>
              <a:spcBef>
                <a:spcPts val="1000"/>
              </a:spcBef>
              <a:spcAft>
                <a:spcPts val="0"/>
              </a:spcAft>
              <a:buClrTx/>
              <a:buSzPct val="100000"/>
              <a:buFont typeface="Arial"/>
              <a:buNone/>
              <a:tabLst/>
              <a:defRPr sz="1600" b="1" i="0" u="none" strike="noStrike" cap="none" spc="0" baseline="0">
                <a:solidFill>
                  <a:srgbClr val="50626A"/>
                </a:solidFill>
                <a:uFillTx/>
                <a:latin typeface="Avenir Book"/>
                <a:ea typeface="Avenir Book"/>
                <a:cs typeface="Avenir Book"/>
                <a:sym typeface="Avenir Book"/>
              </a:defRPr>
            </a:lvl6pPr>
            <a:lvl7pPr marR="0" indent="0" defTabSz="914240">
              <a:lnSpc>
                <a:spcPct val="90000"/>
              </a:lnSpc>
              <a:spcBef>
                <a:spcPts val="1000"/>
              </a:spcBef>
              <a:spcAft>
                <a:spcPts val="0"/>
              </a:spcAft>
              <a:buClrTx/>
              <a:buSzPct val="100000"/>
              <a:buFont typeface="Arial"/>
              <a:buNone/>
              <a:tabLst/>
              <a:defRPr sz="1600" b="1" i="0" u="none" strike="noStrike" cap="none" spc="0" baseline="0">
                <a:solidFill>
                  <a:srgbClr val="50626A"/>
                </a:solidFill>
                <a:uFillTx/>
                <a:latin typeface="Avenir Book"/>
                <a:ea typeface="Avenir Book"/>
                <a:cs typeface="Avenir Book"/>
                <a:sym typeface="Avenir Book"/>
              </a:defRPr>
            </a:lvl7pPr>
            <a:lvl8pPr marR="0" indent="0" defTabSz="914240">
              <a:lnSpc>
                <a:spcPct val="90000"/>
              </a:lnSpc>
              <a:spcBef>
                <a:spcPts val="1000"/>
              </a:spcBef>
              <a:spcAft>
                <a:spcPts val="0"/>
              </a:spcAft>
              <a:buClrTx/>
              <a:buSzPct val="100000"/>
              <a:buFont typeface="Arial"/>
              <a:buNone/>
              <a:tabLst/>
              <a:defRPr sz="1600" b="1" i="0" u="none" strike="noStrike" cap="none" spc="0" baseline="0">
                <a:solidFill>
                  <a:srgbClr val="50626A"/>
                </a:solidFill>
                <a:uFillTx/>
                <a:latin typeface="Avenir Book"/>
                <a:ea typeface="Avenir Book"/>
                <a:cs typeface="Avenir Book"/>
                <a:sym typeface="Avenir Book"/>
              </a:defRPr>
            </a:lvl8pPr>
            <a:lvl9pPr marR="0" indent="0" defTabSz="914240">
              <a:lnSpc>
                <a:spcPct val="90000"/>
              </a:lnSpc>
              <a:spcBef>
                <a:spcPts val="1000"/>
              </a:spcBef>
              <a:spcAft>
                <a:spcPts val="0"/>
              </a:spcAft>
              <a:buClrTx/>
              <a:buSzPct val="100000"/>
              <a:buFont typeface="Arial"/>
              <a:buNone/>
              <a:tabLst/>
              <a:defRPr sz="1600" b="1" i="0" u="none" strike="noStrike" cap="none" spc="0" baseline="0">
                <a:solidFill>
                  <a:srgbClr val="50626A"/>
                </a:solidFill>
                <a:uFillTx/>
                <a:latin typeface="Avenir Book"/>
                <a:ea typeface="Avenir Book"/>
                <a:cs typeface="Avenir Book"/>
                <a:sym typeface="Avenir Book"/>
              </a:defRPr>
            </a:lvl9pPr>
          </a:lstStyle>
          <a:p>
            <a:pPr marL="0" marR="0" lvl="0" indent="0" algn="l" defTabSz="914240" rtl="0" eaLnBrk="1" fontAlgn="auto" latinLnBrk="0" hangingPunct="1">
              <a:lnSpc>
                <a:spcPct val="90000"/>
              </a:lnSpc>
              <a:spcBef>
                <a:spcPts val="1000"/>
              </a:spcBef>
              <a:spcAft>
                <a:spcPts val="400"/>
              </a:spcAft>
              <a:buClr>
                <a:srgbClr val="017298"/>
              </a:buClr>
              <a:buSzPct val="100000"/>
              <a:buFont typeface="Arial" panose="020B0604020202020204" pitchFamily="34" charset="0"/>
              <a:buNone/>
              <a:tabLst/>
              <a:defRPr/>
            </a:pPr>
            <a:r>
              <a:rPr kumimoji="0" lang="en-US" sz="1400" b="1" i="0" u="none" strike="noStrike" kern="1200" cap="none" spc="0" normalizeH="0" baseline="0" noProof="0" dirty="0">
                <a:ln>
                  <a:noFill/>
                </a:ln>
                <a:solidFill>
                  <a:srgbClr val="017298"/>
                </a:solidFill>
                <a:effectLst/>
                <a:uLnTx/>
                <a:uFillTx/>
                <a:latin typeface="Arial" panose="020B0604020202020204" pitchFamily="34" charset="0"/>
                <a:cs typeface="Arial" panose="020B0604020202020204" pitchFamily="34" charset="0"/>
                <a:sym typeface="Avenir Book"/>
              </a:rPr>
              <a:t>Net sales by Quarter- LTD ($M)</a:t>
            </a:r>
          </a:p>
        </p:txBody>
      </p:sp>
      <p:graphicFrame>
        <p:nvGraphicFramePr>
          <p:cNvPr id="32" name="Chart 31">
            <a:extLst>
              <a:ext uri="{FF2B5EF4-FFF2-40B4-BE49-F238E27FC236}">
                <a16:creationId xmlns:a16="http://schemas.microsoft.com/office/drawing/2014/main" id="{241691A9-E08D-845B-330B-6884D9571E83}"/>
              </a:ext>
            </a:extLst>
          </p:cNvPr>
          <p:cNvGraphicFramePr/>
          <p:nvPr/>
        </p:nvGraphicFramePr>
        <p:xfrm>
          <a:off x="351245" y="1206347"/>
          <a:ext cx="5911961" cy="1760004"/>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33" name="Content Placeholder 4">
            <a:extLst>
              <a:ext uri="{FF2B5EF4-FFF2-40B4-BE49-F238E27FC236}">
                <a16:creationId xmlns:a16="http://schemas.microsoft.com/office/drawing/2014/main" id="{B0560482-3496-34BA-D923-53295C31C5C8}"/>
              </a:ext>
            </a:extLst>
          </p:cNvPr>
          <p:cNvGraphicFramePr>
            <a:graphicFrameLocks/>
          </p:cNvGraphicFramePr>
          <p:nvPr/>
        </p:nvGraphicFramePr>
        <p:xfrm>
          <a:off x="351245" y="3016635"/>
          <a:ext cx="5919029" cy="1750098"/>
        </p:xfrm>
        <a:graphic>
          <a:graphicData uri="http://schemas.openxmlformats.org/drawingml/2006/chart">
            <c:chart xmlns:c="http://schemas.openxmlformats.org/drawingml/2006/chart" xmlns:r="http://schemas.openxmlformats.org/officeDocument/2006/relationships" r:id="rId5"/>
          </a:graphicData>
        </a:graphic>
      </p:graphicFrame>
      <p:sp>
        <p:nvSpPr>
          <p:cNvPr id="15" name="TextBox 1">
            <a:extLst>
              <a:ext uri="{FF2B5EF4-FFF2-40B4-BE49-F238E27FC236}">
                <a16:creationId xmlns:a16="http://schemas.microsoft.com/office/drawing/2014/main" id="{A4288227-5840-7893-9650-6C0F9D3398A5}"/>
              </a:ext>
            </a:extLst>
          </p:cNvPr>
          <p:cNvSpPr txBox="1"/>
          <p:nvPr/>
        </p:nvSpPr>
        <p:spPr>
          <a:xfrm>
            <a:off x="10099297" y="4071017"/>
            <a:ext cx="491876" cy="23082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horz" wrap="square" lIns="45719" tIns="45719" rIns="45719" bIns="45719" numCol="1" spcCol="38100" rtlCol="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0">
              <a:lnSpc>
                <a:spcPct val="100000"/>
              </a:lnSpc>
              <a:spcBef>
                <a:spcPts val="0"/>
              </a:spcBef>
              <a:spcAft>
                <a:spcPts val="0"/>
              </a:spcAft>
              <a:buClrTx/>
              <a:buSzTx/>
              <a:buFontTx/>
              <a:buNone/>
              <a:tabLst/>
              <a:defRPr/>
            </a:pPr>
            <a:r>
              <a:rPr kumimoji="0" lang="en-IN" sz="900" b="1" i="0" u="none" strike="noStrike" kern="1200" cap="none" spc="0" normalizeH="0" baseline="0" noProof="0" dirty="0">
                <a:ln>
                  <a:noFill/>
                </a:ln>
                <a:solidFill>
                  <a:srgbClr val="000000"/>
                </a:solidFill>
                <a:effectLst/>
                <a:uLnTx/>
                <a:uFillTx/>
                <a:latin typeface="Arial"/>
                <a:ea typeface="Arial"/>
                <a:cs typeface="Arial"/>
                <a:sym typeface="Arial"/>
              </a:rPr>
              <a:t> +0.9%</a:t>
            </a:r>
          </a:p>
        </p:txBody>
      </p:sp>
      <p:sp>
        <p:nvSpPr>
          <p:cNvPr id="37" name="TextBox 36">
            <a:extLst>
              <a:ext uri="{FF2B5EF4-FFF2-40B4-BE49-F238E27FC236}">
                <a16:creationId xmlns:a16="http://schemas.microsoft.com/office/drawing/2014/main" id="{0466C6CD-B8D6-5730-6C85-E73FFCF3051F}"/>
              </a:ext>
            </a:extLst>
          </p:cNvPr>
          <p:cNvSpPr txBox="1"/>
          <p:nvPr/>
        </p:nvSpPr>
        <p:spPr>
          <a:xfrm>
            <a:off x="209201" y="6626095"/>
            <a:ext cx="10767270" cy="24621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lvl="0" indent="0" algn="l" defTabSz="914400" rtl="0" eaLnBrk="1" fontAlgn="auto" latinLnBrk="0" hangingPunct="0">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lumMod val="65000"/>
                    <a:lumOff val="35000"/>
                  </a:srgbClr>
                </a:solidFill>
                <a:effectLst/>
                <a:uLnTx/>
                <a:uFillTx/>
                <a:latin typeface="Arial Nova" panose="020B0504020202020204" pitchFamily="34" charset="0"/>
                <a:ea typeface="Arial"/>
                <a:cs typeface="Arial"/>
                <a:sym typeface="Arial"/>
              </a:rPr>
              <a:t>Net Sales and Demand data are updated through </a:t>
            </a:r>
            <a:r>
              <a:rPr lang="en-US" sz="1000" dirty="0">
                <a:solidFill>
                  <a:srgbClr val="000000">
                    <a:lumMod val="65000"/>
                    <a:lumOff val="35000"/>
                  </a:srgbClr>
                </a:solidFill>
                <a:latin typeface="Arial Nova" panose="020B0504020202020204" pitchFamily="34" charset="0"/>
                <a:ea typeface="Arial"/>
                <a:cs typeface="Arial"/>
                <a:sym typeface="Arial"/>
              </a:rPr>
              <a:t>03</a:t>
            </a:r>
            <a:r>
              <a:rPr kumimoji="0" lang="en-US" sz="1000" b="0" i="0" u="none" strike="noStrike" kern="1200" cap="none" spc="0" normalizeH="0" baseline="0" noProof="0">
                <a:ln>
                  <a:noFill/>
                </a:ln>
                <a:solidFill>
                  <a:srgbClr val="000000">
                    <a:lumMod val="65000"/>
                    <a:lumOff val="35000"/>
                  </a:srgbClr>
                </a:solidFill>
                <a:effectLst/>
                <a:uLnTx/>
                <a:uFillTx/>
                <a:latin typeface="Arial Nova" panose="020B0504020202020204" pitchFamily="34" charset="0"/>
                <a:ea typeface="Arial"/>
                <a:cs typeface="Arial"/>
                <a:sym typeface="Arial"/>
              </a:rPr>
              <a:t>/31</a:t>
            </a:r>
            <a:endParaRPr kumimoji="0" lang="en-US" sz="1000" b="0" i="0" u="none" strike="noStrike" kern="1200" cap="none" spc="0" normalizeH="0" baseline="0" noProof="0" dirty="0">
              <a:ln>
                <a:noFill/>
              </a:ln>
              <a:solidFill>
                <a:srgbClr val="000000">
                  <a:lumMod val="65000"/>
                  <a:lumOff val="35000"/>
                </a:srgbClr>
              </a:solidFill>
              <a:effectLst/>
              <a:uLnTx/>
              <a:uFillTx/>
              <a:latin typeface="Arial Nova" panose="020B0504020202020204" pitchFamily="34" charset="0"/>
              <a:ea typeface="Arial"/>
              <a:cs typeface="Arial"/>
              <a:sym typeface="Arial"/>
            </a:endParaRPr>
          </a:p>
        </p:txBody>
      </p:sp>
      <p:sp>
        <p:nvSpPr>
          <p:cNvPr id="9" name="Rectangle: Rounded Corners 8">
            <a:extLst>
              <a:ext uri="{FF2B5EF4-FFF2-40B4-BE49-F238E27FC236}">
                <a16:creationId xmlns:a16="http://schemas.microsoft.com/office/drawing/2014/main" id="{78897C84-07C3-7E3A-6E99-FE808D7892FD}"/>
              </a:ext>
            </a:extLst>
          </p:cNvPr>
          <p:cNvSpPr/>
          <p:nvPr/>
        </p:nvSpPr>
        <p:spPr>
          <a:xfrm>
            <a:off x="385463" y="5445912"/>
            <a:ext cx="2662757" cy="827119"/>
          </a:xfrm>
          <a:prstGeom prst="roundRect">
            <a:avLst/>
          </a:prstGeom>
          <a:solidFill>
            <a:schemeClr val="accent3">
              <a:lumMod val="9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40" tIns="91440" rIns="91440" bIns="91440" numCol="1" spcCol="38100" rtlCol="0" anchor="ctr">
            <a:noAutofit/>
          </a:bodyPr>
          <a:lstStyle/>
          <a:p>
            <a:pPr marL="0" marR="0" lvl="0" indent="0" defTabSz="914400" rtl="0" eaLnBrk="1" fontAlgn="auto" latinLnBrk="0" hangingPunct="0">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738"/>
              </a:solidFill>
              <a:effectLst/>
              <a:uLnTx/>
              <a:uFillTx/>
              <a:latin typeface="Arial Nova" panose="020B0504020202020204" pitchFamily="34" charset="0"/>
              <a:ea typeface="+mn-ea"/>
              <a:cs typeface="+mn-cs"/>
              <a:sym typeface="Calibri"/>
            </a:endParaRPr>
          </a:p>
          <a:p>
            <a:pPr marL="0" marR="0" lvl="0" indent="0" defTabSz="914400" rtl="0" eaLnBrk="1" fontAlgn="auto" latinLnBrk="0" hangingPunct="0">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738"/>
              </a:solidFill>
              <a:effectLst/>
              <a:uLnTx/>
              <a:uFillTx/>
              <a:latin typeface="Arial Nova" panose="020B0504020202020204" pitchFamily="34" charset="0"/>
              <a:ea typeface="+mn-ea"/>
              <a:cs typeface="+mn-cs"/>
              <a:sym typeface="Calibri"/>
            </a:endParaRPr>
          </a:p>
          <a:p>
            <a:pPr marL="0" marR="0" lvl="0" indent="0" defTabSz="914400" rtl="0" eaLnBrk="1" fontAlgn="auto" latinLnBrk="0" hangingPunct="0">
              <a:lnSpc>
                <a:spcPct val="100000"/>
              </a:lnSpc>
              <a:spcBef>
                <a:spcPts val="0"/>
              </a:spcBef>
              <a:spcAft>
                <a:spcPts val="0"/>
              </a:spcAft>
              <a:buClrTx/>
              <a:buSzTx/>
              <a:buFontTx/>
              <a:buNone/>
              <a:tabLst/>
              <a:defRPr/>
            </a:pPr>
            <a:r>
              <a:rPr lang="en-US" sz="1200" b="1" dirty="0">
                <a:solidFill>
                  <a:srgbClr val="000738"/>
                </a:solidFill>
                <a:latin typeface="Arial Nova" panose="020B0504020202020204" pitchFamily="34" charset="0"/>
                <a:sym typeface="Calibri"/>
              </a:rPr>
              <a:t>Mar Month</a:t>
            </a:r>
            <a:r>
              <a:rPr kumimoji="0" lang="en-US" sz="1200" b="1" i="0" u="none" strike="noStrike" kern="1200" cap="none" spc="0" normalizeH="0" baseline="0" noProof="0" dirty="0">
                <a:ln>
                  <a:noFill/>
                </a:ln>
                <a:solidFill>
                  <a:srgbClr val="000738"/>
                </a:solidFill>
                <a:effectLst/>
                <a:uLnTx/>
                <a:uFillTx/>
                <a:latin typeface="Arial Nova" panose="020B0504020202020204" pitchFamily="34" charset="0"/>
                <a:ea typeface="+mn-ea"/>
                <a:cs typeface="+mn-cs"/>
                <a:sym typeface="Calibri"/>
              </a:rPr>
              <a:t> – 22.6 units</a:t>
            </a:r>
          </a:p>
          <a:p>
            <a:pPr marL="171450" marR="0" lvl="0" indent="-171450" defTabSz="914400" rtl="0" eaLnBrk="1" fontAlgn="auto" latinLnBrk="0" hangingPunct="0">
              <a:lnSpc>
                <a:spcPct val="100000"/>
              </a:lnSpc>
              <a:spcBef>
                <a:spcPts val="0"/>
              </a:spcBef>
              <a:spcAft>
                <a:spcPts val="0"/>
              </a:spcAft>
              <a:buClrTx/>
              <a:buSzTx/>
              <a:buFont typeface="Courier New" panose="02070309020205020404" pitchFamily="49" charset="0"/>
              <a:buChar char="o"/>
              <a:tabLst/>
              <a:defRPr/>
            </a:pPr>
            <a:r>
              <a:rPr kumimoji="0" lang="en-US" sz="1200" b="0" i="0" u="none" strike="noStrike" kern="1200" cap="none" spc="0" normalizeH="0" baseline="0" noProof="0" dirty="0">
                <a:ln>
                  <a:noFill/>
                </a:ln>
                <a:solidFill>
                  <a:srgbClr val="000738"/>
                </a:solidFill>
                <a:effectLst/>
                <a:uLnTx/>
                <a:uFillTx/>
                <a:latin typeface="Arial Nova" panose="020B0504020202020204" pitchFamily="34" charset="0"/>
                <a:ea typeface="+mn-ea"/>
                <a:cs typeface="+mn-cs"/>
                <a:sym typeface="Calibri"/>
              </a:rPr>
              <a:t>vs Budget: +3.1 / +17%</a:t>
            </a:r>
          </a:p>
          <a:p>
            <a:pPr marL="171450" marR="0" lvl="0" indent="-171450" defTabSz="914400" rtl="0" eaLnBrk="1" fontAlgn="auto" latinLnBrk="0" hangingPunct="0">
              <a:lnSpc>
                <a:spcPct val="100000"/>
              </a:lnSpc>
              <a:spcBef>
                <a:spcPts val="0"/>
              </a:spcBef>
              <a:spcAft>
                <a:spcPts val="0"/>
              </a:spcAft>
              <a:buClrTx/>
              <a:buSzTx/>
              <a:buFont typeface="Courier New" panose="02070309020205020404" pitchFamily="49" charset="0"/>
              <a:buChar char="o"/>
              <a:tabLst/>
              <a:defRPr/>
            </a:pPr>
            <a:r>
              <a:rPr kumimoji="0" lang="en-US" sz="1200" b="0" i="0" u="none" strike="noStrike" kern="1200" cap="none" spc="0" normalizeH="0" baseline="0" noProof="0" dirty="0">
                <a:ln>
                  <a:noFill/>
                </a:ln>
                <a:solidFill>
                  <a:srgbClr val="000738"/>
                </a:solidFill>
                <a:effectLst/>
                <a:uLnTx/>
                <a:uFillTx/>
                <a:latin typeface="Arial Nova" panose="020B0504020202020204" pitchFamily="34" charset="0"/>
                <a:ea typeface="+mn-ea"/>
                <a:cs typeface="+mn-cs"/>
                <a:sym typeface="Calibri"/>
              </a:rPr>
              <a:t>vs Feb: </a:t>
            </a:r>
            <a:r>
              <a:rPr lang="en-US" sz="1200" dirty="0">
                <a:solidFill>
                  <a:srgbClr val="000738"/>
                </a:solidFill>
                <a:latin typeface="Arial Nova" panose="020B0504020202020204" pitchFamily="34" charset="0"/>
                <a:sym typeface="Calibri"/>
              </a:rPr>
              <a:t> +2.3</a:t>
            </a:r>
            <a:r>
              <a:rPr kumimoji="0" lang="en-US" sz="1200" b="0" i="0" u="none" strike="noStrike" kern="1200" cap="none" spc="0" normalizeH="0" baseline="0" noProof="0" dirty="0">
                <a:ln>
                  <a:noFill/>
                </a:ln>
                <a:solidFill>
                  <a:srgbClr val="000738"/>
                </a:solidFill>
                <a:effectLst/>
                <a:uLnTx/>
                <a:uFillTx/>
                <a:latin typeface="Arial Nova" panose="020B0504020202020204" pitchFamily="34" charset="0"/>
                <a:ea typeface="+mn-ea"/>
                <a:cs typeface="+mn-cs"/>
                <a:sym typeface="Calibri"/>
              </a:rPr>
              <a:t> / +12%</a:t>
            </a:r>
          </a:p>
          <a:p>
            <a:pPr marL="0" marR="0" lvl="0" indent="0" defTabSz="914400" rtl="0" eaLnBrk="1" fontAlgn="auto" latinLnBrk="0" hangingPunct="0">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738"/>
              </a:solidFill>
              <a:effectLst/>
              <a:uLnTx/>
              <a:uFillTx/>
              <a:latin typeface="Arial Nova" panose="020B0504020202020204" pitchFamily="34" charset="0"/>
              <a:ea typeface="+mn-ea"/>
              <a:cs typeface="+mn-cs"/>
              <a:sym typeface="Calibri"/>
            </a:endParaRPr>
          </a:p>
          <a:p>
            <a:pPr marL="0" marR="0" lvl="0" indent="0" defTabSz="914400" rtl="0" eaLnBrk="1" fontAlgn="auto" latinLnBrk="0" hangingPunct="0">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738"/>
              </a:solidFill>
              <a:effectLst/>
              <a:uLnTx/>
              <a:uFillTx/>
              <a:latin typeface="Arial Nova" panose="020B0504020202020204" pitchFamily="34" charset="0"/>
              <a:ea typeface="+mn-ea"/>
              <a:cs typeface="+mn-cs"/>
              <a:sym typeface="Calibri"/>
            </a:endParaRPr>
          </a:p>
        </p:txBody>
      </p:sp>
      <p:sp>
        <p:nvSpPr>
          <p:cNvPr id="25" name="TextBox 1">
            <a:extLst>
              <a:ext uri="{FF2B5EF4-FFF2-40B4-BE49-F238E27FC236}">
                <a16:creationId xmlns:a16="http://schemas.microsoft.com/office/drawing/2014/main" id="{DC6730BC-90D6-031E-F4FC-6B826C6ABAD8}"/>
              </a:ext>
            </a:extLst>
          </p:cNvPr>
          <p:cNvSpPr txBox="1"/>
          <p:nvPr/>
        </p:nvSpPr>
        <p:spPr>
          <a:xfrm>
            <a:off x="10410352" y="3882604"/>
            <a:ext cx="583259" cy="2308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horz" wrap="square" lIns="45719" tIns="45719" rIns="45719" bIns="45719" numCol="1" spcCol="38100" rtlCol="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0">
              <a:lnSpc>
                <a:spcPct val="100000"/>
              </a:lnSpc>
              <a:spcBef>
                <a:spcPts val="0"/>
              </a:spcBef>
              <a:spcAft>
                <a:spcPts val="0"/>
              </a:spcAft>
              <a:buClrTx/>
              <a:buSzTx/>
              <a:buFontTx/>
              <a:buNone/>
              <a:tabLst/>
              <a:defRPr/>
            </a:pPr>
            <a:r>
              <a:rPr kumimoji="0" lang="en-IN" sz="900" b="1" i="0" u="none" strike="noStrike" kern="1200" cap="none" spc="0" normalizeH="0" baseline="0" noProof="0" dirty="0">
                <a:ln>
                  <a:noFill/>
                </a:ln>
                <a:solidFill>
                  <a:srgbClr val="000000"/>
                </a:solidFill>
                <a:effectLst/>
                <a:uLnTx/>
                <a:uFillTx/>
                <a:latin typeface="Arial"/>
                <a:ea typeface="Arial"/>
                <a:cs typeface="Arial"/>
                <a:sym typeface="Arial"/>
              </a:rPr>
              <a:t> +17.8%</a:t>
            </a:r>
          </a:p>
        </p:txBody>
      </p:sp>
      <p:sp>
        <p:nvSpPr>
          <p:cNvPr id="4" name="TextBox 1">
            <a:extLst>
              <a:ext uri="{FF2B5EF4-FFF2-40B4-BE49-F238E27FC236}">
                <a16:creationId xmlns:a16="http://schemas.microsoft.com/office/drawing/2014/main" id="{78323248-5C23-FEFD-1BFF-BE5CA209A9D6}"/>
              </a:ext>
            </a:extLst>
          </p:cNvPr>
          <p:cNvSpPr txBox="1"/>
          <p:nvPr/>
        </p:nvSpPr>
        <p:spPr>
          <a:xfrm>
            <a:off x="10695974" y="3971819"/>
            <a:ext cx="491876" cy="3693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horz" wrap="square" lIns="45719" tIns="45719" rIns="45719" bIns="45719" numCol="1" spcCol="38100" rtlCol="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0">
              <a:lnSpc>
                <a:spcPct val="100000"/>
              </a:lnSpc>
              <a:spcBef>
                <a:spcPts val="0"/>
              </a:spcBef>
              <a:spcAft>
                <a:spcPts val="0"/>
              </a:spcAft>
              <a:buClrTx/>
              <a:buSzTx/>
              <a:buFontTx/>
              <a:buNone/>
              <a:tabLst/>
              <a:defRPr/>
            </a:pPr>
            <a:r>
              <a:rPr kumimoji="0" lang="en-IN" sz="900" b="1" i="0" u="none" strike="noStrike" kern="1200" cap="none" spc="0" normalizeH="0" baseline="0" noProof="0" dirty="0">
                <a:ln>
                  <a:noFill/>
                </a:ln>
                <a:solidFill>
                  <a:srgbClr val="000000"/>
                </a:solidFill>
                <a:effectLst/>
                <a:uLnTx/>
                <a:uFillTx/>
                <a:latin typeface="Arial"/>
                <a:ea typeface="Arial"/>
                <a:cs typeface="Arial"/>
                <a:sym typeface="Arial"/>
              </a:rPr>
              <a:t> +10.5%</a:t>
            </a:r>
          </a:p>
        </p:txBody>
      </p:sp>
      <p:sp>
        <p:nvSpPr>
          <p:cNvPr id="36" name="Text Placeholder 7">
            <a:extLst>
              <a:ext uri="{FF2B5EF4-FFF2-40B4-BE49-F238E27FC236}">
                <a16:creationId xmlns:a16="http://schemas.microsoft.com/office/drawing/2014/main" id="{DBBC26D2-1B90-E259-92C4-57891210AA20}"/>
              </a:ext>
            </a:extLst>
          </p:cNvPr>
          <p:cNvSpPr txBox="1">
            <a:spLocks/>
          </p:cNvSpPr>
          <p:nvPr/>
        </p:nvSpPr>
        <p:spPr>
          <a:xfrm>
            <a:off x="6537891" y="860447"/>
            <a:ext cx="3399969" cy="313932"/>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45720" rIns="45719" anchor="b">
            <a:noAutofit/>
          </a:bodyPr>
          <a:lstStyle>
            <a:lvl1pPr marL="0" marR="0" indent="0" algn="l" defTabSz="914240" eaLnBrk="1" latinLnBrk="0" hangingPunct="1">
              <a:lnSpc>
                <a:spcPct val="90000"/>
              </a:lnSpc>
              <a:spcBef>
                <a:spcPts val="1000"/>
              </a:spcBef>
              <a:spcAft>
                <a:spcPts val="400"/>
              </a:spcAft>
              <a:buClr>
                <a:schemeClr val="accent4"/>
              </a:buClr>
              <a:buSzPct val="100000"/>
              <a:buFont typeface="Arial" panose="020B0604020202020204" pitchFamily="34" charset="0"/>
              <a:buNone/>
              <a:tabLst/>
              <a:defRPr sz="2000" b="0" i="0" u="none" strike="noStrike" cap="none" spc="0" baseline="0">
                <a:solidFill>
                  <a:schemeClr val="accent4"/>
                </a:solidFill>
                <a:uFillTx/>
                <a:latin typeface="Arial" panose="020B0604020202020204" pitchFamily="34" charset="0"/>
                <a:ea typeface="Arial" panose="020B0604020202020204" pitchFamily="34" charset="0"/>
                <a:cs typeface="Arial" panose="020B0604020202020204" pitchFamily="34" charset="0"/>
                <a:sym typeface="Avenir Book"/>
              </a:defRPr>
            </a:lvl1pPr>
            <a:lvl2pPr marL="457200" marR="0" indent="0" algn="l" defTabSz="914240" eaLnBrk="1" latinLnBrk="0" hangingPunct="1">
              <a:lnSpc>
                <a:spcPct val="90000"/>
              </a:lnSpc>
              <a:spcBef>
                <a:spcPts val="400"/>
              </a:spcBef>
              <a:spcAft>
                <a:spcPts val="400"/>
              </a:spcAft>
              <a:buClr>
                <a:schemeClr val="accent4"/>
              </a:buClr>
              <a:buSzPct val="100000"/>
              <a:buFont typeface="System Font Regular"/>
              <a:buNone/>
              <a:tabLst/>
              <a:defRPr sz="2000" b="1" i="0" u="none" strike="noStrike" cap="none" spc="0" baseline="0">
                <a:solidFill>
                  <a:schemeClr val="bg2"/>
                </a:solidFill>
                <a:uFillTx/>
                <a:latin typeface="Arial" panose="020B0604020202020204" pitchFamily="34" charset="0"/>
                <a:ea typeface="Arial" panose="020B0604020202020204" pitchFamily="34" charset="0"/>
                <a:cs typeface="Arial" panose="020B0604020202020204" pitchFamily="34" charset="0"/>
                <a:sym typeface="Avenir Book"/>
              </a:defRPr>
            </a:lvl2pPr>
            <a:lvl3pPr marL="914400" marR="0" indent="0" algn="l" defTabSz="914240" eaLnBrk="1" latinLnBrk="0" hangingPunct="1">
              <a:lnSpc>
                <a:spcPct val="90000"/>
              </a:lnSpc>
              <a:spcBef>
                <a:spcPts val="400"/>
              </a:spcBef>
              <a:spcAft>
                <a:spcPts val="400"/>
              </a:spcAft>
              <a:buClr>
                <a:schemeClr val="accent4"/>
              </a:buClr>
              <a:buSzPct val="100000"/>
              <a:buFont typeface="Arial" panose="020B0604020202020204" pitchFamily="34" charset="0"/>
              <a:buNone/>
              <a:tabLst/>
              <a:defRPr sz="1800" b="1" i="0" u="none" strike="noStrike" cap="none" spc="0" baseline="0">
                <a:solidFill>
                  <a:schemeClr val="bg2"/>
                </a:solidFill>
                <a:uFillTx/>
                <a:latin typeface="Arial" panose="020B0604020202020204" pitchFamily="34" charset="0"/>
                <a:ea typeface="Arial" panose="020B0604020202020204" pitchFamily="34" charset="0"/>
                <a:cs typeface="Arial" panose="020B0604020202020204" pitchFamily="34" charset="0"/>
                <a:sym typeface="Avenir Book"/>
              </a:defRPr>
            </a:lvl3pPr>
            <a:lvl4pPr marL="1371600" marR="0" indent="0" algn="l" defTabSz="914240" eaLnBrk="1" latinLnBrk="0" hangingPunct="1">
              <a:lnSpc>
                <a:spcPct val="90000"/>
              </a:lnSpc>
              <a:spcBef>
                <a:spcPts val="400"/>
              </a:spcBef>
              <a:spcAft>
                <a:spcPts val="400"/>
              </a:spcAft>
              <a:buClr>
                <a:schemeClr val="accent4"/>
              </a:buClr>
              <a:buSzPct val="100000"/>
              <a:buFont typeface="System Font Regular"/>
              <a:buNone/>
              <a:tabLst/>
              <a:defRPr sz="1600" b="1" i="0" u="none" strike="noStrike" cap="none" spc="0" baseline="0">
                <a:solidFill>
                  <a:schemeClr val="bg2"/>
                </a:solidFill>
                <a:uFillTx/>
                <a:latin typeface="Arial" panose="020B0604020202020204" pitchFamily="34" charset="0"/>
                <a:ea typeface="Arial" panose="020B0604020202020204" pitchFamily="34" charset="0"/>
                <a:cs typeface="Arial" panose="020B0604020202020204" pitchFamily="34" charset="0"/>
                <a:sym typeface="Avenir Book"/>
              </a:defRPr>
            </a:lvl4pPr>
            <a:lvl5pPr marL="1828800" marR="0" indent="0" algn="l" defTabSz="914240" eaLnBrk="1" latinLnBrk="0" hangingPunct="1">
              <a:lnSpc>
                <a:spcPct val="90000"/>
              </a:lnSpc>
              <a:spcBef>
                <a:spcPts val="400"/>
              </a:spcBef>
              <a:spcAft>
                <a:spcPts val="400"/>
              </a:spcAft>
              <a:buClr>
                <a:schemeClr val="accent4"/>
              </a:buClr>
              <a:buSzPct val="100000"/>
              <a:buFont typeface="Arial" panose="020B0604020202020204" pitchFamily="34" charset="0"/>
              <a:buNone/>
              <a:tabLst/>
              <a:defRPr sz="1600" b="1" i="0" u="none" strike="noStrike" cap="none" spc="0" baseline="0">
                <a:solidFill>
                  <a:schemeClr val="bg2"/>
                </a:solidFill>
                <a:uFillTx/>
                <a:latin typeface="Arial" panose="020B0604020202020204" pitchFamily="34" charset="0"/>
                <a:ea typeface="Arial" panose="020B0604020202020204" pitchFamily="34" charset="0"/>
                <a:cs typeface="Arial" panose="020B0604020202020204" pitchFamily="34" charset="0"/>
                <a:sym typeface="Avenir Book"/>
              </a:defRPr>
            </a:lvl5pPr>
            <a:lvl6pPr marL="2286000" marR="0" indent="0" algn="l" defTabSz="914240" eaLnBrk="1" latinLnBrk="0" hangingPunct="1">
              <a:lnSpc>
                <a:spcPct val="90000"/>
              </a:lnSpc>
              <a:spcBef>
                <a:spcPts val="1000"/>
              </a:spcBef>
              <a:spcAft>
                <a:spcPts val="0"/>
              </a:spcAft>
              <a:buClrTx/>
              <a:buSzPct val="100000"/>
              <a:buFont typeface="Arial"/>
              <a:buNone/>
              <a:tabLst/>
              <a:defRPr sz="1600" b="1" i="0" u="none" strike="noStrike" cap="none" spc="0" baseline="0">
                <a:solidFill>
                  <a:srgbClr val="50626A"/>
                </a:solidFill>
                <a:uFillTx/>
                <a:latin typeface="Avenir Book"/>
                <a:ea typeface="Avenir Book"/>
                <a:cs typeface="Avenir Book"/>
                <a:sym typeface="Avenir Book"/>
              </a:defRPr>
            </a:lvl6pPr>
            <a:lvl7pPr marL="2743200" marR="0" indent="0" algn="l" defTabSz="914240" eaLnBrk="1" latinLnBrk="0" hangingPunct="1">
              <a:lnSpc>
                <a:spcPct val="90000"/>
              </a:lnSpc>
              <a:spcBef>
                <a:spcPts val="1000"/>
              </a:spcBef>
              <a:spcAft>
                <a:spcPts val="0"/>
              </a:spcAft>
              <a:buClrTx/>
              <a:buSzPct val="100000"/>
              <a:buFont typeface="Arial"/>
              <a:buNone/>
              <a:tabLst/>
              <a:defRPr sz="1600" b="1" i="0" u="none" strike="noStrike" cap="none" spc="0" baseline="0">
                <a:solidFill>
                  <a:srgbClr val="50626A"/>
                </a:solidFill>
                <a:uFillTx/>
                <a:latin typeface="Avenir Book"/>
                <a:ea typeface="Avenir Book"/>
                <a:cs typeface="Avenir Book"/>
                <a:sym typeface="Avenir Book"/>
              </a:defRPr>
            </a:lvl7pPr>
            <a:lvl8pPr marL="3200400" marR="0" indent="0" algn="l" defTabSz="914240" eaLnBrk="1" latinLnBrk="0" hangingPunct="1">
              <a:lnSpc>
                <a:spcPct val="90000"/>
              </a:lnSpc>
              <a:spcBef>
                <a:spcPts val="1000"/>
              </a:spcBef>
              <a:spcAft>
                <a:spcPts val="0"/>
              </a:spcAft>
              <a:buClrTx/>
              <a:buSzPct val="100000"/>
              <a:buFont typeface="Arial"/>
              <a:buNone/>
              <a:tabLst/>
              <a:defRPr sz="1600" b="1" i="0" u="none" strike="noStrike" cap="none" spc="0" baseline="0">
                <a:solidFill>
                  <a:srgbClr val="50626A"/>
                </a:solidFill>
                <a:uFillTx/>
                <a:latin typeface="Avenir Book"/>
                <a:ea typeface="Avenir Book"/>
                <a:cs typeface="Avenir Book"/>
                <a:sym typeface="Avenir Book"/>
              </a:defRPr>
            </a:lvl8pPr>
            <a:lvl9pPr marL="3657600" marR="0" indent="0" algn="l" defTabSz="914240" eaLnBrk="1" latinLnBrk="0" hangingPunct="1">
              <a:lnSpc>
                <a:spcPct val="90000"/>
              </a:lnSpc>
              <a:spcBef>
                <a:spcPts val="1000"/>
              </a:spcBef>
              <a:spcAft>
                <a:spcPts val="0"/>
              </a:spcAft>
              <a:buClrTx/>
              <a:buSzPct val="100000"/>
              <a:buFont typeface="Arial"/>
              <a:buNone/>
              <a:tabLst/>
              <a:defRPr sz="1600" b="1" i="0" u="none" strike="noStrike" cap="none" spc="0" baseline="0">
                <a:solidFill>
                  <a:srgbClr val="50626A"/>
                </a:solidFill>
                <a:uFillTx/>
                <a:latin typeface="Avenir Book"/>
                <a:ea typeface="Avenir Book"/>
                <a:cs typeface="Avenir Book"/>
                <a:sym typeface="Avenir Book"/>
              </a:defRPr>
            </a:lvl9pPr>
          </a:lstStyle>
          <a:p>
            <a:r>
              <a:rPr lang="en-US" sz="1400" b="1" kern="0" dirty="0">
                <a:solidFill>
                  <a:schemeClr val="tx1"/>
                </a:solidFill>
              </a:rPr>
              <a:t>Revenue Progress Bar</a:t>
            </a:r>
          </a:p>
        </p:txBody>
      </p:sp>
      <p:sp>
        <p:nvSpPr>
          <p:cNvPr id="7" name="Rectangle: Rounded Corners 6">
            <a:extLst>
              <a:ext uri="{FF2B5EF4-FFF2-40B4-BE49-F238E27FC236}">
                <a16:creationId xmlns:a16="http://schemas.microsoft.com/office/drawing/2014/main" id="{432F8B90-659C-A380-9967-1AA01F894F21}"/>
              </a:ext>
            </a:extLst>
          </p:cNvPr>
          <p:cNvSpPr/>
          <p:nvPr/>
        </p:nvSpPr>
        <p:spPr>
          <a:xfrm>
            <a:off x="3161614" y="5432455"/>
            <a:ext cx="2588734" cy="840576"/>
          </a:xfrm>
          <a:prstGeom prst="roundRect">
            <a:avLst/>
          </a:prstGeom>
          <a:solidFill>
            <a:schemeClr val="accent3">
              <a:lumMod val="9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40" tIns="91440" rIns="91440" bIns="91440" numCol="1" spcCol="38100" rtlCol="0" anchor="ctr">
            <a:noAutofit/>
          </a:bodyPr>
          <a:lstStyle/>
          <a:p>
            <a:pPr marL="0" marR="0" lvl="0" indent="0" defTabSz="914400" rtl="0" eaLnBrk="1" fontAlgn="auto" latinLnBrk="0" hangingPunct="0">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738"/>
              </a:solidFill>
              <a:effectLst/>
              <a:uLnTx/>
              <a:uFillTx/>
              <a:latin typeface="Arial Nova" panose="020B0504020202020204" pitchFamily="34" charset="0"/>
              <a:ea typeface="+mn-ea"/>
              <a:cs typeface="+mn-cs"/>
              <a:sym typeface="Calibri"/>
            </a:endParaRPr>
          </a:p>
          <a:p>
            <a:pPr marL="0" marR="0" lvl="0" indent="0" defTabSz="914400" rtl="0" eaLnBrk="1" fontAlgn="auto" latinLnBrk="0" hangingPunct="0">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738"/>
              </a:solidFill>
              <a:effectLst/>
              <a:uLnTx/>
              <a:uFillTx/>
              <a:latin typeface="Arial Nova" panose="020B0504020202020204" pitchFamily="34" charset="0"/>
              <a:ea typeface="+mn-ea"/>
              <a:cs typeface="+mn-cs"/>
              <a:sym typeface="Calibri"/>
            </a:endParaRPr>
          </a:p>
          <a:p>
            <a:pPr marL="0" marR="0" lvl="0" indent="0" defTabSz="914400" rtl="0" eaLnBrk="1" fontAlgn="auto" latinLnBrk="0" hangingPunct="0">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0738"/>
                </a:solidFill>
                <a:effectLst/>
                <a:uLnTx/>
                <a:uFillTx/>
                <a:latin typeface="Arial Nova" panose="020B0504020202020204" pitchFamily="34" charset="0"/>
                <a:ea typeface="+mn-ea"/>
                <a:cs typeface="+mn-cs"/>
                <a:sym typeface="Calibri"/>
              </a:rPr>
              <a:t>Q</a:t>
            </a:r>
            <a:r>
              <a:rPr lang="en-US" sz="1200" b="1" dirty="0">
                <a:solidFill>
                  <a:srgbClr val="000738"/>
                </a:solidFill>
                <a:latin typeface="Arial Nova" panose="020B0504020202020204" pitchFamily="34" charset="0"/>
                <a:sym typeface="Calibri"/>
              </a:rPr>
              <a:t>TD</a:t>
            </a:r>
            <a:r>
              <a:rPr kumimoji="0" lang="en-US" sz="1200" b="1" i="0" u="none" strike="noStrike" kern="1200" cap="none" spc="0" normalizeH="0" baseline="0" noProof="0" dirty="0">
                <a:ln>
                  <a:noFill/>
                </a:ln>
                <a:solidFill>
                  <a:srgbClr val="000738"/>
                </a:solidFill>
                <a:effectLst/>
                <a:uLnTx/>
                <a:uFillTx/>
                <a:latin typeface="Arial Nova" panose="020B0504020202020204" pitchFamily="34" charset="0"/>
                <a:ea typeface="+mn-ea"/>
                <a:cs typeface="+mn-cs"/>
                <a:sym typeface="Calibri"/>
              </a:rPr>
              <a:t> – 20.9 units</a:t>
            </a:r>
          </a:p>
          <a:p>
            <a:pPr marL="171450" marR="0" lvl="0" indent="-171450" defTabSz="914400" rtl="0" eaLnBrk="1" fontAlgn="auto" latinLnBrk="0" hangingPunct="0">
              <a:lnSpc>
                <a:spcPct val="100000"/>
              </a:lnSpc>
              <a:spcBef>
                <a:spcPts val="0"/>
              </a:spcBef>
              <a:spcAft>
                <a:spcPts val="0"/>
              </a:spcAft>
              <a:buClrTx/>
              <a:buSzTx/>
              <a:buFont typeface="Courier New" panose="02070309020205020404" pitchFamily="49" charset="0"/>
              <a:buChar char="o"/>
              <a:tabLst/>
              <a:defRPr/>
            </a:pPr>
            <a:r>
              <a:rPr kumimoji="0" lang="en-US" sz="1200" b="0" i="0" u="none" strike="noStrike" kern="1200" cap="none" spc="0" normalizeH="0" baseline="0" noProof="0" dirty="0">
                <a:ln>
                  <a:noFill/>
                </a:ln>
                <a:solidFill>
                  <a:srgbClr val="000738"/>
                </a:solidFill>
                <a:effectLst/>
                <a:uLnTx/>
                <a:uFillTx/>
                <a:latin typeface="Arial Nova" panose="020B0504020202020204" pitchFamily="34" charset="0"/>
                <a:ea typeface="+mn-ea"/>
                <a:cs typeface="+mn-cs"/>
                <a:sym typeface="Calibri"/>
              </a:rPr>
              <a:t>vs Budget: +1.4 / +7%</a:t>
            </a:r>
          </a:p>
          <a:p>
            <a:pPr marL="0" marR="0" lvl="0" indent="0" defTabSz="914400" rtl="0" eaLnBrk="1" fontAlgn="auto" latinLnBrk="0" hangingPunct="0">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738"/>
              </a:solidFill>
              <a:effectLst/>
              <a:uLnTx/>
              <a:uFillTx/>
              <a:latin typeface="Arial Nova" panose="020B0504020202020204" pitchFamily="34" charset="0"/>
              <a:ea typeface="+mn-ea"/>
              <a:cs typeface="+mn-cs"/>
              <a:sym typeface="Calibri"/>
            </a:endParaRPr>
          </a:p>
          <a:p>
            <a:pPr marL="0" marR="0" lvl="0" indent="0" defTabSz="914400" rtl="0" eaLnBrk="1" fontAlgn="auto" latinLnBrk="0" hangingPunct="0">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738"/>
              </a:solidFill>
              <a:effectLst/>
              <a:uLnTx/>
              <a:uFillTx/>
              <a:latin typeface="Arial Nova" panose="020B0504020202020204" pitchFamily="34" charset="0"/>
              <a:ea typeface="+mn-ea"/>
              <a:cs typeface="+mn-cs"/>
              <a:sym typeface="Calibri"/>
            </a:endParaRPr>
          </a:p>
        </p:txBody>
      </p:sp>
      <p:sp>
        <p:nvSpPr>
          <p:cNvPr id="19" name="Rectangle 18">
            <a:extLst>
              <a:ext uri="{FF2B5EF4-FFF2-40B4-BE49-F238E27FC236}">
                <a16:creationId xmlns:a16="http://schemas.microsoft.com/office/drawing/2014/main" id="{DADC308F-DE5B-76B6-3CE2-DB9C3D51DBA8}"/>
              </a:ext>
            </a:extLst>
          </p:cNvPr>
          <p:cNvSpPr/>
          <p:nvPr/>
        </p:nvSpPr>
        <p:spPr>
          <a:xfrm>
            <a:off x="6461222" y="1206347"/>
            <a:ext cx="5488952" cy="1889084"/>
          </a:xfrm>
          <a:prstGeom prst="rect">
            <a:avLst/>
          </a:prstGeom>
          <a:noFill/>
          <a:ln w="12700" cap="flat">
            <a:solidFill>
              <a:schemeClr val="tx1">
                <a:lumMod val="75000"/>
                <a:lumOff val="25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40" tIns="91440" rIns="91440" bIns="91440" numCol="1" spcCol="38100" rtlCol="0" anchor="ctr">
            <a:noAutofit/>
          </a:bodyPr>
          <a:lstStyle/>
          <a:p>
            <a:pPr marL="0" marR="0" indent="0" algn="ctr" defTabSz="914400" rtl="0" fontAlgn="auto" latinLnBrk="0" hangingPunct="0">
              <a:lnSpc>
                <a:spcPct val="100000"/>
              </a:lnSpc>
              <a:spcBef>
                <a:spcPts val="0"/>
              </a:spcBef>
              <a:spcAft>
                <a:spcPts val="0"/>
              </a:spcAft>
              <a:buClrTx/>
              <a:buSzTx/>
              <a:buFontTx/>
              <a:buNone/>
              <a:tabLst/>
            </a:pPr>
            <a:endParaRPr kumimoji="0" lang="en-AE" sz="1200" b="0" i="0" u="none" strike="noStrike" cap="none" spc="0" normalizeH="0" baseline="0">
              <a:ln>
                <a:noFill/>
              </a:ln>
              <a:solidFill>
                <a:schemeClr val="bg2"/>
              </a:solidFill>
              <a:effectLst/>
              <a:uFillTx/>
              <a:latin typeface="Arial Nova" panose="020B0504020202020204" pitchFamily="34" charset="0"/>
              <a:ea typeface="+mn-ea"/>
              <a:cs typeface="+mn-cs"/>
              <a:sym typeface="Calibri"/>
            </a:endParaRPr>
          </a:p>
        </p:txBody>
      </p:sp>
      <p:graphicFrame>
        <p:nvGraphicFramePr>
          <p:cNvPr id="8" name="Chart 7">
            <a:extLst>
              <a:ext uri="{FF2B5EF4-FFF2-40B4-BE49-F238E27FC236}">
                <a16:creationId xmlns:a16="http://schemas.microsoft.com/office/drawing/2014/main" id="{AD6A1448-83CD-70BD-E9D5-7EC23163ACA2}"/>
              </a:ext>
            </a:extLst>
          </p:cNvPr>
          <p:cNvGraphicFramePr/>
          <p:nvPr/>
        </p:nvGraphicFramePr>
        <p:xfrm>
          <a:off x="6452175" y="1234259"/>
          <a:ext cx="4884418" cy="922323"/>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16" name="Chart 15">
            <a:extLst>
              <a:ext uri="{FF2B5EF4-FFF2-40B4-BE49-F238E27FC236}">
                <a16:creationId xmlns:a16="http://schemas.microsoft.com/office/drawing/2014/main" id="{56982152-64BF-090B-5291-BB5512D986AD}"/>
              </a:ext>
            </a:extLst>
          </p:cNvPr>
          <p:cNvGraphicFramePr/>
          <p:nvPr/>
        </p:nvGraphicFramePr>
        <p:xfrm>
          <a:off x="6316588" y="1719241"/>
          <a:ext cx="5240208" cy="907049"/>
        </p:xfrm>
        <a:graphic>
          <a:graphicData uri="http://schemas.openxmlformats.org/drawingml/2006/chart">
            <c:chart xmlns:c="http://schemas.openxmlformats.org/drawingml/2006/chart" xmlns:r="http://schemas.openxmlformats.org/officeDocument/2006/relationships" r:id="rId7"/>
          </a:graphicData>
        </a:graphic>
      </p:graphicFrame>
      <p:graphicFrame>
        <p:nvGraphicFramePr>
          <p:cNvPr id="17" name="Chart 16">
            <a:extLst>
              <a:ext uri="{FF2B5EF4-FFF2-40B4-BE49-F238E27FC236}">
                <a16:creationId xmlns:a16="http://schemas.microsoft.com/office/drawing/2014/main" id="{9D16445F-C8DC-FE1C-CEA6-BA2A925DABFD}"/>
              </a:ext>
            </a:extLst>
          </p:cNvPr>
          <p:cNvGraphicFramePr/>
          <p:nvPr/>
        </p:nvGraphicFramePr>
        <p:xfrm>
          <a:off x="6342555" y="2259861"/>
          <a:ext cx="5770190" cy="863482"/>
        </p:xfrm>
        <a:graphic>
          <a:graphicData uri="http://schemas.openxmlformats.org/drawingml/2006/chart">
            <c:chart xmlns:c="http://schemas.openxmlformats.org/drawingml/2006/chart" xmlns:r="http://schemas.openxmlformats.org/officeDocument/2006/relationships" r:id="rId8"/>
          </a:graphicData>
        </a:graphic>
      </p:graphicFrame>
    </p:spTree>
    <p:extLst>
      <p:ext uri="{BB962C8B-B14F-4D97-AF65-F5344CB8AC3E}">
        <p14:creationId xmlns:p14="http://schemas.microsoft.com/office/powerpoint/2010/main" val="39265332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4EE01F-CA8D-9242-F855-EF890D24839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6FDFA44-CC0C-5B65-509E-27F51036E889}"/>
              </a:ext>
            </a:extLst>
          </p:cNvPr>
          <p:cNvSpPr>
            <a:spLocks noGrp="1"/>
          </p:cNvSpPr>
          <p:nvPr>
            <p:ph type="title"/>
          </p:nvPr>
        </p:nvSpPr>
        <p:spPr>
          <a:xfrm>
            <a:off x="272233" y="336263"/>
            <a:ext cx="11536220" cy="808138"/>
          </a:xfrm>
        </p:spPr>
        <p:txBody>
          <a:bodyPr anchor="t">
            <a:normAutofit/>
          </a:bodyPr>
          <a:lstStyle/>
          <a:p>
            <a:r>
              <a:rPr lang="en-US" sz="2400" dirty="0"/>
              <a:t>Demand</a:t>
            </a:r>
            <a:br>
              <a:rPr lang="en-US" sz="2400" dirty="0"/>
            </a:br>
            <a:r>
              <a:rPr lang="en-US" sz="2400" b="0" dirty="0"/>
              <a:t>Q1 actuals ahead of budget</a:t>
            </a:r>
          </a:p>
        </p:txBody>
      </p:sp>
      <p:sp>
        <p:nvSpPr>
          <p:cNvPr id="10" name="Slide Number Placeholder 9">
            <a:extLst>
              <a:ext uri="{FF2B5EF4-FFF2-40B4-BE49-F238E27FC236}">
                <a16:creationId xmlns:a16="http://schemas.microsoft.com/office/drawing/2014/main" id="{0186F3A6-A9B0-1A87-8948-5DEADCCB0295}"/>
              </a:ext>
            </a:extLst>
          </p:cNvPr>
          <p:cNvSpPr>
            <a:spLocks noGrp="1"/>
          </p:cNvSpPr>
          <p:nvPr>
            <p:ph type="sldNum" sz="quarter" idx="13"/>
          </p:nvPr>
        </p:nvSpPr>
        <p:spPr>
          <a:xfrm>
            <a:off x="296055" y="6412748"/>
            <a:ext cx="426564" cy="365125"/>
          </a:xfrm>
        </p:spPr>
        <p:txBody>
          <a:bodyPr anchor="ctr">
            <a:normAutofit/>
          </a:bodyPr>
          <a:lstStyle/>
          <a:p>
            <a:pPr marL="0" marR="0" lvl="0" indent="0" defTabSz="914400" rtl="0" eaLnBrk="1" fontAlgn="auto" latinLnBrk="0" hangingPunct="1">
              <a:spcBef>
                <a:spcPts val="0"/>
              </a:spcBef>
              <a:spcAft>
                <a:spcPts val="600"/>
              </a:spcAft>
              <a:buClrTx/>
              <a:buSzTx/>
              <a:buFontTx/>
              <a:buNone/>
              <a:tabLst/>
              <a:defRPr/>
            </a:pPr>
            <a:fld id="{20236F65-F317-9F47-AE3D-2E2BFE1DF150}" type="slidenum">
              <a:rPr kumimoji="0" lang="en-US" b="0" i="0" u="none" strike="noStrike" kern="1200" cap="none" spc="0" normalizeH="0" baseline="0" noProof="0" smtClean="0">
                <a:ln>
                  <a:noFill/>
                </a:ln>
                <a:effectLst/>
                <a:uLnTx/>
                <a:uFillTx/>
              </a:rPr>
              <a:pPr marL="0" marR="0" lvl="0" indent="0" defTabSz="914400" rtl="0" eaLnBrk="1" fontAlgn="auto" latinLnBrk="0" hangingPunct="1">
                <a:spcBef>
                  <a:spcPts val="0"/>
                </a:spcBef>
                <a:spcAft>
                  <a:spcPts val="600"/>
                </a:spcAft>
                <a:buClrTx/>
                <a:buSzTx/>
                <a:buFontTx/>
                <a:buNone/>
                <a:tabLst/>
                <a:defRPr/>
              </a:pPr>
              <a:t>5</a:t>
            </a:fld>
            <a:endParaRPr kumimoji="0" lang="en-US" b="0" i="0" u="none" strike="noStrike" kern="1200" cap="none" spc="0" normalizeH="0" baseline="0" noProof="0">
              <a:ln>
                <a:noFill/>
              </a:ln>
              <a:effectLst/>
              <a:uLnTx/>
              <a:uFillTx/>
            </a:endParaRPr>
          </a:p>
        </p:txBody>
      </p:sp>
      <p:sp>
        <p:nvSpPr>
          <p:cNvPr id="11" name="Text Placeholder 5">
            <a:extLst>
              <a:ext uri="{FF2B5EF4-FFF2-40B4-BE49-F238E27FC236}">
                <a16:creationId xmlns:a16="http://schemas.microsoft.com/office/drawing/2014/main" id="{ABC4467E-DBF6-3CB3-33AE-A35EB1D588DB}"/>
              </a:ext>
            </a:extLst>
          </p:cNvPr>
          <p:cNvSpPr txBox="1">
            <a:spLocks/>
          </p:cNvSpPr>
          <p:nvPr/>
        </p:nvSpPr>
        <p:spPr>
          <a:xfrm>
            <a:off x="368079" y="470882"/>
            <a:ext cx="11823921" cy="295514"/>
          </a:xfrm>
          <a:prstGeom prst="rect">
            <a:avLst/>
          </a:prstGeom>
          <a:ln w="12700">
            <a:miter lim="400000"/>
          </a:ln>
        </p:spPr>
        <p:txBody>
          <a:bodyPr lIns="45720" rIns="45719" anchor="ctr">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defTabSz="914240" eaLnBrk="1" hangingPunct="1">
              <a:lnSpc>
                <a:spcPct val="90000"/>
              </a:lnSpc>
              <a:spcBef>
                <a:spcPts val="1000"/>
              </a:spcBef>
              <a:spcAft>
                <a:spcPts val="400"/>
              </a:spcAft>
              <a:buClr>
                <a:schemeClr val="accent4"/>
              </a:buClr>
              <a:buSzPct val="100000"/>
              <a:buFont typeface="Arial" panose="020B0604020202020204" pitchFamily="34" charset="0"/>
              <a:defRPr i="1">
                <a:solidFill>
                  <a:schemeClr val="accent4"/>
                </a:solidFill>
                <a:latin typeface="Arial" panose="020B0604020202020204" pitchFamily="34" charset="0"/>
                <a:ea typeface="Arial" panose="020B0604020202020204" pitchFamily="34" charset="0"/>
                <a:cs typeface="Arial" panose="020B0604020202020204" pitchFamily="34" charset="0"/>
                <a:sym typeface="Avenir Book"/>
              </a:defRPr>
            </a:lvl1pPr>
            <a:lvl2pPr marL="463550" indent="-165100" defTabSz="914240" eaLnBrk="1" hangingPunct="1">
              <a:lnSpc>
                <a:spcPct val="90000"/>
              </a:lnSpc>
              <a:spcBef>
                <a:spcPts val="400"/>
              </a:spcBef>
              <a:spcAft>
                <a:spcPts val="400"/>
              </a:spcAft>
              <a:buClr>
                <a:schemeClr val="accent4"/>
              </a:buClr>
              <a:buSzPct val="100000"/>
              <a:buFont typeface="System Font Regular"/>
              <a:buChar char="–"/>
              <a:defRPr sz="1400">
                <a:solidFill>
                  <a:schemeClr val="bg2"/>
                </a:solidFill>
                <a:latin typeface="Arial" panose="020B0604020202020204" pitchFamily="34" charset="0"/>
                <a:ea typeface="Arial" panose="020B0604020202020204" pitchFamily="34" charset="0"/>
                <a:cs typeface="Arial" panose="020B0604020202020204" pitchFamily="34" charset="0"/>
                <a:sym typeface="Avenir Book"/>
              </a:defRPr>
            </a:lvl2pPr>
            <a:lvl3pPr marL="687388" indent="-173038" defTabSz="914240" eaLnBrk="1" hangingPunct="1">
              <a:lnSpc>
                <a:spcPct val="90000"/>
              </a:lnSpc>
              <a:spcBef>
                <a:spcPts val="400"/>
              </a:spcBef>
              <a:spcAft>
                <a:spcPts val="400"/>
              </a:spcAft>
              <a:buClr>
                <a:schemeClr val="accent4"/>
              </a:buClr>
              <a:buSzPct val="100000"/>
              <a:buFont typeface="Arial" panose="020B0604020202020204" pitchFamily="34" charset="0"/>
              <a:buChar char="•"/>
              <a:defRPr sz="1200">
                <a:solidFill>
                  <a:schemeClr val="bg2"/>
                </a:solidFill>
                <a:latin typeface="Arial" panose="020B0604020202020204" pitchFamily="34" charset="0"/>
                <a:ea typeface="Arial" panose="020B0604020202020204" pitchFamily="34" charset="0"/>
                <a:cs typeface="Arial" panose="020B0604020202020204" pitchFamily="34" charset="0"/>
                <a:sym typeface="Avenir Book"/>
              </a:defRPr>
            </a:lvl3pPr>
            <a:lvl4pPr marL="862013" indent="-157163" defTabSz="914240" eaLnBrk="1" hangingPunct="1">
              <a:lnSpc>
                <a:spcPct val="90000"/>
              </a:lnSpc>
              <a:spcBef>
                <a:spcPts val="400"/>
              </a:spcBef>
              <a:spcAft>
                <a:spcPts val="400"/>
              </a:spcAft>
              <a:buClr>
                <a:schemeClr val="accent4"/>
              </a:buClr>
              <a:buSzPct val="100000"/>
              <a:buFont typeface="System Font Regular"/>
              <a:buChar char="–"/>
              <a:defRPr sz="1200">
                <a:solidFill>
                  <a:schemeClr val="bg2"/>
                </a:solidFill>
                <a:latin typeface="Arial" panose="020B0604020202020204" pitchFamily="34" charset="0"/>
                <a:ea typeface="Arial" panose="020B0604020202020204" pitchFamily="34" charset="0"/>
                <a:cs typeface="Arial" panose="020B0604020202020204" pitchFamily="34" charset="0"/>
                <a:sym typeface="Avenir Book"/>
              </a:defRPr>
            </a:lvl4pPr>
            <a:lvl5pPr marL="1085850" indent="-157163" defTabSz="914240" eaLnBrk="1" hangingPunct="1">
              <a:lnSpc>
                <a:spcPct val="90000"/>
              </a:lnSpc>
              <a:spcBef>
                <a:spcPts val="400"/>
              </a:spcBef>
              <a:spcAft>
                <a:spcPts val="400"/>
              </a:spcAft>
              <a:buClr>
                <a:schemeClr val="accent4"/>
              </a:buClr>
              <a:buSzPct val="100000"/>
              <a:buFont typeface="Arial" panose="020B0604020202020204" pitchFamily="34" charset="0"/>
              <a:buChar char="•"/>
              <a:defRPr sz="1200">
                <a:solidFill>
                  <a:schemeClr val="bg2"/>
                </a:solidFill>
                <a:latin typeface="Arial" panose="020B0604020202020204" pitchFamily="34" charset="0"/>
                <a:ea typeface="Arial" panose="020B0604020202020204" pitchFamily="34" charset="0"/>
                <a:cs typeface="Arial" panose="020B0604020202020204" pitchFamily="34" charset="0"/>
                <a:sym typeface="Avenir Book"/>
              </a:defRPr>
            </a:lvl5pPr>
            <a:lvl6pPr marL="2502130" indent="-216530" defTabSz="914240" eaLnBrk="1" hangingPunct="1">
              <a:lnSpc>
                <a:spcPct val="90000"/>
              </a:lnSpc>
              <a:spcBef>
                <a:spcPts val="1000"/>
              </a:spcBef>
              <a:buSzPct val="100000"/>
              <a:buFont typeface="Arial"/>
              <a:buChar char="•"/>
              <a:defRPr>
                <a:solidFill>
                  <a:srgbClr val="50626A"/>
                </a:solidFill>
                <a:latin typeface="Avenir Book"/>
                <a:ea typeface="Avenir Book"/>
                <a:cs typeface="Avenir Book"/>
                <a:sym typeface="Avenir Book"/>
              </a:defRPr>
            </a:lvl6pPr>
            <a:lvl7pPr marL="2959250" indent="-216530" defTabSz="914240" eaLnBrk="1" hangingPunct="1">
              <a:lnSpc>
                <a:spcPct val="90000"/>
              </a:lnSpc>
              <a:spcBef>
                <a:spcPts val="1000"/>
              </a:spcBef>
              <a:buSzPct val="100000"/>
              <a:buFont typeface="Arial"/>
              <a:buChar char="•"/>
              <a:defRPr>
                <a:solidFill>
                  <a:srgbClr val="50626A"/>
                </a:solidFill>
                <a:latin typeface="Avenir Book"/>
                <a:ea typeface="Avenir Book"/>
                <a:cs typeface="Avenir Book"/>
                <a:sym typeface="Avenir Book"/>
              </a:defRPr>
            </a:lvl7pPr>
            <a:lvl8pPr marL="3416370" indent="-216530" defTabSz="914240" eaLnBrk="1" hangingPunct="1">
              <a:lnSpc>
                <a:spcPct val="90000"/>
              </a:lnSpc>
              <a:spcBef>
                <a:spcPts val="1000"/>
              </a:spcBef>
              <a:buSzPct val="100000"/>
              <a:buFont typeface="Arial"/>
              <a:buChar char="•"/>
              <a:defRPr>
                <a:solidFill>
                  <a:srgbClr val="50626A"/>
                </a:solidFill>
                <a:latin typeface="Avenir Book"/>
                <a:ea typeface="Avenir Book"/>
                <a:cs typeface="Avenir Book"/>
                <a:sym typeface="Avenir Book"/>
              </a:defRPr>
            </a:lvl8pPr>
            <a:lvl9pPr marL="3873490" indent="-216530" defTabSz="914240" eaLnBrk="1" hangingPunct="1">
              <a:lnSpc>
                <a:spcPct val="90000"/>
              </a:lnSpc>
              <a:spcBef>
                <a:spcPts val="1000"/>
              </a:spcBef>
              <a:buSzPct val="100000"/>
              <a:buFont typeface="Arial"/>
              <a:buChar char="•"/>
              <a:defRPr>
                <a:solidFill>
                  <a:srgbClr val="50626A"/>
                </a:solidFill>
                <a:latin typeface="Avenir Book"/>
                <a:ea typeface="Avenir Book"/>
                <a:cs typeface="Avenir Book"/>
                <a:sym typeface="Avenir Book"/>
              </a:defRPr>
            </a:lvl9pPr>
          </a:lstStyle>
          <a:p>
            <a:pPr marL="0" marR="0" lvl="0" indent="0" algn="l" defTabSz="914240" rtl="0" eaLnBrk="1" fontAlgn="auto" latinLnBrk="0" hangingPunct="1">
              <a:lnSpc>
                <a:spcPct val="90000"/>
              </a:lnSpc>
              <a:spcBef>
                <a:spcPts val="1000"/>
              </a:spcBef>
              <a:spcAft>
                <a:spcPts val="400"/>
              </a:spcAft>
              <a:buClr>
                <a:srgbClr val="017298"/>
              </a:buClr>
              <a:buSzPct val="100000"/>
              <a:buFont typeface="Arial" panose="020B0604020202020204" pitchFamily="34" charset="0"/>
              <a:buNone/>
              <a:tabLst/>
              <a:defRPr/>
            </a:pPr>
            <a:endParaRPr kumimoji="0" lang="en-US" sz="1800" b="0" i="1" u="none" strike="noStrike" kern="1200" cap="none" spc="0" normalizeH="0" baseline="0" noProof="0" dirty="0">
              <a:ln>
                <a:noFill/>
              </a:ln>
              <a:solidFill>
                <a:srgbClr val="017298"/>
              </a:solidFill>
              <a:effectLst/>
              <a:uLnTx/>
              <a:uFillTx/>
              <a:latin typeface="Arial" panose="020B0604020202020204" pitchFamily="34" charset="0"/>
              <a:cs typeface="Arial" panose="020B0604020202020204" pitchFamily="34" charset="0"/>
              <a:sym typeface="Avenir Book"/>
            </a:endParaRPr>
          </a:p>
        </p:txBody>
      </p:sp>
      <p:sp>
        <p:nvSpPr>
          <p:cNvPr id="30" name="TextBox 29">
            <a:extLst>
              <a:ext uri="{FF2B5EF4-FFF2-40B4-BE49-F238E27FC236}">
                <a16:creationId xmlns:a16="http://schemas.microsoft.com/office/drawing/2014/main" id="{E7B4268A-17E0-8BFF-BEF1-8FE0D699A255}"/>
              </a:ext>
            </a:extLst>
          </p:cNvPr>
          <p:cNvSpPr txBox="1"/>
          <p:nvPr/>
        </p:nvSpPr>
        <p:spPr>
          <a:xfrm>
            <a:off x="471237" y="878389"/>
            <a:ext cx="6096000" cy="313932"/>
          </a:xfrm>
          <a:prstGeom prst="rect">
            <a:avLst/>
          </a:prstGeom>
          <a:ln w="12700">
            <a:miter lim="400000"/>
          </a:ln>
        </p:spPr>
        <p:txBody>
          <a:bodyPr lIns="45720" rIns="45719" anchor="b">
            <a:noAutofit/>
          </a:bodyPr>
          <a:lstStyle>
            <a:lvl1pPr marR="0" indent="0" defTabSz="914240">
              <a:lnSpc>
                <a:spcPct val="90000"/>
              </a:lnSpc>
              <a:spcBef>
                <a:spcPts val="1000"/>
              </a:spcBef>
              <a:spcAft>
                <a:spcPts val="400"/>
              </a:spcAft>
              <a:buClr>
                <a:schemeClr val="accent4"/>
              </a:buClr>
              <a:buSzPct val="100000"/>
              <a:buFont typeface="Arial" panose="020B0604020202020204" pitchFamily="34" charset="0"/>
              <a:buNone/>
              <a:tabLst/>
              <a:defRPr sz="1600" b="0" i="0" u="none" strike="noStrike" cap="none" spc="0" baseline="0">
                <a:solidFill>
                  <a:schemeClr val="accent4"/>
                </a:solidFill>
                <a:uFillTx/>
                <a:latin typeface="Arial" panose="020B0604020202020204" pitchFamily="34" charset="0"/>
                <a:ea typeface="Arial" panose="020B0604020202020204" pitchFamily="34" charset="0"/>
                <a:cs typeface="Arial" panose="020B0604020202020204" pitchFamily="34" charset="0"/>
                <a:sym typeface="Avenir Book"/>
              </a:defRPr>
            </a:lvl1pPr>
            <a:lvl2pPr marR="0" indent="0" defTabSz="914240">
              <a:lnSpc>
                <a:spcPct val="90000"/>
              </a:lnSpc>
              <a:spcBef>
                <a:spcPts val="400"/>
              </a:spcBef>
              <a:spcAft>
                <a:spcPts val="400"/>
              </a:spcAft>
              <a:buClr>
                <a:schemeClr val="accent4"/>
              </a:buClr>
              <a:buSzPct val="100000"/>
              <a:buFont typeface="System Font Regular"/>
              <a:buNone/>
              <a:tabLst/>
              <a:defRPr sz="2000" b="1" i="0" u="none" strike="noStrike" cap="none" spc="0" baseline="0">
                <a:solidFill>
                  <a:schemeClr val="bg2"/>
                </a:solidFill>
                <a:uFillTx/>
                <a:latin typeface="Arial" panose="020B0604020202020204" pitchFamily="34" charset="0"/>
                <a:ea typeface="Arial" panose="020B0604020202020204" pitchFamily="34" charset="0"/>
                <a:cs typeface="Arial" panose="020B0604020202020204" pitchFamily="34" charset="0"/>
                <a:sym typeface="Avenir Book"/>
              </a:defRPr>
            </a:lvl2pPr>
            <a:lvl3pPr marR="0" indent="0" defTabSz="914240">
              <a:lnSpc>
                <a:spcPct val="90000"/>
              </a:lnSpc>
              <a:spcBef>
                <a:spcPts val="400"/>
              </a:spcBef>
              <a:spcAft>
                <a:spcPts val="400"/>
              </a:spcAft>
              <a:buClr>
                <a:schemeClr val="accent4"/>
              </a:buClr>
              <a:buSzPct val="100000"/>
              <a:buFont typeface="Arial" panose="020B0604020202020204" pitchFamily="34" charset="0"/>
              <a:buNone/>
              <a:tabLst/>
              <a:defRPr b="1" i="0" u="none" strike="noStrike" cap="none" spc="0" baseline="0">
                <a:solidFill>
                  <a:schemeClr val="bg2"/>
                </a:solidFill>
                <a:uFillTx/>
                <a:latin typeface="Arial" panose="020B0604020202020204" pitchFamily="34" charset="0"/>
                <a:ea typeface="Arial" panose="020B0604020202020204" pitchFamily="34" charset="0"/>
                <a:cs typeface="Arial" panose="020B0604020202020204" pitchFamily="34" charset="0"/>
                <a:sym typeface="Avenir Book"/>
              </a:defRPr>
            </a:lvl3pPr>
            <a:lvl4pPr marR="0" indent="0" defTabSz="914240">
              <a:lnSpc>
                <a:spcPct val="90000"/>
              </a:lnSpc>
              <a:spcBef>
                <a:spcPts val="400"/>
              </a:spcBef>
              <a:spcAft>
                <a:spcPts val="400"/>
              </a:spcAft>
              <a:buClr>
                <a:schemeClr val="accent4"/>
              </a:buClr>
              <a:buSzPct val="100000"/>
              <a:buFont typeface="System Font Regular"/>
              <a:buNone/>
              <a:tabLst/>
              <a:defRPr sz="1600" b="1" i="0" u="none" strike="noStrike" cap="none" spc="0" baseline="0">
                <a:solidFill>
                  <a:schemeClr val="bg2"/>
                </a:solidFill>
                <a:uFillTx/>
                <a:latin typeface="Arial" panose="020B0604020202020204" pitchFamily="34" charset="0"/>
                <a:ea typeface="Arial" panose="020B0604020202020204" pitchFamily="34" charset="0"/>
                <a:cs typeface="Arial" panose="020B0604020202020204" pitchFamily="34" charset="0"/>
                <a:sym typeface="Avenir Book"/>
              </a:defRPr>
            </a:lvl4pPr>
            <a:lvl5pPr marR="0" indent="0" defTabSz="914240">
              <a:lnSpc>
                <a:spcPct val="90000"/>
              </a:lnSpc>
              <a:spcBef>
                <a:spcPts val="400"/>
              </a:spcBef>
              <a:spcAft>
                <a:spcPts val="400"/>
              </a:spcAft>
              <a:buClr>
                <a:schemeClr val="accent4"/>
              </a:buClr>
              <a:buSzPct val="100000"/>
              <a:buFont typeface="Arial" panose="020B0604020202020204" pitchFamily="34" charset="0"/>
              <a:buNone/>
              <a:tabLst/>
              <a:defRPr sz="1600" b="1" i="0" u="none" strike="noStrike" cap="none" spc="0" baseline="0">
                <a:solidFill>
                  <a:schemeClr val="bg2"/>
                </a:solidFill>
                <a:uFillTx/>
                <a:latin typeface="Arial" panose="020B0604020202020204" pitchFamily="34" charset="0"/>
                <a:ea typeface="Arial" panose="020B0604020202020204" pitchFamily="34" charset="0"/>
                <a:cs typeface="Arial" panose="020B0604020202020204" pitchFamily="34" charset="0"/>
                <a:sym typeface="Avenir Book"/>
              </a:defRPr>
            </a:lvl5pPr>
            <a:lvl6pPr marR="0" indent="0" defTabSz="914240">
              <a:lnSpc>
                <a:spcPct val="90000"/>
              </a:lnSpc>
              <a:spcBef>
                <a:spcPts val="1000"/>
              </a:spcBef>
              <a:spcAft>
                <a:spcPts val="0"/>
              </a:spcAft>
              <a:buClrTx/>
              <a:buSzPct val="100000"/>
              <a:buFont typeface="Arial"/>
              <a:buNone/>
              <a:tabLst/>
              <a:defRPr sz="1600" b="1" i="0" u="none" strike="noStrike" cap="none" spc="0" baseline="0">
                <a:solidFill>
                  <a:srgbClr val="50626A"/>
                </a:solidFill>
                <a:uFillTx/>
                <a:latin typeface="Avenir Book"/>
                <a:ea typeface="Avenir Book"/>
                <a:cs typeface="Avenir Book"/>
                <a:sym typeface="Avenir Book"/>
              </a:defRPr>
            </a:lvl6pPr>
            <a:lvl7pPr marR="0" indent="0" defTabSz="914240">
              <a:lnSpc>
                <a:spcPct val="90000"/>
              </a:lnSpc>
              <a:spcBef>
                <a:spcPts val="1000"/>
              </a:spcBef>
              <a:spcAft>
                <a:spcPts val="0"/>
              </a:spcAft>
              <a:buClrTx/>
              <a:buSzPct val="100000"/>
              <a:buFont typeface="Arial"/>
              <a:buNone/>
              <a:tabLst/>
              <a:defRPr sz="1600" b="1" i="0" u="none" strike="noStrike" cap="none" spc="0" baseline="0">
                <a:solidFill>
                  <a:srgbClr val="50626A"/>
                </a:solidFill>
                <a:uFillTx/>
                <a:latin typeface="Avenir Book"/>
                <a:ea typeface="Avenir Book"/>
                <a:cs typeface="Avenir Book"/>
                <a:sym typeface="Avenir Book"/>
              </a:defRPr>
            </a:lvl7pPr>
            <a:lvl8pPr marR="0" indent="0" defTabSz="914240">
              <a:lnSpc>
                <a:spcPct val="90000"/>
              </a:lnSpc>
              <a:spcBef>
                <a:spcPts val="1000"/>
              </a:spcBef>
              <a:spcAft>
                <a:spcPts val="0"/>
              </a:spcAft>
              <a:buClrTx/>
              <a:buSzPct val="100000"/>
              <a:buFont typeface="Arial"/>
              <a:buNone/>
              <a:tabLst/>
              <a:defRPr sz="1600" b="1" i="0" u="none" strike="noStrike" cap="none" spc="0" baseline="0">
                <a:solidFill>
                  <a:srgbClr val="50626A"/>
                </a:solidFill>
                <a:uFillTx/>
                <a:latin typeface="Avenir Book"/>
                <a:ea typeface="Avenir Book"/>
                <a:cs typeface="Avenir Book"/>
                <a:sym typeface="Avenir Book"/>
              </a:defRPr>
            </a:lvl8pPr>
            <a:lvl9pPr marR="0" indent="0" defTabSz="914240">
              <a:lnSpc>
                <a:spcPct val="90000"/>
              </a:lnSpc>
              <a:spcBef>
                <a:spcPts val="1000"/>
              </a:spcBef>
              <a:spcAft>
                <a:spcPts val="0"/>
              </a:spcAft>
              <a:buClrTx/>
              <a:buSzPct val="100000"/>
              <a:buFont typeface="Arial"/>
              <a:buNone/>
              <a:tabLst/>
              <a:defRPr sz="1600" b="1" i="0" u="none" strike="noStrike" cap="none" spc="0" baseline="0">
                <a:solidFill>
                  <a:srgbClr val="50626A"/>
                </a:solidFill>
                <a:uFillTx/>
                <a:latin typeface="Avenir Book"/>
                <a:ea typeface="Avenir Book"/>
                <a:cs typeface="Avenir Book"/>
                <a:sym typeface="Avenir Book"/>
              </a:defRPr>
            </a:lvl9pPr>
          </a:lstStyle>
          <a:p>
            <a:pPr marL="0" marR="0" lvl="0" indent="0" algn="l" defTabSz="914240" rtl="0" eaLnBrk="1" fontAlgn="auto" latinLnBrk="0" hangingPunct="1">
              <a:lnSpc>
                <a:spcPct val="90000"/>
              </a:lnSpc>
              <a:spcBef>
                <a:spcPts val="1000"/>
              </a:spcBef>
              <a:spcAft>
                <a:spcPts val="400"/>
              </a:spcAft>
              <a:buClr>
                <a:srgbClr val="017298"/>
              </a:buClr>
              <a:buSzPct val="100000"/>
              <a:buFont typeface="Arial" panose="020B0604020202020204" pitchFamily="34" charset="0"/>
              <a:buNone/>
              <a:tabLst/>
              <a:defRPr/>
            </a:pPr>
            <a:endParaRPr kumimoji="0" lang="en-US" sz="2000" b="0" i="0" u="none" strike="noStrike" kern="1200" cap="none" spc="0" normalizeH="0" baseline="0" noProof="0" dirty="0">
              <a:ln>
                <a:noFill/>
              </a:ln>
              <a:solidFill>
                <a:srgbClr val="017298"/>
              </a:solidFill>
              <a:effectLst/>
              <a:uLnTx/>
              <a:uFillTx/>
              <a:latin typeface="Arial" panose="020B0604020202020204" pitchFamily="34" charset="0"/>
              <a:cs typeface="Arial" panose="020B0604020202020204" pitchFamily="34" charset="0"/>
              <a:sym typeface="Avenir Book"/>
            </a:endParaRPr>
          </a:p>
        </p:txBody>
      </p:sp>
      <p:sp>
        <p:nvSpPr>
          <p:cNvPr id="5" name="Footer Placeholder 4">
            <a:extLst>
              <a:ext uri="{FF2B5EF4-FFF2-40B4-BE49-F238E27FC236}">
                <a16:creationId xmlns:a16="http://schemas.microsoft.com/office/drawing/2014/main" id="{9934EF3F-CA9B-5101-84E2-A32D3D386CAE}"/>
              </a:ext>
            </a:extLst>
          </p:cNvPr>
          <p:cNvSpPr>
            <a:spLocks noGrp="1"/>
          </p:cNvSpPr>
          <p:nvPr>
            <p:ph type="ftr" sz="quarter" idx="4294967295"/>
          </p:nvPr>
        </p:nvSpPr>
        <p:spPr>
          <a:xfrm>
            <a:off x="584423" y="6459462"/>
            <a:ext cx="5455920" cy="230832"/>
          </a:xfrm>
        </p:spPr>
        <p:txBody>
          <a:bodyPr/>
          <a:lstStyle/>
          <a:p>
            <a:pPr marL="0" marR="0" lvl="0" indent="0" algn="l" defTabSz="914400" rtl="0" eaLnBrk="1" fontAlgn="auto" latinLnBrk="0" hangingPunct="1">
              <a:spcBef>
                <a:spcPts val="0"/>
              </a:spcBef>
              <a:spcAft>
                <a:spcPts val="600"/>
              </a:spcAft>
              <a:buClrTx/>
              <a:buSzTx/>
              <a:buFontTx/>
              <a:buNone/>
              <a:tabLst/>
              <a:defRPr/>
            </a:pPr>
            <a:r>
              <a:rPr kumimoji="0" lang="en-US" b="0" i="0" u="none" strike="noStrike" kern="1200" cap="none" spc="0" normalizeH="0" baseline="0" noProof="0">
                <a:ln>
                  <a:noFill/>
                </a:ln>
                <a:solidFill>
                  <a:srgbClr val="000000">
                    <a:lumMod val="50000"/>
                    <a:lumOff val="50000"/>
                  </a:srgbClr>
                </a:solidFill>
                <a:effectLst/>
                <a:uLnTx/>
                <a:uFillTx/>
                <a:latin typeface="Arial" panose="020B0604020202020204" pitchFamily="34" charset="0"/>
                <a:ea typeface="+mn-ea"/>
                <a:cs typeface="+mn-cs"/>
              </a:rPr>
              <a:t>COPYRIGHT-CONFIDENTIAL</a:t>
            </a:r>
          </a:p>
        </p:txBody>
      </p:sp>
      <p:pic>
        <p:nvPicPr>
          <p:cNvPr id="4" name="Picture 3">
            <a:extLst>
              <a:ext uri="{FF2B5EF4-FFF2-40B4-BE49-F238E27FC236}">
                <a16:creationId xmlns:a16="http://schemas.microsoft.com/office/drawing/2014/main" id="{04A7991E-C3B7-E0EF-1527-23E6A5F504FB}"/>
              </a:ext>
            </a:extLst>
          </p:cNvPr>
          <p:cNvPicPr>
            <a:picLocks noChangeAspect="1"/>
          </p:cNvPicPr>
          <p:nvPr/>
        </p:nvPicPr>
        <p:blipFill>
          <a:blip r:embed="rId3"/>
          <a:stretch>
            <a:fillRect/>
          </a:stretch>
        </p:blipFill>
        <p:spPr>
          <a:xfrm>
            <a:off x="880638" y="1397124"/>
            <a:ext cx="9602766" cy="4857535"/>
          </a:xfrm>
          <a:prstGeom prst="rect">
            <a:avLst/>
          </a:prstGeom>
        </p:spPr>
      </p:pic>
      <p:cxnSp>
        <p:nvCxnSpPr>
          <p:cNvPr id="8" name="Straight Connector 7">
            <a:extLst>
              <a:ext uri="{FF2B5EF4-FFF2-40B4-BE49-F238E27FC236}">
                <a16:creationId xmlns:a16="http://schemas.microsoft.com/office/drawing/2014/main" id="{1EC61279-7876-F437-A526-F918F847C4C3}"/>
              </a:ext>
            </a:extLst>
          </p:cNvPr>
          <p:cNvCxnSpPr>
            <a:cxnSpLocks/>
          </p:cNvCxnSpPr>
          <p:nvPr/>
        </p:nvCxnSpPr>
        <p:spPr>
          <a:xfrm>
            <a:off x="3812147" y="2047741"/>
            <a:ext cx="0" cy="3052293"/>
          </a:xfrm>
          <a:prstGeom prst="line">
            <a:avLst/>
          </a:prstGeom>
          <a:noFill/>
          <a:ln w="28575" cap="flat">
            <a:solidFill>
              <a:srgbClr val="2AC8FE"/>
            </a:solidFill>
            <a:prstDash val="sysDash"/>
            <a:miter lim="800000"/>
          </a:ln>
          <a:effectLst/>
          <a:sp3d/>
        </p:spPr>
        <p:style>
          <a:lnRef idx="0">
            <a:scrgbClr r="0" g="0" b="0"/>
          </a:lnRef>
          <a:fillRef idx="0">
            <a:scrgbClr r="0" g="0" b="0"/>
          </a:fillRef>
          <a:effectRef idx="0">
            <a:scrgbClr r="0" g="0" b="0"/>
          </a:effectRef>
          <a:fontRef idx="none"/>
        </p:style>
      </p:cxnSp>
    </p:spTree>
    <p:extLst>
      <p:ext uri="{BB962C8B-B14F-4D97-AF65-F5344CB8AC3E}">
        <p14:creationId xmlns:p14="http://schemas.microsoft.com/office/powerpoint/2010/main" val="24495659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71A5F1-6F05-B72A-622C-2B1672358128}"/>
            </a:ext>
          </a:extLst>
        </p:cNvPr>
        <p:cNvGrpSpPr/>
        <p:nvPr/>
      </p:nvGrpSpPr>
      <p:grpSpPr>
        <a:xfrm>
          <a:off x="0" y="0"/>
          <a:ext cx="0" cy="0"/>
          <a:chOff x="0" y="0"/>
          <a:chExt cx="0" cy="0"/>
        </a:xfrm>
      </p:grpSpPr>
      <p:sp>
        <p:nvSpPr>
          <p:cNvPr id="6" name="Content Placeholder 5">
            <a:extLst>
              <a:ext uri="{FF2B5EF4-FFF2-40B4-BE49-F238E27FC236}">
                <a16:creationId xmlns:a16="http://schemas.microsoft.com/office/drawing/2014/main" id="{F8CB6D88-866A-BBFC-82C1-B7D0986978E6}"/>
              </a:ext>
            </a:extLst>
          </p:cNvPr>
          <p:cNvSpPr>
            <a:spLocks noGrp="1"/>
          </p:cNvSpPr>
          <p:nvPr>
            <p:ph sz="quarter" idx="4"/>
          </p:nvPr>
        </p:nvSpPr>
        <p:spPr>
          <a:xfrm>
            <a:off x="491449" y="4155229"/>
            <a:ext cx="5152323" cy="2174738"/>
          </a:xfrm>
          <a:ln w="12700">
            <a:solidFill>
              <a:schemeClr val="bg1">
                <a:lumMod val="65000"/>
              </a:schemeClr>
            </a:solidFill>
            <a:miter lim="400000"/>
          </a:ln>
        </p:spPr>
        <p:txBody>
          <a:bodyPr lIns="45720" rIns="45719" anchor="t">
            <a:noAutofit/>
          </a:bodyPr>
          <a:lstStyle/>
          <a:p>
            <a:pPr marL="0" indent="0">
              <a:buNone/>
            </a:pPr>
            <a:r>
              <a:rPr lang="en-US" sz="1200" dirty="0"/>
              <a:t>Total inventory </a:t>
            </a:r>
            <a:r>
              <a:rPr lang="en-IN" sz="1200" dirty="0"/>
              <a:t>stood </a:t>
            </a:r>
            <a:r>
              <a:rPr lang="en-US" sz="1200" dirty="0"/>
              <a:t>at 13 days, reflecting a stock of +5 days in March</a:t>
            </a:r>
          </a:p>
          <a:p>
            <a:pPr>
              <a:buSzPct val="111000"/>
            </a:pPr>
            <a:r>
              <a:rPr lang="en-US" sz="1200" dirty="0">
                <a:solidFill>
                  <a:srgbClr val="000738"/>
                </a:solidFill>
                <a:latin typeface="Arial" panose="020B0604020202020204"/>
                <a:sym typeface="Calibri"/>
              </a:rPr>
              <a:t>Mckesson Plasma And Biologics</a:t>
            </a:r>
            <a:r>
              <a:rPr lang="en-US" sz="1200" dirty="0"/>
              <a:t> at normal inventory level of 2-3 weeks </a:t>
            </a:r>
          </a:p>
          <a:p>
            <a:pPr>
              <a:buSzPct val="111000"/>
            </a:pPr>
            <a:r>
              <a:rPr lang="en-US" sz="1200" dirty="0"/>
              <a:t>McKesson Specialty at 8 days of inventory; back to normal levels</a:t>
            </a:r>
          </a:p>
          <a:p>
            <a:pPr>
              <a:buSzPct val="111000"/>
            </a:pPr>
            <a:r>
              <a:rPr lang="en-US" sz="1200" dirty="0" err="1"/>
              <a:t>Cencora</a:t>
            </a:r>
            <a:r>
              <a:rPr lang="en-GB" sz="1200" dirty="0">
                <a:solidFill>
                  <a:srgbClr val="000000"/>
                </a:solidFill>
                <a:latin typeface="Arial Nova" panose="020B0504020202020204" pitchFamily="34" charset="0"/>
                <a:cs typeface="Arial"/>
                <a:sym typeface="Arial"/>
              </a:rPr>
              <a:t> </a:t>
            </a:r>
            <a:r>
              <a:rPr lang="en-US" sz="1200" dirty="0"/>
              <a:t>at 2 days of inventory at the end of March;</a:t>
            </a:r>
            <a:r>
              <a:rPr kumimoji="0" lang="en-US" sz="1200" b="0" i="0" u="none" strike="noStrike" kern="0" cap="none" spc="0" normalizeH="0" baseline="0" noProof="0" dirty="0">
                <a:ln>
                  <a:noFill/>
                </a:ln>
                <a:solidFill>
                  <a:srgbClr val="000738"/>
                </a:solidFill>
                <a:effectLst/>
                <a:uLnTx/>
                <a:uFillTx/>
                <a:latin typeface="Arial" panose="020B0604020202020204" pitchFamily="34" charset="0"/>
                <a:cs typeface="Arial" panose="020B0604020202020204" pitchFamily="34" charset="0"/>
                <a:sym typeface="Avenir Book"/>
              </a:rPr>
              <a:t> replenished to 6 days in the first week of April.</a:t>
            </a:r>
            <a:endParaRPr lang="en-US" sz="900" dirty="0">
              <a:solidFill>
                <a:srgbClr val="FF0000"/>
              </a:solidFill>
              <a:latin typeface="Arial Nova" panose="020B0504020202020204" pitchFamily="34" charset="0"/>
            </a:endParaRPr>
          </a:p>
        </p:txBody>
      </p:sp>
      <p:sp>
        <p:nvSpPr>
          <p:cNvPr id="2" name="Title 1">
            <a:extLst>
              <a:ext uri="{FF2B5EF4-FFF2-40B4-BE49-F238E27FC236}">
                <a16:creationId xmlns:a16="http://schemas.microsoft.com/office/drawing/2014/main" id="{0CA920F6-CE19-B00B-14D8-D8A6165B1D95}"/>
              </a:ext>
            </a:extLst>
          </p:cNvPr>
          <p:cNvSpPr>
            <a:spLocks noGrp="1"/>
          </p:cNvSpPr>
          <p:nvPr>
            <p:ph type="title"/>
          </p:nvPr>
        </p:nvSpPr>
        <p:spPr>
          <a:xfrm>
            <a:off x="272233" y="92437"/>
            <a:ext cx="11536220" cy="808138"/>
          </a:xfrm>
        </p:spPr>
        <p:txBody>
          <a:bodyPr/>
          <a:lstStyle/>
          <a:p>
            <a:r>
              <a:rPr lang="en-US" dirty="0"/>
              <a:t>Inventory at Specialty Distributor</a:t>
            </a:r>
          </a:p>
        </p:txBody>
      </p:sp>
      <p:sp>
        <p:nvSpPr>
          <p:cNvPr id="5" name="Footer Placeholder 4">
            <a:extLst>
              <a:ext uri="{FF2B5EF4-FFF2-40B4-BE49-F238E27FC236}">
                <a16:creationId xmlns:a16="http://schemas.microsoft.com/office/drawing/2014/main" id="{7C71FEB3-0E38-1F82-F101-447202A14F42}"/>
              </a:ext>
            </a:extLst>
          </p:cNvPr>
          <p:cNvSpPr>
            <a:spLocks noGrp="1"/>
          </p:cNvSpPr>
          <p:nvPr>
            <p:ph type="ftr" sz="quarter" idx="13"/>
          </p:nvPr>
        </p:nvSpPr>
        <p:spPr>
          <a:xfrm>
            <a:off x="584423" y="6459462"/>
            <a:ext cx="5455920" cy="230832"/>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lumMod val="50000"/>
                    <a:lumOff val="50000"/>
                  </a:srgbClr>
                </a:solidFill>
                <a:effectLst/>
                <a:uLnTx/>
                <a:uFillTx/>
                <a:latin typeface="Arial" panose="020B0604020202020204" pitchFamily="34" charset="0"/>
                <a:ea typeface="+mn-ea"/>
                <a:cs typeface="+mn-cs"/>
              </a:rPr>
              <a:t>COPYRIGHT-CONFIDENTIAL</a:t>
            </a:r>
          </a:p>
        </p:txBody>
      </p:sp>
      <p:sp>
        <p:nvSpPr>
          <p:cNvPr id="10" name="Slide Number Placeholder 9">
            <a:extLst>
              <a:ext uri="{FF2B5EF4-FFF2-40B4-BE49-F238E27FC236}">
                <a16:creationId xmlns:a16="http://schemas.microsoft.com/office/drawing/2014/main" id="{83E2E547-8655-EB36-50B8-63551CE3337A}"/>
              </a:ext>
            </a:extLst>
          </p:cNvPr>
          <p:cNvSpPr>
            <a:spLocks noGrp="1"/>
          </p:cNvSpPr>
          <p:nvPr>
            <p:ph type="sldNum" sz="quarter" idx="1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20236F65-F317-9F47-AE3D-2E2BFE1DF150}" type="slidenum">
              <a:rPr kumimoji="0" lang="en-US" sz="900" b="0" i="0" u="none" strike="noStrike" kern="1200" cap="none" spc="0" normalizeH="0" baseline="0" noProof="0" smtClean="0">
                <a:ln>
                  <a:noFill/>
                </a:ln>
                <a:solidFill>
                  <a:srgbClr val="FFFFFF">
                    <a:lumMod val="50000"/>
                  </a:srgbClr>
                </a:solidFill>
                <a:effectLst/>
                <a:uLnTx/>
                <a:uFillTx/>
                <a:latin typeface="Arial" panose="020B06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a:t>
            </a:fld>
            <a:endParaRPr kumimoji="0" lang="en-US" sz="900" b="0" i="0" u="none" strike="noStrike" kern="1200" cap="none" spc="0" normalizeH="0" baseline="0" noProof="0">
              <a:ln>
                <a:noFill/>
              </a:ln>
              <a:solidFill>
                <a:srgbClr val="FFFFFF">
                  <a:lumMod val="50000"/>
                </a:srgbClr>
              </a:solidFill>
              <a:effectLst/>
              <a:uLnTx/>
              <a:uFillTx/>
              <a:latin typeface="Arial" panose="020B0604020202020204"/>
              <a:ea typeface="+mn-ea"/>
              <a:cs typeface="+mn-cs"/>
            </a:endParaRPr>
          </a:p>
        </p:txBody>
      </p:sp>
      <p:sp>
        <p:nvSpPr>
          <p:cNvPr id="11" name="Text Placeholder 5">
            <a:extLst>
              <a:ext uri="{FF2B5EF4-FFF2-40B4-BE49-F238E27FC236}">
                <a16:creationId xmlns:a16="http://schemas.microsoft.com/office/drawing/2014/main" id="{1BD88C91-23EC-C31A-5A91-9924F0D22DBD}"/>
              </a:ext>
            </a:extLst>
          </p:cNvPr>
          <p:cNvSpPr txBox="1">
            <a:spLocks/>
          </p:cNvSpPr>
          <p:nvPr/>
        </p:nvSpPr>
        <p:spPr>
          <a:xfrm>
            <a:off x="296055" y="485109"/>
            <a:ext cx="11823921" cy="295514"/>
          </a:xfrm>
          <a:prstGeom prst="rect">
            <a:avLst/>
          </a:prstGeom>
          <a:ln w="12700">
            <a:miter lim="400000"/>
          </a:ln>
        </p:spPr>
        <p:txBody>
          <a:bodyPr lIns="45720" rIns="45719" anchor="ctr">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defTabSz="914240" eaLnBrk="1" hangingPunct="1">
              <a:lnSpc>
                <a:spcPct val="90000"/>
              </a:lnSpc>
              <a:spcBef>
                <a:spcPts val="1000"/>
              </a:spcBef>
              <a:spcAft>
                <a:spcPts val="400"/>
              </a:spcAft>
              <a:buClr>
                <a:schemeClr val="accent4"/>
              </a:buClr>
              <a:buSzPct val="100000"/>
              <a:buFont typeface="Arial" panose="020B0604020202020204" pitchFamily="34" charset="0"/>
              <a:defRPr i="1">
                <a:solidFill>
                  <a:schemeClr val="accent4"/>
                </a:solidFill>
                <a:latin typeface="Arial" panose="020B0604020202020204" pitchFamily="34" charset="0"/>
                <a:ea typeface="Arial" panose="020B0604020202020204" pitchFamily="34" charset="0"/>
                <a:cs typeface="Arial" panose="020B0604020202020204" pitchFamily="34" charset="0"/>
                <a:sym typeface="Avenir Book"/>
              </a:defRPr>
            </a:lvl1pPr>
            <a:lvl2pPr marL="463550" indent="-165100" defTabSz="914240" eaLnBrk="1" hangingPunct="1">
              <a:lnSpc>
                <a:spcPct val="90000"/>
              </a:lnSpc>
              <a:spcBef>
                <a:spcPts val="400"/>
              </a:spcBef>
              <a:spcAft>
                <a:spcPts val="400"/>
              </a:spcAft>
              <a:buClr>
                <a:schemeClr val="accent4"/>
              </a:buClr>
              <a:buSzPct val="100000"/>
              <a:buFont typeface="System Font Regular"/>
              <a:buChar char="–"/>
              <a:defRPr sz="1400">
                <a:solidFill>
                  <a:schemeClr val="bg2"/>
                </a:solidFill>
                <a:latin typeface="Arial" panose="020B0604020202020204" pitchFamily="34" charset="0"/>
                <a:ea typeface="Arial" panose="020B0604020202020204" pitchFamily="34" charset="0"/>
                <a:cs typeface="Arial" panose="020B0604020202020204" pitchFamily="34" charset="0"/>
                <a:sym typeface="Avenir Book"/>
              </a:defRPr>
            </a:lvl2pPr>
            <a:lvl3pPr marL="687388" indent="-173038" defTabSz="914240" eaLnBrk="1" hangingPunct="1">
              <a:lnSpc>
                <a:spcPct val="90000"/>
              </a:lnSpc>
              <a:spcBef>
                <a:spcPts val="400"/>
              </a:spcBef>
              <a:spcAft>
                <a:spcPts val="400"/>
              </a:spcAft>
              <a:buClr>
                <a:schemeClr val="accent4"/>
              </a:buClr>
              <a:buSzPct val="100000"/>
              <a:buFont typeface="Arial" panose="020B0604020202020204" pitchFamily="34" charset="0"/>
              <a:buChar char="•"/>
              <a:defRPr sz="1200">
                <a:solidFill>
                  <a:schemeClr val="bg2"/>
                </a:solidFill>
                <a:latin typeface="Arial" panose="020B0604020202020204" pitchFamily="34" charset="0"/>
                <a:ea typeface="Arial" panose="020B0604020202020204" pitchFamily="34" charset="0"/>
                <a:cs typeface="Arial" panose="020B0604020202020204" pitchFamily="34" charset="0"/>
                <a:sym typeface="Avenir Book"/>
              </a:defRPr>
            </a:lvl3pPr>
            <a:lvl4pPr marL="862013" indent="-157163" defTabSz="914240" eaLnBrk="1" hangingPunct="1">
              <a:lnSpc>
                <a:spcPct val="90000"/>
              </a:lnSpc>
              <a:spcBef>
                <a:spcPts val="400"/>
              </a:spcBef>
              <a:spcAft>
                <a:spcPts val="400"/>
              </a:spcAft>
              <a:buClr>
                <a:schemeClr val="accent4"/>
              </a:buClr>
              <a:buSzPct val="100000"/>
              <a:buFont typeface="System Font Regular"/>
              <a:buChar char="–"/>
              <a:defRPr sz="1200">
                <a:solidFill>
                  <a:schemeClr val="bg2"/>
                </a:solidFill>
                <a:latin typeface="Arial" panose="020B0604020202020204" pitchFamily="34" charset="0"/>
                <a:ea typeface="Arial" panose="020B0604020202020204" pitchFamily="34" charset="0"/>
                <a:cs typeface="Arial" panose="020B0604020202020204" pitchFamily="34" charset="0"/>
                <a:sym typeface="Avenir Book"/>
              </a:defRPr>
            </a:lvl4pPr>
            <a:lvl5pPr marL="1085850" indent="-157163" defTabSz="914240" eaLnBrk="1" hangingPunct="1">
              <a:lnSpc>
                <a:spcPct val="90000"/>
              </a:lnSpc>
              <a:spcBef>
                <a:spcPts val="400"/>
              </a:spcBef>
              <a:spcAft>
                <a:spcPts val="400"/>
              </a:spcAft>
              <a:buClr>
                <a:schemeClr val="accent4"/>
              </a:buClr>
              <a:buSzPct val="100000"/>
              <a:buFont typeface="Arial" panose="020B0604020202020204" pitchFamily="34" charset="0"/>
              <a:buChar char="•"/>
              <a:defRPr sz="1200">
                <a:solidFill>
                  <a:schemeClr val="bg2"/>
                </a:solidFill>
                <a:latin typeface="Arial" panose="020B0604020202020204" pitchFamily="34" charset="0"/>
                <a:ea typeface="Arial" panose="020B0604020202020204" pitchFamily="34" charset="0"/>
                <a:cs typeface="Arial" panose="020B0604020202020204" pitchFamily="34" charset="0"/>
                <a:sym typeface="Avenir Book"/>
              </a:defRPr>
            </a:lvl5pPr>
            <a:lvl6pPr marL="2502130" indent="-216530" defTabSz="914240" eaLnBrk="1" hangingPunct="1">
              <a:lnSpc>
                <a:spcPct val="90000"/>
              </a:lnSpc>
              <a:spcBef>
                <a:spcPts val="1000"/>
              </a:spcBef>
              <a:buSzPct val="100000"/>
              <a:buFont typeface="Arial"/>
              <a:buChar char="•"/>
              <a:defRPr>
                <a:solidFill>
                  <a:srgbClr val="50626A"/>
                </a:solidFill>
                <a:latin typeface="Avenir Book"/>
                <a:ea typeface="Avenir Book"/>
                <a:cs typeface="Avenir Book"/>
                <a:sym typeface="Avenir Book"/>
              </a:defRPr>
            </a:lvl6pPr>
            <a:lvl7pPr marL="2959250" indent="-216530" defTabSz="914240" eaLnBrk="1" hangingPunct="1">
              <a:lnSpc>
                <a:spcPct val="90000"/>
              </a:lnSpc>
              <a:spcBef>
                <a:spcPts val="1000"/>
              </a:spcBef>
              <a:buSzPct val="100000"/>
              <a:buFont typeface="Arial"/>
              <a:buChar char="•"/>
              <a:defRPr>
                <a:solidFill>
                  <a:srgbClr val="50626A"/>
                </a:solidFill>
                <a:latin typeface="Avenir Book"/>
                <a:ea typeface="Avenir Book"/>
                <a:cs typeface="Avenir Book"/>
                <a:sym typeface="Avenir Book"/>
              </a:defRPr>
            </a:lvl7pPr>
            <a:lvl8pPr marL="3416370" indent="-216530" defTabSz="914240" eaLnBrk="1" hangingPunct="1">
              <a:lnSpc>
                <a:spcPct val="90000"/>
              </a:lnSpc>
              <a:spcBef>
                <a:spcPts val="1000"/>
              </a:spcBef>
              <a:buSzPct val="100000"/>
              <a:buFont typeface="Arial"/>
              <a:buChar char="•"/>
              <a:defRPr>
                <a:solidFill>
                  <a:srgbClr val="50626A"/>
                </a:solidFill>
                <a:latin typeface="Avenir Book"/>
                <a:ea typeface="Avenir Book"/>
                <a:cs typeface="Avenir Book"/>
                <a:sym typeface="Avenir Book"/>
              </a:defRPr>
            </a:lvl8pPr>
            <a:lvl9pPr marL="3873490" indent="-216530" defTabSz="914240" eaLnBrk="1" hangingPunct="1">
              <a:lnSpc>
                <a:spcPct val="90000"/>
              </a:lnSpc>
              <a:spcBef>
                <a:spcPts val="1000"/>
              </a:spcBef>
              <a:buSzPct val="100000"/>
              <a:buFont typeface="Arial"/>
              <a:buChar char="•"/>
              <a:defRPr>
                <a:solidFill>
                  <a:srgbClr val="50626A"/>
                </a:solidFill>
                <a:latin typeface="Avenir Book"/>
                <a:ea typeface="Avenir Book"/>
                <a:cs typeface="Avenir Book"/>
                <a:sym typeface="Avenir Book"/>
              </a:defRPr>
            </a:lvl9pPr>
          </a:lstStyle>
          <a:p>
            <a:pPr marL="0" marR="0" lvl="0" indent="0" algn="l" defTabSz="914240" rtl="0" eaLnBrk="1" fontAlgn="auto" latinLnBrk="0" hangingPunct="1">
              <a:lnSpc>
                <a:spcPct val="90000"/>
              </a:lnSpc>
              <a:spcBef>
                <a:spcPts val="1000"/>
              </a:spcBef>
              <a:spcAft>
                <a:spcPts val="400"/>
              </a:spcAft>
              <a:buClr>
                <a:srgbClr val="017298"/>
              </a:buClr>
              <a:buSzPct val="100000"/>
              <a:buFont typeface="Arial" panose="020B0604020202020204" pitchFamily="34" charset="0"/>
              <a:buNone/>
              <a:tabLst/>
              <a:defRPr/>
            </a:pPr>
            <a:r>
              <a:rPr kumimoji="0" lang="en-US" sz="1800" b="0" i="1" u="none" strike="noStrike" kern="1200" cap="none" spc="0" normalizeH="0" baseline="0" noProof="0" dirty="0">
                <a:ln>
                  <a:noFill/>
                </a:ln>
                <a:solidFill>
                  <a:srgbClr val="017298"/>
                </a:solidFill>
                <a:effectLst/>
                <a:uLnTx/>
                <a:uFillTx/>
                <a:latin typeface="Arial" panose="020B0604020202020204" pitchFamily="34" charset="0"/>
                <a:cs typeface="Arial" panose="020B0604020202020204" pitchFamily="34" charset="0"/>
                <a:sym typeface="Avenir Book"/>
              </a:rPr>
              <a:t>Total Days on Hand (</a:t>
            </a:r>
            <a:r>
              <a:rPr kumimoji="0" lang="en-US" sz="1800" b="0" i="1" u="none" strike="noStrike" kern="1200" cap="none" spc="0" normalizeH="0" baseline="0" noProof="0" dirty="0" err="1">
                <a:ln>
                  <a:noFill/>
                </a:ln>
                <a:solidFill>
                  <a:srgbClr val="017298"/>
                </a:solidFill>
                <a:effectLst/>
                <a:uLnTx/>
                <a:uFillTx/>
                <a:latin typeface="Arial" panose="020B0604020202020204" pitchFamily="34" charset="0"/>
                <a:cs typeface="Arial" panose="020B0604020202020204" pitchFamily="34" charset="0"/>
                <a:sym typeface="Avenir Book"/>
              </a:rPr>
              <a:t>DoH</a:t>
            </a:r>
            <a:r>
              <a:rPr kumimoji="0" lang="en-US" sz="1800" b="0" i="1" u="none" strike="noStrike" kern="1200" cap="none" spc="0" normalizeH="0" baseline="0" noProof="0" dirty="0">
                <a:ln>
                  <a:noFill/>
                </a:ln>
                <a:solidFill>
                  <a:srgbClr val="017298"/>
                </a:solidFill>
                <a:effectLst/>
                <a:uLnTx/>
                <a:uFillTx/>
                <a:latin typeface="Arial" panose="020B0604020202020204" pitchFamily="34" charset="0"/>
                <a:cs typeface="Arial" panose="020B0604020202020204" pitchFamily="34" charset="0"/>
                <a:sym typeface="Avenir Book"/>
              </a:rPr>
              <a:t>) at 13</a:t>
            </a:r>
          </a:p>
        </p:txBody>
      </p:sp>
      <p:sp>
        <p:nvSpPr>
          <p:cNvPr id="30" name="TextBox 29">
            <a:extLst>
              <a:ext uri="{FF2B5EF4-FFF2-40B4-BE49-F238E27FC236}">
                <a16:creationId xmlns:a16="http://schemas.microsoft.com/office/drawing/2014/main" id="{B63AC65C-A840-56E6-D7E0-262F698DCB2D}"/>
              </a:ext>
            </a:extLst>
          </p:cNvPr>
          <p:cNvSpPr txBox="1"/>
          <p:nvPr/>
        </p:nvSpPr>
        <p:spPr>
          <a:xfrm>
            <a:off x="471237" y="878389"/>
            <a:ext cx="6096000" cy="313932"/>
          </a:xfrm>
          <a:prstGeom prst="rect">
            <a:avLst/>
          </a:prstGeom>
          <a:ln w="12700">
            <a:miter lim="400000"/>
          </a:ln>
        </p:spPr>
        <p:txBody>
          <a:bodyPr lIns="45720" rIns="45719" anchor="b">
            <a:noAutofit/>
          </a:bodyPr>
          <a:lstStyle>
            <a:lvl1pPr marR="0" indent="0" defTabSz="914240">
              <a:lnSpc>
                <a:spcPct val="90000"/>
              </a:lnSpc>
              <a:spcBef>
                <a:spcPts val="1000"/>
              </a:spcBef>
              <a:spcAft>
                <a:spcPts val="400"/>
              </a:spcAft>
              <a:buClr>
                <a:schemeClr val="accent4"/>
              </a:buClr>
              <a:buSzPct val="100000"/>
              <a:buFont typeface="Arial" panose="020B0604020202020204" pitchFamily="34" charset="0"/>
              <a:buNone/>
              <a:tabLst/>
              <a:defRPr sz="1600" b="0" i="0" u="none" strike="noStrike" cap="none" spc="0" baseline="0">
                <a:solidFill>
                  <a:schemeClr val="accent4"/>
                </a:solidFill>
                <a:uFillTx/>
                <a:latin typeface="Arial" panose="020B0604020202020204" pitchFamily="34" charset="0"/>
                <a:ea typeface="Arial" panose="020B0604020202020204" pitchFamily="34" charset="0"/>
                <a:cs typeface="Arial" panose="020B0604020202020204" pitchFamily="34" charset="0"/>
                <a:sym typeface="Avenir Book"/>
              </a:defRPr>
            </a:lvl1pPr>
            <a:lvl2pPr marR="0" indent="0" defTabSz="914240">
              <a:lnSpc>
                <a:spcPct val="90000"/>
              </a:lnSpc>
              <a:spcBef>
                <a:spcPts val="400"/>
              </a:spcBef>
              <a:spcAft>
                <a:spcPts val="400"/>
              </a:spcAft>
              <a:buClr>
                <a:schemeClr val="accent4"/>
              </a:buClr>
              <a:buSzPct val="100000"/>
              <a:buFont typeface="System Font Regular"/>
              <a:buNone/>
              <a:tabLst/>
              <a:defRPr sz="2000" b="1" i="0" u="none" strike="noStrike" cap="none" spc="0" baseline="0">
                <a:solidFill>
                  <a:schemeClr val="bg2"/>
                </a:solidFill>
                <a:uFillTx/>
                <a:latin typeface="Arial" panose="020B0604020202020204" pitchFamily="34" charset="0"/>
                <a:ea typeface="Arial" panose="020B0604020202020204" pitchFamily="34" charset="0"/>
                <a:cs typeface="Arial" panose="020B0604020202020204" pitchFamily="34" charset="0"/>
                <a:sym typeface="Avenir Book"/>
              </a:defRPr>
            </a:lvl2pPr>
            <a:lvl3pPr marR="0" indent="0" defTabSz="914240">
              <a:lnSpc>
                <a:spcPct val="90000"/>
              </a:lnSpc>
              <a:spcBef>
                <a:spcPts val="400"/>
              </a:spcBef>
              <a:spcAft>
                <a:spcPts val="400"/>
              </a:spcAft>
              <a:buClr>
                <a:schemeClr val="accent4"/>
              </a:buClr>
              <a:buSzPct val="100000"/>
              <a:buFont typeface="Arial" panose="020B0604020202020204" pitchFamily="34" charset="0"/>
              <a:buNone/>
              <a:tabLst/>
              <a:defRPr b="1" i="0" u="none" strike="noStrike" cap="none" spc="0" baseline="0">
                <a:solidFill>
                  <a:schemeClr val="bg2"/>
                </a:solidFill>
                <a:uFillTx/>
                <a:latin typeface="Arial" panose="020B0604020202020204" pitchFamily="34" charset="0"/>
                <a:ea typeface="Arial" panose="020B0604020202020204" pitchFamily="34" charset="0"/>
                <a:cs typeface="Arial" panose="020B0604020202020204" pitchFamily="34" charset="0"/>
                <a:sym typeface="Avenir Book"/>
              </a:defRPr>
            </a:lvl3pPr>
            <a:lvl4pPr marR="0" indent="0" defTabSz="914240">
              <a:lnSpc>
                <a:spcPct val="90000"/>
              </a:lnSpc>
              <a:spcBef>
                <a:spcPts val="400"/>
              </a:spcBef>
              <a:spcAft>
                <a:spcPts val="400"/>
              </a:spcAft>
              <a:buClr>
                <a:schemeClr val="accent4"/>
              </a:buClr>
              <a:buSzPct val="100000"/>
              <a:buFont typeface="System Font Regular"/>
              <a:buNone/>
              <a:tabLst/>
              <a:defRPr sz="1600" b="1" i="0" u="none" strike="noStrike" cap="none" spc="0" baseline="0">
                <a:solidFill>
                  <a:schemeClr val="bg2"/>
                </a:solidFill>
                <a:uFillTx/>
                <a:latin typeface="Arial" panose="020B0604020202020204" pitchFamily="34" charset="0"/>
                <a:ea typeface="Arial" panose="020B0604020202020204" pitchFamily="34" charset="0"/>
                <a:cs typeface="Arial" panose="020B0604020202020204" pitchFamily="34" charset="0"/>
                <a:sym typeface="Avenir Book"/>
              </a:defRPr>
            </a:lvl4pPr>
            <a:lvl5pPr marR="0" indent="0" defTabSz="914240">
              <a:lnSpc>
                <a:spcPct val="90000"/>
              </a:lnSpc>
              <a:spcBef>
                <a:spcPts val="400"/>
              </a:spcBef>
              <a:spcAft>
                <a:spcPts val="400"/>
              </a:spcAft>
              <a:buClr>
                <a:schemeClr val="accent4"/>
              </a:buClr>
              <a:buSzPct val="100000"/>
              <a:buFont typeface="Arial" panose="020B0604020202020204" pitchFamily="34" charset="0"/>
              <a:buNone/>
              <a:tabLst/>
              <a:defRPr sz="1600" b="1" i="0" u="none" strike="noStrike" cap="none" spc="0" baseline="0">
                <a:solidFill>
                  <a:schemeClr val="bg2"/>
                </a:solidFill>
                <a:uFillTx/>
                <a:latin typeface="Arial" panose="020B0604020202020204" pitchFamily="34" charset="0"/>
                <a:ea typeface="Arial" panose="020B0604020202020204" pitchFamily="34" charset="0"/>
                <a:cs typeface="Arial" panose="020B0604020202020204" pitchFamily="34" charset="0"/>
                <a:sym typeface="Avenir Book"/>
              </a:defRPr>
            </a:lvl5pPr>
            <a:lvl6pPr marR="0" indent="0" defTabSz="914240">
              <a:lnSpc>
                <a:spcPct val="90000"/>
              </a:lnSpc>
              <a:spcBef>
                <a:spcPts val="1000"/>
              </a:spcBef>
              <a:spcAft>
                <a:spcPts val="0"/>
              </a:spcAft>
              <a:buClrTx/>
              <a:buSzPct val="100000"/>
              <a:buFont typeface="Arial"/>
              <a:buNone/>
              <a:tabLst/>
              <a:defRPr sz="1600" b="1" i="0" u="none" strike="noStrike" cap="none" spc="0" baseline="0">
                <a:solidFill>
                  <a:srgbClr val="50626A"/>
                </a:solidFill>
                <a:uFillTx/>
                <a:latin typeface="Avenir Book"/>
                <a:ea typeface="Avenir Book"/>
                <a:cs typeface="Avenir Book"/>
                <a:sym typeface="Avenir Book"/>
              </a:defRPr>
            </a:lvl6pPr>
            <a:lvl7pPr marR="0" indent="0" defTabSz="914240">
              <a:lnSpc>
                <a:spcPct val="90000"/>
              </a:lnSpc>
              <a:spcBef>
                <a:spcPts val="1000"/>
              </a:spcBef>
              <a:spcAft>
                <a:spcPts val="0"/>
              </a:spcAft>
              <a:buClrTx/>
              <a:buSzPct val="100000"/>
              <a:buFont typeface="Arial"/>
              <a:buNone/>
              <a:tabLst/>
              <a:defRPr sz="1600" b="1" i="0" u="none" strike="noStrike" cap="none" spc="0" baseline="0">
                <a:solidFill>
                  <a:srgbClr val="50626A"/>
                </a:solidFill>
                <a:uFillTx/>
                <a:latin typeface="Avenir Book"/>
                <a:ea typeface="Avenir Book"/>
                <a:cs typeface="Avenir Book"/>
                <a:sym typeface="Avenir Book"/>
              </a:defRPr>
            </a:lvl7pPr>
            <a:lvl8pPr marR="0" indent="0" defTabSz="914240">
              <a:lnSpc>
                <a:spcPct val="90000"/>
              </a:lnSpc>
              <a:spcBef>
                <a:spcPts val="1000"/>
              </a:spcBef>
              <a:spcAft>
                <a:spcPts val="0"/>
              </a:spcAft>
              <a:buClrTx/>
              <a:buSzPct val="100000"/>
              <a:buFont typeface="Arial"/>
              <a:buNone/>
              <a:tabLst/>
              <a:defRPr sz="1600" b="1" i="0" u="none" strike="noStrike" cap="none" spc="0" baseline="0">
                <a:solidFill>
                  <a:srgbClr val="50626A"/>
                </a:solidFill>
                <a:uFillTx/>
                <a:latin typeface="Avenir Book"/>
                <a:ea typeface="Avenir Book"/>
                <a:cs typeface="Avenir Book"/>
                <a:sym typeface="Avenir Book"/>
              </a:defRPr>
            </a:lvl8pPr>
            <a:lvl9pPr marR="0" indent="0" defTabSz="914240">
              <a:lnSpc>
                <a:spcPct val="90000"/>
              </a:lnSpc>
              <a:spcBef>
                <a:spcPts val="1000"/>
              </a:spcBef>
              <a:spcAft>
                <a:spcPts val="0"/>
              </a:spcAft>
              <a:buClrTx/>
              <a:buSzPct val="100000"/>
              <a:buFont typeface="Arial"/>
              <a:buNone/>
              <a:tabLst/>
              <a:defRPr sz="1600" b="1" i="0" u="none" strike="noStrike" cap="none" spc="0" baseline="0">
                <a:solidFill>
                  <a:srgbClr val="50626A"/>
                </a:solidFill>
                <a:uFillTx/>
                <a:latin typeface="Avenir Book"/>
                <a:ea typeface="Avenir Book"/>
                <a:cs typeface="Avenir Book"/>
                <a:sym typeface="Avenir Book"/>
              </a:defRPr>
            </a:lvl9pPr>
          </a:lstStyle>
          <a:p>
            <a:pPr marL="0" marR="0" lvl="0" indent="0" algn="l" defTabSz="914240" rtl="0" eaLnBrk="1" fontAlgn="auto" latinLnBrk="0" hangingPunct="1">
              <a:lnSpc>
                <a:spcPct val="90000"/>
              </a:lnSpc>
              <a:spcBef>
                <a:spcPts val="1000"/>
              </a:spcBef>
              <a:spcAft>
                <a:spcPts val="400"/>
              </a:spcAft>
              <a:buClr>
                <a:srgbClr val="017298"/>
              </a:buClr>
              <a:buSzPct val="100000"/>
              <a:buFont typeface="Arial" panose="020B0604020202020204" pitchFamily="34" charset="0"/>
              <a:buNone/>
              <a:tabLst/>
              <a:defRPr/>
            </a:pPr>
            <a:r>
              <a:rPr kumimoji="0" lang="en-IN" sz="2000" b="0" i="0" u="none" strike="noStrike" kern="1200" cap="none" spc="0" normalizeH="0" baseline="0" noProof="0" dirty="0">
                <a:ln>
                  <a:noFill/>
                </a:ln>
                <a:solidFill>
                  <a:srgbClr val="017298"/>
                </a:solidFill>
                <a:effectLst/>
                <a:uLnTx/>
                <a:uFillTx/>
                <a:latin typeface="Arial" panose="020B0604020202020204" pitchFamily="34" charset="0"/>
                <a:cs typeface="Arial" panose="020B0604020202020204" pitchFamily="34" charset="0"/>
                <a:sym typeface="Avenir Book"/>
              </a:rPr>
              <a:t>SD Inventory (</a:t>
            </a:r>
            <a:r>
              <a:rPr kumimoji="0" lang="en-IN" sz="2000" b="0" i="0" u="none" strike="noStrike" kern="1200" cap="none" spc="0" normalizeH="0" baseline="0" noProof="0" dirty="0" err="1">
                <a:ln>
                  <a:noFill/>
                </a:ln>
                <a:solidFill>
                  <a:srgbClr val="017298"/>
                </a:solidFill>
                <a:effectLst/>
                <a:uLnTx/>
                <a:uFillTx/>
                <a:latin typeface="Arial" panose="020B0604020202020204" pitchFamily="34" charset="0"/>
                <a:cs typeface="Arial" panose="020B0604020202020204" pitchFamily="34" charset="0"/>
                <a:sym typeface="Avenir Book"/>
              </a:rPr>
              <a:t>DoH</a:t>
            </a:r>
            <a:r>
              <a:rPr kumimoji="0" lang="en-IN" sz="2000" b="0" i="0" u="none" strike="noStrike" kern="1200" cap="none" spc="0" normalizeH="0" baseline="0" noProof="0" dirty="0">
                <a:ln>
                  <a:noFill/>
                </a:ln>
                <a:solidFill>
                  <a:srgbClr val="017298"/>
                </a:solidFill>
                <a:effectLst/>
                <a:uLnTx/>
                <a:uFillTx/>
                <a:latin typeface="Arial" panose="020B0604020202020204" pitchFamily="34" charset="0"/>
                <a:cs typeface="Arial" panose="020B0604020202020204" pitchFamily="34" charset="0"/>
                <a:sym typeface="Avenir Book"/>
              </a:rPr>
              <a:t>) as of </a:t>
            </a:r>
            <a:r>
              <a:rPr lang="en-IN" sz="2000" dirty="0">
                <a:solidFill>
                  <a:srgbClr val="017298"/>
                </a:solidFill>
              </a:rPr>
              <a:t>Mar</a:t>
            </a:r>
            <a:r>
              <a:rPr kumimoji="0" lang="en-IN" sz="2000" b="0" i="0" u="none" strike="noStrike" kern="1200" cap="none" spc="0" normalizeH="0" baseline="0" noProof="0" dirty="0">
                <a:ln>
                  <a:noFill/>
                </a:ln>
                <a:solidFill>
                  <a:srgbClr val="017298"/>
                </a:solidFill>
                <a:effectLst/>
                <a:uLnTx/>
                <a:uFillTx/>
                <a:latin typeface="Arial" panose="020B0604020202020204" pitchFamily="34" charset="0"/>
                <a:cs typeface="Arial" panose="020B0604020202020204" pitchFamily="34" charset="0"/>
                <a:sym typeface="Avenir Book"/>
              </a:rPr>
              <a:t>’26</a:t>
            </a:r>
            <a:endParaRPr kumimoji="0" lang="en-US" sz="2000" b="0" i="0" u="none" strike="noStrike" kern="1200" cap="none" spc="0" normalizeH="0" baseline="0" noProof="0" dirty="0">
              <a:ln>
                <a:noFill/>
              </a:ln>
              <a:solidFill>
                <a:srgbClr val="017298"/>
              </a:solidFill>
              <a:effectLst/>
              <a:uLnTx/>
              <a:uFillTx/>
              <a:latin typeface="Arial" panose="020B0604020202020204" pitchFamily="34" charset="0"/>
              <a:cs typeface="Arial" panose="020B0604020202020204" pitchFamily="34" charset="0"/>
              <a:sym typeface="Avenir Book"/>
            </a:endParaRPr>
          </a:p>
        </p:txBody>
      </p:sp>
      <p:graphicFrame>
        <p:nvGraphicFramePr>
          <p:cNvPr id="7" name="Chart 6">
            <a:extLst>
              <a:ext uri="{FF2B5EF4-FFF2-40B4-BE49-F238E27FC236}">
                <a16:creationId xmlns:a16="http://schemas.microsoft.com/office/drawing/2014/main" id="{31549F0C-BB5C-CAFF-5B73-0E135BE06D16}"/>
              </a:ext>
            </a:extLst>
          </p:cNvPr>
          <p:cNvGraphicFramePr/>
          <p:nvPr/>
        </p:nvGraphicFramePr>
        <p:xfrm>
          <a:off x="491449" y="1277241"/>
          <a:ext cx="5152323" cy="2786099"/>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3" name="Chart 2">
            <a:extLst>
              <a:ext uri="{FF2B5EF4-FFF2-40B4-BE49-F238E27FC236}">
                <a16:creationId xmlns:a16="http://schemas.microsoft.com/office/drawing/2014/main" id="{A06F23DA-7A33-CE8A-780E-7E15AFA9F0C9}"/>
              </a:ext>
            </a:extLst>
          </p:cNvPr>
          <p:cNvGraphicFramePr/>
          <p:nvPr/>
        </p:nvGraphicFramePr>
        <p:xfrm>
          <a:off x="5764490" y="1271220"/>
          <a:ext cx="6093354" cy="2798140"/>
        </p:xfrm>
        <a:graphic>
          <a:graphicData uri="http://schemas.openxmlformats.org/drawingml/2006/chart">
            <c:chart xmlns:c="http://schemas.openxmlformats.org/drawingml/2006/chart" xmlns:r="http://schemas.openxmlformats.org/officeDocument/2006/relationships" r:id="rId4"/>
          </a:graphicData>
        </a:graphic>
      </p:graphicFrame>
      <p:sp>
        <p:nvSpPr>
          <p:cNvPr id="4" name="TextBox 3">
            <a:extLst>
              <a:ext uri="{FF2B5EF4-FFF2-40B4-BE49-F238E27FC236}">
                <a16:creationId xmlns:a16="http://schemas.microsoft.com/office/drawing/2014/main" id="{4135ECC6-F193-8390-8AD8-01B6F0F3609B}"/>
              </a:ext>
            </a:extLst>
          </p:cNvPr>
          <p:cNvSpPr txBox="1"/>
          <p:nvPr/>
        </p:nvSpPr>
        <p:spPr>
          <a:xfrm>
            <a:off x="5794970" y="879951"/>
            <a:ext cx="6096000" cy="313932"/>
          </a:xfrm>
          <a:prstGeom prst="rect">
            <a:avLst/>
          </a:prstGeom>
          <a:ln w="12700">
            <a:miter lim="400000"/>
          </a:ln>
        </p:spPr>
        <p:txBody>
          <a:bodyPr lIns="45720" rIns="45719" anchor="b">
            <a:noAutofit/>
          </a:bodyPr>
          <a:lstStyle>
            <a:lvl1pPr marR="0" indent="0" defTabSz="914240">
              <a:lnSpc>
                <a:spcPct val="90000"/>
              </a:lnSpc>
              <a:spcBef>
                <a:spcPts val="1000"/>
              </a:spcBef>
              <a:spcAft>
                <a:spcPts val="400"/>
              </a:spcAft>
              <a:buClr>
                <a:schemeClr val="accent4"/>
              </a:buClr>
              <a:buSzPct val="100000"/>
              <a:buFont typeface="Arial" panose="020B0604020202020204" pitchFamily="34" charset="0"/>
              <a:buNone/>
              <a:tabLst/>
              <a:defRPr sz="1600" b="0" i="0" u="none" strike="noStrike" cap="none" spc="0" baseline="0">
                <a:solidFill>
                  <a:schemeClr val="accent4"/>
                </a:solidFill>
                <a:uFillTx/>
                <a:latin typeface="Arial" panose="020B0604020202020204" pitchFamily="34" charset="0"/>
                <a:ea typeface="Arial" panose="020B0604020202020204" pitchFamily="34" charset="0"/>
                <a:cs typeface="Arial" panose="020B0604020202020204" pitchFamily="34" charset="0"/>
                <a:sym typeface="Avenir Book"/>
              </a:defRPr>
            </a:lvl1pPr>
            <a:lvl2pPr marR="0" indent="0" defTabSz="914240">
              <a:lnSpc>
                <a:spcPct val="90000"/>
              </a:lnSpc>
              <a:spcBef>
                <a:spcPts val="400"/>
              </a:spcBef>
              <a:spcAft>
                <a:spcPts val="400"/>
              </a:spcAft>
              <a:buClr>
                <a:schemeClr val="accent4"/>
              </a:buClr>
              <a:buSzPct val="100000"/>
              <a:buFont typeface="System Font Regular"/>
              <a:buNone/>
              <a:tabLst/>
              <a:defRPr sz="2000" b="1" i="0" u="none" strike="noStrike" cap="none" spc="0" baseline="0">
                <a:solidFill>
                  <a:schemeClr val="bg2"/>
                </a:solidFill>
                <a:uFillTx/>
                <a:latin typeface="Arial" panose="020B0604020202020204" pitchFamily="34" charset="0"/>
                <a:ea typeface="Arial" panose="020B0604020202020204" pitchFamily="34" charset="0"/>
                <a:cs typeface="Arial" panose="020B0604020202020204" pitchFamily="34" charset="0"/>
                <a:sym typeface="Avenir Book"/>
              </a:defRPr>
            </a:lvl2pPr>
            <a:lvl3pPr marR="0" indent="0" defTabSz="914240">
              <a:lnSpc>
                <a:spcPct val="90000"/>
              </a:lnSpc>
              <a:spcBef>
                <a:spcPts val="400"/>
              </a:spcBef>
              <a:spcAft>
                <a:spcPts val="400"/>
              </a:spcAft>
              <a:buClr>
                <a:schemeClr val="accent4"/>
              </a:buClr>
              <a:buSzPct val="100000"/>
              <a:buFont typeface="Arial" panose="020B0604020202020204" pitchFamily="34" charset="0"/>
              <a:buNone/>
              <a:tabLst/>
              <a:defRPr b="1" i="0" u="none" strike="noStrike" cap="none" spc="0" baseline="0">
                <a:solidFill>
                  <a:schemeClr val="bg2"/>
                </a:solidFill>
                <a:uFillTx/>
                <a:latin typeface="Arial" panose="020B0604020202020204" pitchFamily="34" charset="0"/>
                <a:ea typeface="Arial" panose="020B0604020202020204" pitchFamily="34" charset="0"/>
                <a:cs typeface="Arial" panose="020B0604020202020204" pitchFamily="34" charset="0"/>
                <a:sym typeface="Avenir Book"/>
              </a:defRPr>
            </a:lvl3pPr>
            <a:lvl4pPr marR="0" indent="0" defTabSz="914240">
              <a:lnSpc>
                <a:spcPct val="90000"/>
              </a:lnSpc>
              <a:spcBef>
                <a:spcPts val="400"/>
              </a:spcBef>
              <a:spcAft>
                <a:spcPts val="400"/>
              </a:spcAft>
              <a:buClr>
                <a:schemeClr val="accent4"/>
              </a:buClr>
              <a:buSzPct val="100000"/>
              <a:buFont typeface="System Font Regular"/>
              <a:buNone/>
              <a:tabLst/>
              <a:defRPr sz="1600" b="1" i="0" u="none" strike="noStrike" cap="none" spc="0" baseline="0">
                <a:solidFill>
                  <a:schemeClr val="bg2"/>
                </a:solidFill>
                <a:uFillTx/>
                <a:latin typeface="Arial" panose="020B0604020202020204" pitchFamily="34" charset="0"/>
                <a:ea typeface="Arial" panose="020B0604020202020204" pitchFamily="34" charset="0"/>
                <a:cs typeface="Arial" panose="020B0604020202020204" pitchFamily="34" charset="0"/>
                <a:sym typeface="Avenir Book"/>
              </a:defRPr>
            </a:lvl4pPr>
            <a:lvl5pPr marR="0" indent="0" defTabSz="914240">
              <a:lnSpc>
                <a:spcPct val="90000"/>
              </a:lnSpc>
              <a:spcBef>
                <a:spcPts val="400"/>
              </a:spcBef>
              <a:spcAft>
                <a:spcPts val="400"/>
              </a:spcAft>
              <a:buClr>
                <a:schemeClr val="accent4"/>
              </a:buClr>
              <a:buSzPct val="100000"/>
              <a:buFont typeface="Arial" panose="020B0604020202020204" pitchFamily="34" charset="0"/>
              <a:buNone/>
              <a:tabLst/>
              <a:defRPr sz="1600" b="1" i="0" u="none" strike="noStrike" cap="none" spc="0" baseline="0">
                <a:solidFill>
                  <a:schemeClr val="bg2"/>
                </a:solidFill>
                <a:uFillTx/>
                <a:latin typeface="Arial" panose="020B0604020202020204" pitchFamily="34" charset="0"/>
                <a:ea typeface="Arial" panose="020B0604020202020204" pitchFamily="34" charset="0"/>
                <a:cs typeface="Arial" panose="020B0604020202020204" pitchFamily="34" charset="0"/>
                <a:sym typeface="Avenir Book"/>
              </a:defRPr>
            </a:lvl5pPr>
            <a:lvl6pPr marR="0" indent="0" defTabSz="914240">
              <a:lnSpc>
                <a:spcPct val="90000"/>
              </a:lnSpc>
              <a:spcBef>
                <a:spcPts val="1000"/>
              </a:spcBef>
              <a:spcAft>
                <a:spcPts val="0"/>
              </a:spcAft>
              <a:buClrTx/>
              <a:buSzPct val="100000"/>
              <a:buFont typeface="Arial"/>
              <a:buNone/>
              <a:tabLst/>
              <a:defRPr sz="1600" b="1" i="0" u="none" strike="noStrike" cap="none" spc="0" baseline="0">
                <a:solidFill>
                  <a:srgbClr val="50626A"/>
                </a:solidFill>
                <a:uFillTx/>
                <a:latin typeface="Avenir Book"/>
                <a:ea typeface="Avenir Book"/>
                <a:cs typeface="Avenir Book"/>
                <a:sym typeface="Avenir Book"/>
              </a:defRPr>
            </a:lvl6pPr>
            <a:lvl7pPr marR="0" indent="0" defTabSz="914240">
              <a:lnSpc>
                <a:spcPct val="90000"/>
              </a:lnSpc>
              <a:spcBef>
                <a:spcPts val="1000"/>
              </a:spcBef>
              <a:spcAft>
                <a:spcPts val="0"/>
              </a:spcAft>
              <a:buClrTx/>
              <a:buSzPct val="100000"/>
              <a:buFont typeface="Arial"/>
              <a:buNone/>
              <a:tabLst/>
              <a:defRPr sz="1600" b="1" i="0" u="none" strike="noStrike" cap="none" spc="0" baseline="0">
                <a:solidFill>
                  <a:srgbClr val="50626A"/>
                </a:solidFill>
                <a:uFillTx/>
                <a:latin typeface="Avenir Book"/>
                <a:ea typeface="Avenir Book"/>
                <a:cs typeface="Avenir Book"/>
                <a:sym typeface="Avenir Book"/>
              </a:defRPr>
            </a:lvl7pPr>
            <a:lvl8pPr marR="0" indent="0" defTabSz="914240">
              <a:lnSpc>
                <a:spcPct val="90000"/>
              </a:lnSpc>
              <a:spcBef>
                <a:spcPts val="1000"/>
              </a:spcBef>
              <a:spcAft>
                <a:spcPts val="0"/>
              </a:spcAft>
              <a:buClrTx/>
              <a:buSzPct val="100000"/>
              <a:buFont typeface="Arial"/>
              <a:buNone/>
              <a:tabLst/>
              <a:defRPr sz="1600" b="1" i="0" u="none" strike="noStrike" cap="none" spc="0" baseline="0">
                <a:solidFill>
                  <a:srgbClr val="50626A"/>
                </a:solidFill>
                <a:uFillTx/>
                <a:latin typeface="Avenir Book"/>
                <a:ea typeface="Avenir Book"/>
                <a:cs typeface="Avenir Book"/>
                <a:sym typeface="Avenir Book"/>
              </a:defRPr>
            </a:lvl8pPr>
            <a:lvl9pPr marR="0" indent="0" defTabSz="914240">
              <a:lnSpc>
                <a:spcPct val="90000"/>
              </a:lnSpc>
              <a:spcBef>
                <a:spcPts val="1000"/>
              </a:spcBef>
              <a:spcAft>
                <a:spcPts val="0"/>
              </a:spcAft>
              <a:buClrTx/>
              <a:buSzPct val="100000"/>
              <a:buFont typeface="Arial"/>
              <a:buNone/>
              <a:tabLst/>
              <a:defRPr sz="1600" b="1" i="0" u="none" strike="noStrike" cap="none" spc="0" baseline="0">
                <a:solidFill>
                  <a:srgbClr val="50626A"/>
                </a:solidFill>
                <a:uFillTx/>
                <a:latin typeface="Avenir Book"/>
                <a:ea typeface="Avenir Book"/>
                <a:cs typeface="Avenir Book"/>
                <a:sym typeface="Avenir Book"/>
              </a:defRPr>
            </a:lvl9pPr>
          </a:lstStyle>
          <a:p>
            <a:pPr marL="0" marR="0" lvl="0" indent="0" algn="l" defTabSz="914240" rtl="0" eaLnBrk="1" fontAlgn="auto" latinLnBrk="0" hangingPunct="1">
              <a:lnSpc>
                <a:spcPct val="90000"/>
              </a:lnSpc>
              <a:spcBef>
                <a:spcPts val="1000"/>
              </a:spcBef>
              <a:spcAft>
                <a:spcPts val="400"/>
              </a:spcAft>
              <a:buClr>
                <a:srgbClr val="017298"/>
              </a:buClr>
              <a:buSzPct val="100000"/>
              <a:buFont typeface="Arial" panose="020B0604020202020204" pitchFamily="34" charset="0"/>
              <a:buNone/>
              <a:tabLst/>
              <a:defRPr/>
            </a:pPr>
            <a:r>
              <a:rPr kumimoji="0" lang="en-US" sz="1800" b="0" i="0" u="none" strike="noStrike" kern="1200" cap="none" spc="0" normalizeH="0" baseline="0" noProof="0" dirty="0" err="1">
                <a:ln>
                  <a:noFill/>
                </a:ln>
                <a:solidFill>
                  <a:srgbClr val="017298"/>
                </a:solidFill>
                <a:effectLst/>
                <a:uLnTx/>
                <a:uFillTx/>
                <a:latin typeface="Arial" panose="020B0604020202020204" pitchFamily="34" charset="0"/>
                <a:cs typeface="Arial" panose="020B0604020202020204" pitchFamily="34" charset="0"/>
                <a:sym typeface="Avenir Book"/>
              </a:rPr>
              <a:t>DoH</a:t>
            </a:r>
            <a:r>
              <a:rPr kumimoji="0" lang="en-US" sz="1800" b="0" i="0" u="none" strike="noStrike" kern="1200" cap="none" spc="0" normalizeH="0" baseline="0" noProof="0" dirty="0">
                <a:ln>
                  <a:noFill/>
                </a:ln>
                <a:solidFill>
                  <a:srgbClr val="017298"/>
                </a:solidFill>
                <a:effectLst/>
                <a:uLnTx/>
                <a:uFillTx/>
                <a:latin typeface="Arial" panose="020B0604020202020204" pitchFamily="34" charset="0"/>
                <a:cs typeface="Arial" panose="020B0604020202020204" pitchFamily="34" charset="0"/>
                <a:sym typeface="Avenir Book"/>
              </a:rPr>
              <a:t> – </a:t>
            </a:r>
            <a:r>
              <a:rPr lang="en-US" sz="1800" dirty="0">
                <a:solidFill>
                  <a:srgbClr val="017298"/>
                </a:solidFill>
              </a:rPr>
              <a:t>Jan</a:t>
            </a:r>
            <a:r>
              <a:rPr kumimoji="0" lang="en-US" sz="1800" b="0" i="0" u="none" strike="noStrike" kern="1200" cap="none" spc="0" normalizeH="0" baseline="0" noProof="0" dirty="0">
                <a:ln>
                  <a:noFill/>
                </a:ln>
                <a:solidFill>
                  <a:srgbClr val="017298"/>
                </a:solidFill>
                <a:effectLst/>
                <a:uLnTx/>
                <a:uFillTx/>
                <a:latin typeface="Arial" panose="020B0604020202020204" pitchFamily="34" charset="0"/>
                <a:cs typeface="Arial" panose="020B0604020202020204" pitchFamily="34" charset="0"/>
                <a:sym typeface="Avenir Book"/>
              </a:rPr>
              <a:t>’25 to </a:t>
            </a:r>
            <a:r>
              <a:rPr lang="en-US" sz="1800" dirty="0">
                <a:solidFill>
                  <a:srgbClr val="017298"/>
                </a:solidFill>
              </a:rPr>
              <a:t>Mar</a:t>
            </a:r>
            <a:r>
              <a:rPr kumimoji="0" lang="en-US" sz="1800" b="0" i="0" u="none" strike="noStrike" kern="1200" cap="none" spc="0" normalizeH="0" baseline="0" noProof="0" dirty="0">
                <a:ln>
                  <a:noFill/>
                </a:ln>
                <a:solidFill>
                  <a:srgbClr val="017298"/>
                </a:solidFill>
                <a:effectLst/>
                <a:uLnTx/>
                <a:uFillTx/>
                <a:latin typeface="Arial" panose="020B0604020202020204" pitchFamily="34" charset="0"/>
                <a:cs typeface="Arial" panose="020B0604020202020204" pitchFamily="34" charset="0"/>
                <a:sym typeface="Avenir Book"/>
              </a:rPr>
              <a:t>’26 movement</a:t>
            </a:r>
          </a:p>
        </p:txBody>
      </p:sp>
      <p:sp>
        <p:nvSpPr>
          <p:cNvPr id="9" name="TextBox 8">
            <a:extLst>
              <a:ext uri="{FF2B5EF4-FFF2-40B4-BE49-F238E27FC236}">
                <a16:creationId xmlns:a16="http://schemas.microsoft.com/office/drawing/2014/main" id="{3EA21C96-38A6-7AB0-3440-08AE5A2B3400}"/>
              </a:ext>
            </a:extLst>
          </p:cNvPr>
          <p:cNvSpPr txBox="1"/>
          <p:nvPr/>
        </p:nvSpPr>
        <p:spPr>
          <a:xfrm>
            <a:off x="491449" y="6543632"/>
            <a:ext cx="9488031" cy="3693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lvl="0" indent="0" algn="l" defTabSz="914400" rtl="0" eaLnBrk="1" fontAlgn="auto" latinLnBrk="0" hangingPunct="0">
              <a:lnSpc>
                <a:spcPct val="100000"/>
              </a:lnSpc>
              <a:spcBef>
                <a:spcPts val="0"/>
              </a:spcBef>
              <a:spcAft>
                <a:spcPts val="0"/>
              </a:spcAft>
              <a:buClrTx/>
              <a:buSzTx/>
              <a:buFontTx/>
              <a:buNone/>
              <a:tabLst/>
              <a:defRPr/>
            </a:pPr>
            <a:r>
              <a:rPr kumimoji="0" lang="en-GB" sz="900" b="0" i="0" u="none" strike="noStrike" kern="1200" cap="none" spc="0" normalizeH="0" baseline="0" noProof="0" dirty="0">
                <a:ln>
                  <a:noFill/>
                </a:ln>
                <a:solidFill>
                  <a:srgbClr val="000000"/>
                </a:solidFill>
                <a:effectLst/>
                <a:uLnTx/>
                <a:uFillTx/>
                <a:latin typeface="Arial Nova" panose="020B0504020202020204" pitchFamily="34" charset="0"/>
                <a:ea typeface="+mn-ea"/>
                <a:cs typeface="Arial"/>
                <a:sym typeface="Arial"/>
              </a:rPr>
              <a:t>Days on Hand calculated using inventory ending Mar’26 and Valid Demand in </a:t>
            </a:r>
            <a:r>
              <a:rPr lang="en-GB" sz="900" dirty="0">
                <a:solidFill>
                  <a:srgbClr val="000000"/>
                </a:solidFill>
                <a:latin typeface="Arial Nova" panose="020B0504020202020204" pitchFamily="34" charset="0"/>
                <a:cs typeface="Arial"/>
                <a:sym typeface="Arial"/>
              </a:rPr>
              <a:t>Mar</a:t>
            </a:r>
            <a:r>
              <a:rPr kumimoji="0" lang="en-GB" sz="900" b="0" i="0" u="none" strike="noStrike" kern="1200" cap="none" spc="0" normalizeH="0" baseline="0" noProof="0" dirty="0">
                <a:ln>
                  <a:noFill/>
                </a:ln>
                <a:solidFill>
                  <a:srgbClr val="000000"/>
                </a:solidFill>
                <a:effectLst/>
                <a:uLnTx/>
                <a:uFillTx/>
                <a:latin typeface="Arial Nova" panose="020B0504020202020204" pitchFamily="34" charset="0"/>
                <a:ea typeface="+mn-ea"/>
                <a:cs typeface="Arial"/>
                <a:sym typeface="Arial"/>
              </a:rPr>
              <a:t>’26; Portion of Business calculated using Demand vials YTD; </a:t>
            </a:r>
            <a:br>
              <a:rPr kumimoji="0" lang="en-GB" sz="900" b="0" i="0" u="none" strike="noStrike" kern="1200" cap="none" spc="0" normalizeH="0" baseline="0" noProof="0" dirty="0">
                <a:ln>
                  <a:noFill/>
                </a:ln>
                <a:solidFill>
                  <a:srgbClr val="000000"/>
                </a:solidFill>
                <a:effectLst/>
                <a:uLnTx/>
                <a:uFillTx/>
                <a:latin typeface="Arial Nova" panose="020B0504020202020204" pitchFamily="34" charset="0"/>
                <a:ea typeface="+mn-ea"/>
                <a:cs typeface="Arial"/>
                <a:sym typeface="Arial"/>
              </a:rPr>
            </a:br>
            <a:r>
              <a:rPr kumimoji="0" lang="en-GB" sz="900" b="0" i="0" u="none" strike="noStrike" kern="1200" cap="none" spc="0" normalizeH="0" baseline="0" noProof="0" dirty="0">
                <a:ln>
                  <a:noFill/>
                </a:ln>
                <a:solidFill>
                  <a:srgbClr val="000000"/>
                </a:solidFill>
                <a:effectLst/>
                <a:uLnTx/>
                <a:uFillTx/>
                <a:latin typeface="Arial Nova" panose="020B0504020202020204" pitchFamily="34" charset="0"/>
                <a:ea typeface="+mn-ea"/>
                <a:cs typeface="Arial"/>
                <a:sym typeface="Arial"/>
              </a:rPr>
              <a:t>CENCORA: (ASD + Oncology Supply), MPB: Mckesson Plasma And Biologics, MSH: Mckesson Specialty</a:t>
            </a:r>
            <a:endParaRPr kumimoji="0" lang="en-IN" sz="900" b="0" i="0" u="none" strike="noStrike" kern="1200" cap="none" spc="0" normalizeH="0" baseline="0" noProof="0" dirty="0">
              <a:ln>
                <a:noFill/>
              </a:ln>
              <a:solidFill>
                <a:srgbClr val="000000"/>
              </a:solidFill>
              <a:effectLst/>
              <a:uLnTx/>
              <a:uFillTx/>
              <a:latin typeface="Arial" panose="020B0604020202020204"/>
              <a:ea typeface="+mn-ea"/>
              <a:cs typeface="+mn-cs"/>
              <a:sym typeface="Calibri"/>
            </a:endParaRPr>
          </a:p>
        </p:txBody>
      </p:sp>
      <p:graphicFrame>
        <p:nvGraphicFramePr>
          <p:cNvPr id="15" name="Chart 14">
            <a:extLst>
              <a:ext uri="{FF2B5EF4-FFF2-40B4-BE49-F238E27FC236}">
                <a16:creationId xmlns:a16="http://schemas.microsoft.com/office/drawing/2014/main" id="{3E6FF19E-7369-E369-6AB7-346B54566DE7}"/>
              </a:ext>
            </a:extLst>
          </p:cNvPr>
          <p:cNvGraphicFramePr>
            <a:graphicFrameLocks/>
          </p:cNvGraphicFramePr>
          <p:nvPr/>
        </p:nvGraphicFramePr>
        <p:xfrm>
          <a:off x="5764491" y="4155229"/>
          <a:ext cx="2678469" cy="2174738"/>
        </p:xfrm>
        <a:graphic>
          <a:graphicData uri="http://schemas.openxmlformats.org/drawingml/2006/chart">
            <c:chart xmlns:c="http://schemas.openxmlformats.org/drawingml/2006/chart" xmlns:r="http://schemas.openxmlformats.org/officeDocument/2006/relationships" r:id="rId5"/>
          </a:graphicData>
        </a:graphic>
      </p:graphicFrame>
      <p:sp>
        <p:nvSpPr>
          <p:cNvPr id="16" name="Content Placeholder 5">
            <a:extLst>
              <a:ext uri="{FF2B5EF4-FFF2-40B4-BE49-F238E27FC236}">
                <a16:creationId xmlns:a16="http://schemas.microsoft.com/office/drawing/2014/main" id="{52397D73-4E58-16E0-7098-727CDD144A49}"/>
              </a:ext>
            </a:extLst>
          </p:cNvPr>
          <p:cNvSpPr txBox="1">
            <a:spLocks/>
          </p:cNvSpPr>
          <p:nvPr/>
        </p:nvSpPr>
        <p:spPr>
          <a:xfrm>
            <a:off x="8563679" y="4155230"/>
            <a:ext cx="3294165" cy="2174737"/>
          </a:xfrm>
          <a:prstGeom prst="rect">
            <a:avLst/>
          </a:prstGeom>
          <a:ln w="12700">
            <a:solidFill>
              <a:schemeClr val="bg1">
                <a:lumMod val="65000"/>
              </a:schemeClr>
            </a:solidFill>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20" rIns="45719" anchor="ctr">
            <a:noAutofit/>
          </a:bodyPr>
          <a:lstStyle>
            <a:lvl1pPr marL="228560" marR="0" indent="-228560" algn="l" defTabSz="914240" eaLnBrk="1" latinLnBrk="0" hangingPunct="1">
              <a:lnSpc>
                <a:spcPct val="90000"/>
              </a:lnSpc>
              <a:spcBef>
                <a:spcPts val="1000"/>
              </a:spcBef>
              <a:spcAft>
                <a:spcPts val="400"/>
              </a:spcAft>
              <a:buClr>
                <a:schemeClr val="accent4"/>
              </a:buClr>
              <a:buSzPct val="100000"/>
              <a:buFont typeface="Arial" panose="020B0604020202020204" pitchFamily="34" charset="0"/>
              <a:buChar char="•"/>
              <a:tabLst/>
              <a:defRPr sz="1600" b="0" i="0" u="none" strike="noStrike" cap="none" spc="0" baseline="0">
                <a:solidFill>
                  <a:schemeClr val="bg2"/>
                </a:solidFill>
                <a:uFillTx/>
                <a:latin typeface="Arial" panose="020B0604020202020204" pitchFamily="34" charset="0"/>
                <a:ea typeface="Arial" panose="020B0604020202020204" pitchFamily="34" charset="0"/>
                <a:cs typeface="Arial" panose="020B0604020202020204" pitchFamily="34" charset="0"/>
                <a:sym typeface="Avenir Book"/>
              </a:defRPr>
            </a:lvl1pPr>
            <a:lvl2pPr marL="463550" marR="0" indent="-165100" algn="l" defTabSz="914240" eaLnBrk="1" latinLnBrk="0" hangingPunct="1">
              <a:lnSpc>
                <a:spcPct val="90000"/>
              </a:lnSpc>
              <a:spcBef>
                <a:spcPts val="400"/>
              </a:spcBef>
              <a:spcAft>
                <a:spcPts val="400"/>
              </a:spcAft>
              <a:buClr>
                <a:schemeClr val="accent4"/>
              </a:buClr>
              <a:buSzPct val="100000"/>
              <a:buFont typeface="System Font Regular"/>
              <a:buChar char="–"/>
              <a:tabLst/>
              <a:defRPr sz="1400" b="0" i="0" u="none" strike="noStrike" cap="none" spc="0" baseline="0">
                <a:solidFill>
                  <a:schemeClr val="bg2"/>
                </a:solidFill>
                <a:uFillTx/>
                <a:latin typeface="Arial" panose="020B0604020202020204" pitchFamily="34" charset="0"/>
                <a:ea typeface="Arial" panose="020B0604020202020204" pitchFamily="34" charset="0"/>
                <a:cs typeface="Arial" panose="020B0604020202020204" pitchFamily="34" charset="0"/>
                <a:sym typeface="Avenir Book"/>
              </a:defRPr>
            </a:lvl2pPr>
            <a:lvl3pPr marL="687388" marR="0" indent="-173038" algn="l" defTabSz="914240" eaLnBrk="1" latinLnBrk="0" hangingPunct="1">
              <a:lnSpc>
                <a:spcPct val="90000"/>
              </a:lnSpc>
              <a:spcBef>
                <a:spcPts val="400"/>
              </a:spcBef>
              <a:spcAft>
                <a:spcPts val="400"/>
              </a:spcAft>
              <a:buClr>
                <a:schemeClr val="accent4"/>
              </a:buClr>
              <a:buSzPct val="100000"/>
              <a:buFont typeface="Arial" panose="020B0604020202020204" pitchFamily="34" charset="0"/>
              <a:buChar char="•"/>
              <a:tabLst/>
              <a:defRPr sz="1200" b="0" i="0" u="none" strike="noStrike" cap="none" spc="0" baseline="0">
                <a:solidFill>
                  <a:schemeClr val="bg2"/>
                </a:solidFill>
                <a:uFillTx/>
                <a:latin typeface="Arial" panose="020B0604020202020204" pitchFamily="34" charset="0"/>
                <a:ea typeface="Arial" panose="020B0604020202020204" pitchFamily="34" charset="0"/>
                <a:cs typeface="Arial" panose="020B0604020202020204" pitchFamily="34" charset="0"/>
                <a:sym typeface="Avenir Book"/>
              </a:defRPr>
            </a:lvl3pPr>
            <a:lvl4pPr marL="862013" marR="0" indent="-157163" algn="l" defTabSz="914240" eaLnBrk="1" latinLnBrk="0" hangingPunct="1">
              <a:lnSpc>
                <a:spcPct val="90000"/>
              </a:lnSpc>
              <a:spcBef>
                <a:spcPts val="400"/>
              </a:spcBef>
              <a:spcAft>
                <a:spcPts val="400"/>
              </a:spcAft>
              <a:buClr>
                <a:schemeClr val="accent4"/>
              </a:buClr>
              <a:buSzPct val="100000"/>
              <a:buFont typeface="System Font Regular"/>
              <a:buChar char="–"/>
              <a:tabLst/>
              <a:defRPr sz="1200" b="0" i="0" u="none" strike="noStrike" cap="none" spc="0" baseline="0">
                <a:solidFill>
                  <a:schemeClr val="bg2"/>
                </a:solidFill>
                <a:uFillTx/>
                <a:latin typeface="Arial" panose="020B0604020202020204" pitchFamily="34" charset="0"/>
                <a:ea typeface="Arial" panose="020B0604020202020204" pitchFamily="34" charset="0"/>
                <a:cs typeface="Arial" panose="020B0604020202020204" pitchFamily="34" charset="0"/>
                <a:sym typeface="Avenir Book"/>
              </a:defRPr>
            </a:lvl4pPr>
            <a:lvl5pPr marL="1085850" marR="0" indent="-157163" algn="l" defTabSz="914240" eaLnBrk="1" latinLnBrk="0" hangingPunct="1">
              <a:lnSpc>
                <a:spcPct val="90000"/>
              </a:lnSpc>
              <a:spcBef>
                <a:spcPts val="400"/>
              </a:spcBef>
              <a:spcAft>
                <a:spcPts val="400"/>
              </a:spcAft>
              <a:buClr>
                <a:schemeClr val="accent4"/>
              </a:buClr>
              <a:buSzPct val="100000"/>
              <a:buFont typeface="Arial" panose="020B0604020202020204" pitchFamily="34" charset="0"/>
              <a:buChar char="•"/>
              <a:tabLst/>
              <a:defRPr sz="1200" b="0" i="0" u="none" strike="noStrike" cap="none" spc="0" baseline="0">
                <a:solidFill>
                  <a:schemeClr val="bg2"/>
                </a:solidFill>
                <a:uFillTx/>
                <a:latin typeface="Arial" panose="020B0604020202020204" pitchFamily="34" charset="0"/>
                <a:ea typeface="Arial" panose="020B0604020202020204" pitchFamily="34" charset="0"/>
                <a:cs typeface="Arial" panose="020B0604020202020204" pitchFamily="34" charset="0"/>
                <a:sym typeface="Avenir Book"/>
              </a:defRPr>
            </a:lvl5pPr>
            <a:lvl6pPr marL="2502130" marR="0" indent="-216530" algn="l" defTabSz="914240" eaLnBrk="1" latinLnBrk="0" hangingPunct="1">
              <a:lnSpc>
                <a:spcPct val="90000"/>
              </a:lnSpc>
              <a:spcBef>
                <a:spcPts val="1000"/>
              </a:spcBef>
              <a:spcAft>
                <a:spcPts val="0"/>
              </a:spcAft>
              <a:buClrTx/>
              <a:buSzPct val="100000"/>
              <a:buFont typeface="Arial"/>
              <a:buChar char="•"/>
              <a:tabLst/>
              <a:defRPr sz="1800" b="0" i="0" u="none" strike="noStrike" cap="none" spc="0" baseline="0">
                <a:solidFill>
                  <a:srgbClr val="50626A"/>
                </a:solidFill>
                <a:uFillTx/>
                <a:latin typeface="Avenir Book"/>
                <a:ea typeface="Avenir Book"/>
                <a:cs typeface="Avenir Book"/>
                <a:sym typeface="Avenir Book"/>
              </a:defRPr>
            </a:lvl6pPr>
            <a:lvl7pPr marL="2959250" marR="0" indent="-216530" algn="l" defTabSz="914240" eaLnBrk="1" latinLnBrk="0" hangingPunct="1">
              <a:lnSpc>
                <a:spcPct val="90000"/>
              </a:lnSpc>
              <a:spcBef>
                <a:spcPts val="1000"/>
              </a:spcBef>
              <a:spcAft>
                <a:spcPts val="0"/>
              </a:spcAft>
              <a:buClrTx/>
              <a:buSzPct val="100000"/>
              <a:buFont typeface="Arial"/>
              <a:buChar char="•"/>
              <a:tabLst/>
              <a:defRPr sz="1800" b="0" i="0" u="none" strike="noStrike" cap="none" spc="0" baseline="0">
                <a:solidFill>
                  <a:srgbClr val="50626A"/>
                </a:solidFill>
                <a:uFillTx/>
                <a:latin typeface="Avenir Book"/>
                <a:ea typeface="Avenir Book"/>
                <a:cs typeface="Avenir Book"/>
                <a:sym typeface="Avenir Book"/>
              </a:defRPr>
            </a:lvl7pPr>
            <a:lvl8pPr marL="3416370" marR="0" indent="-216530" algn="l" defTabSz="914240" eaLnBrk="1" latinLnBrk="0" hangingPunct="1">
              <a:lnSpc>
                <a:spcPct val="90000"/>
              </a:lnSpc>
              <a:spcBef>
                <a:spcPts val="1000"/>
              </a:spcBef>
              <a:spcAft>
                <a:spcPts val="0"/>
              </a:spcAft>
              <a:buClrTx/>
              <a:buSzPct val="100000"/>
              <a:buFont typeface="Arial"/>
              <a:buChar char="•"/>
              <a:tabLst/>
              <a:defRPr sz="1800" b="0" i="0" u="none" strike="noStrike" cap="none" spc="0" baseline="0">
                <a:solidFill>
                  <a:srgbClr val="50626A"/>
                </a:solidFill>
                <a:uFillTx/>
                <a:latin typeface="Avenir Book"/>
                <a:ea typeface="Avenir Book"/>
                <a:cs typeface="Avenir Book"/>
                <a:sym typeface="Avenir Book"/>
              </a:defRPr>
            </a:lvl8pPr>
            <a:lvl9pPr marL="3873490" marR="0" indent="-216530" algn="l" defTabSz="914240" eaLnBrk="1" latinLnBrk="0" hangingPunct="1">
              <a:lnSpc>
                <a:spcPct val="90000"/>
              </a:lnSpc>
              <a:spcBef>
                <a:spcPts val="1000"/>
              </a:spcBef>
              <a:spcAft>
                <a:spcPts val="0"/>
              </a:spcAft>
              <a:buClrTx/>
              <a:buSzPct val="100000"/>
              <a:buFont typeface="Arial"/>
              <a:buChar char="•"/>
              <a:tabLst/>
              <a:defRPr sz="1800" b="0" i="0" u="none" strike="noStrike" cap="none" spc="0" baseline="0">
                <a:solidFill>
                  <a:srgbClr val="50626A"/>
                </a:solidFill>
                <a:uFillTx/>
                <a:latin typeface="Avenir Book"/>
                <a:ea typeface="Avenir Book"/>
                <a:cs typeface="Avenir Book"/>
                <a:sym typeface="Avenir Book"/>
              </a:defRPr>
            </a:lvl9pPr>
          </a:lstStyle>
          <a:p>
            <a:pPr marL="228560" marR="0" lvl="0" indent="-228560" algn="l" defTabSz="914400" rtl="0" eaLnBrk="1" fontAlgn="auto" latinLnBrk="0" hangingPunct="0">
              <a:lnSpc>
                <a:spcPct val="100000"/>
              </a:lnSpc>
              <a:spcBef>
                <a:spcPts val="0"/>
              </a:spcBef>
              <a:spcAft>
                <a:spcPts val="0"/>
              </a:spcAft>
              <a:buClrTx/>
              <a:buSzTx/>
              <a:buFont typeface="Arial" panose="020B0604020202020204" pitchFamily="34" charset="0"/>
              <a:buChar char="•"/>
              <a:tabLst/>
              <a:defRPr/>
            </a:pPr>
            <a:endParaRPr kumimoji="0" lang="en-US" sz="1200" b="0" i="0" u="none" strike="noStrike" kern="1200" cap="none" spc="0" normalizeH="0" baseline="0" noProof="0" dirty="0">
              <a:ln>
                <a:noFill/>
              </a:ln>
              <a:solidFill>
                <a:srgbClr val="000738"/>
              </a:solidFill>
              <a:effectLst/>
              <a:uLnTx/>
              <a:uFillTx/>
              <a:latin typeface="Arial" panose="020B0604020202020204"/>
              <a:cs typeface="Arial" panose="020B0604020202020204" pitchFamily="34" charset="0"/>
              <a:sym typeface="Calibri"/>
            </a:endParaRPr>
          </a:p>
          <a:p>
            <a:pPr marL="228560" marR="0" lvl="0" indent="-228560" algn="l" defTabSz="914400" rtl="0" eaLnBrk="1" fontAlgn="auto" latinLnBrk="0" hangingPunct="0">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738"/>
                </a:solidFill>
                <a:effectLst/>
                <a:uLnTx/>
                <a:uFillTx/>
                <a:latin typeface="Arial" panose="020B0604020202020204"/>
                <a:cs typeface="Arial" panose="020B0604020202020204" pitchFamily="34" charset="0"/>
                <a:sym typeface="Calibri"/>
              </a:rPr>
              <a:t>Mckesson Plasma And Biologics and </a:t>
            </a:r>
            <a:r>
              <a:rPr kumimoji="0" lang="en-US" sz="1200" b="0" i="0" u="none" strike="noStrike" kern="1200" cap="none" spc="0" normalizeH="0" baseline="0" noProof="0" dirty="0" err="1">
                <a:ln>
                  <a:noFill/>
                </a:ln>
                <a:solidFill>
                  <a:srgbClr val="000738"/>
                </a:solidFill>
                <a:effectLst/>
                <a:uLnTx/>
                <a:uFillTx/>
                <a:latin typeface="Arial" panose="020B0604020202020204"/>
                <a:cs typeface="Arial" panose="020B0604020202020204" pitchFamily="34" charset="0"/>
                <a:sym typeface="Calibri"/>
              </a:rPr>
              <a:t>Cencora</a:t>
            </a:r>
            <a:r>
              <a:rPr kumimoji="0" lang="en-GB" sz="1200" b="0" i="0" u="none" strike="noStrike" kern="1200" cap="none" spc="0" normalizeH="0" baseline="0" noProof="0" dirty="0">
                <a:ln>
                  <a:noFill/>
                </a:ln>
                <a:solidFill>
                  <a:srgbClr val="000738"/>
                </a:solidFill>
                <a:effectLst/>
                <a:uLnTx/>
                <a:uFillTx/>
                <a:latin typeface="Arial" panose="020B0604020202020204"/>
                <a:cs typeface="Arial" panose="020B0604020202020204" pitchFamily="34" charset="0"/>
                <a:sym typeface="Arial"/>
              </a:rPr>
              <a:t>,</a:t>
            </a:r>
            <a:r>
              <a:rPr kumimoji="0" lang="en-US" sz="1200" b="0" i="0" u="none" strike="noStrike" kern="1200" cap="none" spc="0" normalizeH="0" baseline="0" noProof="0" dirty="0">
                <a:ln>
                  <a:noFill/>
                </a:ln>
                <a:solidFill>
                  <a:srgbClr val="000738"/>
                </a:solidFill>
                <a:effectLst/>
                <a:uLnTx/>
                <a:uFillTx/>
                <a:latin typeface="Arial" panose="020B0604020202020204"/>
                <a:cs typeface="Arial" panose="020B0604020202020204" pitchFamily="34" charset="0"/>
                <a:sym typeface="Calibri"/>
              </a:rPr>
              <a:t> are major customers ~ </a:t>
            </a:r>
            <a:r>
              <a:rPr lang="en-US" sz="1200" dirty="0">
                <a:solidFill>
                  <a:srgbClr val="000738"/>
                </a:solidFill>
                <a:latin typeface="Arial" panose="020B0604020202020204"/>
                <a:sym typeface="Calibri"/>
              </a:rPr>
              <a:t>44</a:t>
            </a:r>
            <a:r>
              <a:rPr kumimoji="0" lang="en-US" sz="1200" b="0" i="0" u="none" strike="noStrike" kern="1200" cap="none" spc="0" normalizeH="0" baseline="0" noProof="0" dirty="0">
                <a:ln>
                  <a:noFill/>
                </a:ln>
                <a:solidFill>
                  <a:srgbClr val="000738"/>
                </a:solidFill>
                <a:effectLst/>
                <a:uLnTx/>
                <a:uFillTx/>
                <a:latin typeface="Arial" panose="020B0604020202020204"/>
                <a:cs typeface="Arial" panose="020B0604020202020204" pitchFamily="34" charset="0"/>
                <a:sym typeface="Calibri"/>
              </a:rPr>
              <a:t>%</a:t>
            </a:r>
          </a:p>
          <a:p>
            <a:pPr marL="0" marR="0" lvl="0" indent="0" algn="l" defTabSz="914400" rtl="0" eaLnBrk="1" fontAlgn="auto" latinLnBrk="0" hangingPunct="0">
              <a:lnSpc>
                <a:spcPct val="100000"/>
              </a:lnSpc>
              <a:spcBef>
                <a:spcPts val="0"/>
              </a:spcBef>
              <a:spcAft>
                <a:spcPts val="0"/>
              </a:spcAft>
              <a:buClrTx/>
              <a:buSzTx/>
              <a:buFont typeface="Arial" panose="020B0604020202020204" pitchFamily="34" charset="0"/>
              <a:buNone/>
              <a:tabLst/>
              <a:defRPr/>
            </a:pPr>
            <a:endParaRPr kumimoji="0" lang="en-US" sz="1200" b="0" i="0" u="none" strike="noStrike" kern="1200" cap="none" spc="0" normalizeH="0" baseline="0" noProof="0" dirty="0">
              <a:ln>
                <a:noFill/>
              </a:ln>
              <a:solidFill>
                <a:srgbClr val="000738"/>
              </a:solidFill>
              <a:effectLst/>
              <a:uLnTx/>
              <a:uFillTx/>
              <a:latin typeface="Arial" panose="020B0604020202020204"/>
              <a:cs typeface="Arial" panose="020B0604020202020204" pitchFamily="34" charset="0"/>
              <a:sym typeface="Calibri"/>
            </a:endParaRPr>
          </a:p>
          <a:p>
            <a:pPr marL="228560" marR="0" lvl="0" indent="-228560" algn="l" defTabSz="914400" rtl="0" eaLnBrk="1" fontAlgn="auto" latinLnBrk="0" hangingPunct="0">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738"/>
                </a:solidFill>
                <a:effectLst/>
                <a:uLnTx/>
                <a:uFillTx/>
                <a:latin typeface="Arial" panose="020B0604020202020204"/>
                <a:cs typeface="Arial" panose="020B0604020202020204" pitchFamily="34" charset="0"/>
                <a:sym typeface="Calibri"/>
              </a:rPr>
              <a:t>Mckesson Specialty is the smallest SD with 20% of the business</a:t>
            </a:r>
          </a:p>
          <a:p>
            <a:pPr marL="228560" marR="0" lvl="0" indent="-228560" algn="l" defTabSz="914400" rtl="0" eaLnBrk="1" fontAlgn="auto" latinLnBrk="0" hangingPunct="0">
              <a:lnSpc>
                <a:spcPct val="100000"/>
              </a:lnSpc>
              <a:spcBef>
                <a:spcPts val="0"/>
              </a:spcBef>
              <a:spcAft>
                <a:spcPts val="0"/>
              </a:spcAft>
              <a:buClrTx/>
              <a:buSzTx/>
              <a:buFont typeface="Arial" panose="020B0604020202020204" pitchFamily="34" charset="0"/>
              <a:buChar char="•"/>
              <a:tabLst/>
              <a:defRPr/>
            </a:pPr>
            <a:endParaRPr kumimoji="0" lang="en-US" sz="1200" b="0" i="0" u="none" strike="noStrike" kern="1200" cap="none" spc="0" normalizeH="0" baseline="0" noProof="0" dirty="0">
              <a:ln>
                <a:noFill/>
              </a:ln>
              <a:solidFill>
                <a:srgbClr val="000738"/>
              </a:solidFill>
              <a:effectLst/>
              <a:uLnTx/>
              <a:uFillTx/>
              <a:latin typeface="Arial" panose="020B0604020202020204" pitchFamily="34" charset="0"/>
              <a:cs typeface="Arial" panose="020B0604020202020204" pitchFamily="34" charset="0"/>
              <a:sym typeface="Avenir Book"/>
            </a:endParaRPr>
          </a:p>
          <a:p>
            <a:pPr marL="228560" marR="0" lvl="0" indent="-228560" algn="l" defTabSz="914400" rtl="0" eaLnBrk="1" fontAlgn="auto" latinLnBrk="0" hangingPunct="0">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738"/>
                </a:solidFill>
                <a:effectLst/>
                <a:uLnTx/>
                <a:uFillTx/>
                <a:latin typeface="Arial" panose="020B0604020202020204" pitchFamily="34" charset="0"/>
                <a:cs typeface="Arial" panose="020B0604020202020204" pitchFamily="34" charset="0"/>
                <a:sym typeface="Avenir Book"/>
              </a:rPr>
              <a:t>Tanner commenced direct purchases from Aadi, no inventory maintained as they buy for existing demand</a:t>
            </a:r>
          </a:p>
          <a:p>
            <a:pPr marL="228560" marR="0" lvl="0" indent="-228560" algn="l" defTabSz="914400" rtl="0" eaLnBrk="1" fontAlgn="auto" latinLnBrk="0" hangingPunct="0">
              <a:lnSpc>
                <a:spcPct val="100000"/>
              </a:lnSpc>
              <a:spcBef>
                <a:spcPts val="0"/>
              </a:spcBef>
              <a:spcAft>
                <a:spcPts val="0"/>
              </a:spcAft>
              <a:buClrTx/>
              <a:buSzTx/>
              <a:buFont typeface="Arial" panose="020B0604020202020204" pitchFamily="34" charset="0"/>
              <a:buChar char="•"/>
              <a:tabLst/>
              <a:defRPr/>
            </a:pPr>
            <a:endParaRPr kumimoji="0" lang="en-US" sz="1200" b="0" i="0" u="none" strike="noStrike" kern="1200" cap="none" spc="0" normalizeH="0" baseline="0" noProof="0" dirty="0">
              <a:ln>
                <a:noFill/>
              </a:ln>
              <a:solidFill>
                <a:srgbClr val="000738"/>
              </a:solidFill>
              <a:effectLst/>
              <a:uLnTx/>
              <a:uFillTx/>
              <a:latin typeface="Arial" panose="020B0604020202020204"/>
              <a:cs typeface="Arial" panose="020B0604020202020204" pitchFamily="34" charset="0"/>
              <a:sym typeface="Calibri"/>
            </a:endParaRPr>
          </a:p>
        </p:txBody>
      </p:sp>
    </p:spTree>
    <p:extLst>
      <p:ext uri="{BB962C8B-B14F-4D97-AF65-F5344CB8AC3E}">
        <p14:creationId xmlns:p14="http://schemas.microsoft.com/office/powerpoint/2010/main" val="25162786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5F2576-3815-D649-A0E4-734046B640C1}"/>
            </a:ext>
          </a:extLst>
        </p:cNvPr>
        <p:cNvGrpSpPr/>
        <p:nvPr/>
      </p:nvGrpSpPr>
      <p:grpSpPr>
        <a:xfrm>
          <a:off x="0" y="0"/>
          <a:ext cx="0" cy="0"/>
          <a:chOff x="0" y="0"/>
          <a:chExt cx="0" cy="0"/>
        </a:xfrm>
      </p:grpSpPr>
      <p:graphicFrame>
        <p:nvGraphicFramePr>
          <p:cNvPr id="26" name="Chart 25">
            <a:extLst>
              <a:ext uri="{FF2B5EF4-FFF2-40B4-BE49-F238E27FC236}">
                <a16:creationId xmlns:a16="http://schemas.microsoft.com/office/drawing/2014/main" id="{3A83D5FB-69C7-8405-8D41-69BDE09A4D4E}"/>
              </a:ext>
            </a:extLst>
          </p:cNvPr>
          <p:cNvGraphicFramePr/>
          <p:nvPr/>
        </p:nvGraphicFramePr>
        <p:xfrm>
          <a:off x="4316860" y="524806"/>
          <a:ext cx="3322095" cy="1586223"/>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22" name="Chart 21">
            <a:extLst>
              <a:ext uri="{FF2B5EF4-FFF2-40B4-BE49-F238E27FC236}">
                <a16:creationId xmlns:a16="http://schemas.microsoft.com/office/drawing/2014/main" id="{079D4896-4C8E-D12C-2E62-BD2A5A824B03}"/>
              </a:ext>
            </a:extLst>
          </p:cNvPr>
          <p:cNvGraphicFramePr/>
          <p:nvPr/>
        </p:nvGraphicFramePr>
        <p:xfrm>
          <a:off x="5261271" y="825290"/>
          <a:ext cx="2555589" cy="1268333"/>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61" name="Chart 60">
            <a:extLst>
              <a:ext uri="{FF2B5EF4-FFF2-40B4-BE49-F238E27FC236}">
                <a16:creationId xmlns:a16="http://schemas.microsoft.com/office/drawing/2014/main" id="{C34FC3BF-D345-2E74-59EA-DFE4057F18A7}"/>
              </a:ext>
            </a:extLst>
          </p:cNvPr>
          <p:cNvGraphicFramePr/>
          <p:nvPr/>
        </p:nvGraphicFramePr>
        <p:xfrm>
          <a:off x="104776" y="586449"/>
          <a:ext cx="2142308" cy="1564701"/>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27" name="Chart 26">
            <a:extLst>
              <a:ext uri="{FF2B5EF4-FFF2-40B4-BE49-F238E27FC236}">
                <a16:creationId xmlns:a16="http://schemas.microsoft.com/office/drawing/2014/main" id="{7FCF3B64-4225-923E-7355-14CD8EF19EDF}"/>
              </a:ext>
            </a:extLst>
          </p:cNvPr>
          <p:cNvGraphicFramePr/>
          <p:nvPr/>
        </p:nvGraphicFramePr>
        <p:xfrm>
          <a:off x="6440369" y="642949"/>
          <a:ext cx="2745820" cy="1497538"/>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6" name="Chart 5">
            <a:extLst>
              <a:ext uri="{FF2B5EF4-FFF2-40B4-BE49-F238E27FC236}">
                <a16:creationId xmlns:a16="http://schemas.microsoft.com/office/drawing/2014/main" id="{089B8C71-DEB2-2F34-179F-104E91C55F1A}"/>
              </a:ext>
            </a:extLst>
          </p:cNvPr>
          <p:cNvGraphicFramePr/>
          <p:nvPr/>
        </p:nvGraphicFramePr>
        <p:xfrm>
          <a:off x="263803" y="573243"/>
          <a:ext cx="4245921" cy="1573685"/>
        </p:xfrm>
        <a:graphic>
          <a:graphicData uri="http://schemas.openxmlformats.org/drawingml/2006/chart">
            <c:chart xmlns:c="http://schemas.openxmlformats.org/drawingml/2006/chart" xmlns:r="http://schemas.openxmlformats.org/officeDocument/2006/relationships" r:id="rId7"/>
          </a:graphicData>
        </a:graphic>
      </p:graphicFrame>
      <p:graphicFrame>
        <p:nvGraphicFramePr>
          <p:cNvPr id="10" name="Chart 9">
            <a:extLst>
              <a:ext uri="{FF2B5EF4-FFF2-40B4-BE49-F238E27FC236}">
                <a16:creationId xmlns:a16="http://schemas.microsoft.com/office/drawing/2014/main" id="{B842B4A0-E917-066A-F700-A4BFAF4ABE41}"/>
              </a:ext>
            </a:extLst>
          </p:cNvPr>
          <p:cNvGraphicFramePr/>
          <p:nvPr/>
        </p:nvGraphicFramePr>
        <p:xfrm>
          <a:off x="1805185" y="535773"/>
          <a:ext cx="2508258" cy="1622102"/>
        </p:xfrm>
        <a:graphic>
          <a:graphicData uri="http://schemas.openxmlformats.org/drawingml/2006/chart">
            <c:chart xmlns:c="http://schemas.openxmlformats.org/drawingml/2006/chart" xmlns:r="http://schemas.openxmlformats.org/officeDocument/2006/relationships" r:id="rId8"/>
          </a:graphicData>
        </a:graphic>
      </p:graphicFrame>
      <p:graphicFrame>
        <p:nvGraphicFramePr>
          <p:cNvPr id="132" name="Chart 131">
            <a:extLst>
              <a:ext uri="{FF2B5EF4-FFF2-40B4-BE49-F238E27FC236}">
                <a16:creationId xmlns:a16="http://schemas.microsoft.com/office/drawing/2014/main" id="{EFEDEB2A-9384-7A0A-CF10-3B8AEFCDB30C}"/>
              </a:ext>
            </a:extLst>
          </p:cNvPr>
          <p:cNvGraphicFramePr/>
          <p:nvPr/>
        </p:nvGraphicFramePr>
        <p:xfrm>
          <a:off x="160985" y="2752390"/>
          <a:ext cx="1224505" cy="1503120"/>
        </p:xfrm>
        <a:graphic>
          <a:graphicData uri="http://schemas.openxmlformats.org/drawingml/2006/chart">
            <c:chart xmlns:c="http://schemas.openxmlformats.org/drawingml/2006/chart" xmlns:r="http://schemas.openxmlformats.org/officeDocument/2006/relationships" r:id="rId9"/>
          </a:graphicData>
        </a:graphic>
      </p:graphicFrame>
      <p:sp>
        <p:nvSpPr>
          <p:cNvPr id="135" name="Rectangle 134">
            <a:extLst>
              <a:ext uri="{FF2B5EF4-FFF2-40B4-BE49-F238E27FC236}">
                <a16:creationId xmlns:a16="http://schemas.microsoft.com/office/drawing/2014/main" id="{72BF3138-85B7-F9D5-2017-9A0B203B1038}"/>
              </a:ext>
            </a:extLst>
          </p:cNvPr>
          <p:cNvSpPr/>
          <p:nvPr/>
        </p:nvSpPr>
        <p:spPr>
          <a:xfrm>
            <a:off x="208008" y="2762395"/>
            <a:ext cx="3204028" cy="1463040"/>
          </a:xfrm>
          <a:prstGeom prst="rect">
            <a:avLst/>
          </a:prstGeom>
          <a:noFill/>
          <a:ln w="19050" cap="flat">
            <a:solidFill>
              <a:srgbClr val="989898"/>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lstStyle/>
          <a:p>
            <a:pPr marL="0" marR="0" lvl="0" indent="0" algn="ctr" defTabSz="914400" rtl="0" eaLnBrk="1" fontAlgn="auto" latinLnBrk="0" hangingPunct="0">
              <a:lnSpc>
                <a:spcPct val="100000"/>
              </a:lnSpc>
              <a:spcBef>
                <a:spcPts val="0"/>
              </a:spcBef>
              <a:spcAft>
                <a:spcPts val="0"/>
              </a:spcAft>
              <a:buClrTx/>
              <a:buSzTx/>
              <a:buFontTx/>
              <a:buNone/>
              <a:tabLst/>
              <a:defRPr/>
            </a:pPr>
            <a:endParaRPr kumimoji="0" lang="en-US" sz="1200" b="1" i="0" u="none" strike="noStrike" kern="0" cap="none" spc="0" normalizeH="0" baseline="0" noProof="0">
              <a:ln>
                <a:noFill/>
              </a:ln>
              <a:solidFill>
                <a:srgbClr val="000738"/>
              </a:solidFill>
              <a:effectLst/>
              <a:uLnTx/>
              <a:uFillTx/>
              <a:latin typeface="Arial Nova" panose="020B0504020202020204" pitchFamily="34" charset="0"/>
              <a:ea typeface="+mn-ea"/>
              <a:cs typeface="Arial"/>
              <a:sym typeface="Calibri"/>
            </a:endParaRPr>
          </a:p>
        </p:txBody>
      </p:sp>
      <p:graphicFrame>
        <p:nvGraphicFramePr>
          <p:cNvPr id="187" name="Chart 186">
            <a:extLst>
              <a:ext uri="{FF2B5EF4-FFF2-40B4-BE49-F238E27FC236}">
                <a16:creationId xmlns:a16="http://schemas.microsoft.com/office/drawing/2014/main" id="{0482BBA9-8D85-ABB5-A10F-B632031BC63D}"/>
              </a:ext>
            </a:extLst>
          </p:cNvPr>
          <p:cNvGraphicFramePr/>
          <p:nvPr/>
        </p:nvGraphicFramePr>
        <p:xfrm>
          <a:off x="7068128" y="2773920"/>
          <a:ext cx="1806829" cy="1451516"/>
        </p:xfrm>
        <a:graphic>
          <a:graphicData uri="http://schemas.openxmlformats.org/drawingml/2006/chart">
            <c:chart xmlns:c="http://schemas.openxmlformats.org/drawingml/2006/chart" xmlns:r="http://schemas.openxmlformats.org/officeDocument/2006/relationships" r:id="rId10"/>
          </a:graphicData>
        </a:graphic>
      </p:graphicFrame>
      <p:sp>
        <p:nvSpPr>
          <p:cNvPr id="188" name="TextBox 187">
            <a:extLst>
              <a:ext uri="{FF2B5EF4-FFF2-40B4-BE49-F238E27FC236}">
                <a16:creationId xmlns:a16="http://schemas.microsoft.com/office/drawing/2014/main" id="{F38DD397-CDAE-4741-D94D-8983ED04B348}"/>
              </a:ext>
            </a:extLst>
          </p:cNvPr>
          <p:cNvSpPr txBox="1"/>
          <p:nvPr/>
        </p:nvSpPr>
        <p:spPr>
          <a:xfrm>
            <a:off x="7062673" y="2522087"/>
            <a:ext cx="1822149" cy="246221"/>
          </a:xfrm>
          <a:prstGeom prst="rect">
            <a:avLst/>
          </a:prstGeom>
          <a:solidFill>
            <a:schemeClr val="accent1"/>
          </a:solidFill>
          <a:ln>
            <a:noFill/>
            <a:extLst>
              <a:ext uri="{C807C97D-BFC1-408E-A445-0C87EB9F89A2}">
                <ask:lineSketchStyleProps xmlns:ask="http://schemas.microsoft.com/office/drawing/2018/sketchyshapes">
                  <ask:type>
                    <ask:lineSketchNone/>
                  </ask:type>
                </ask:lineSketchStyleProps>
              </a:ext>
            </a:extLst>
          </a:ln>
        </p:spPr>
        <p:txBody>
          <a:bodyPr wrap="square" rtlCol="0">
            <a:spAutoFit/>
          </a:bodyPr>
          <a:lstStyle/>
          <a:p>
            <a:pPr marL="0" marR="0" lvl="0" indent="0" algn="ctr" defTabSz="914400" rtl="0" eaLnBrk="1" fontAlgn="auto" latinLnBrk="0" hangingPunct="0">
              <a:lnSpc>
                <a:spcPct val="100000"/>
              </a:lnSpc>
              <a:spcBef>
                <a:spcPts val="0"/>
              </a:spcBef>
              <a:spcAft>
                <a:spcPts val="0"/>
              </a:spcAft>
              <a:buClrTx/>
              <a:buSzTx/>
              <a:buFontTx/>
              <a:buNone/>
              <a:tabLst/>
              <a:defRPr/>
            </a:pPr>
            <a:r>
              <a:rPr kumimoji="0" lang="en-US" sz="1000" b="1" i="0" u="none" strike="noStrike" kern="0" cap="none" spc="0" normalizeH="0" baseline="0" noProof="0" dirty="0">
                <a:ln>
                  <a:noFill/>
                </a:ln>
                <a:solidFill>
                  <a:srgbClr val="FFFFFF"/>
                </a:solidFill>
                <a:effectLst/>
                <a:uLnTx/>
                <a:uFillTx/>
                <a:latin typeface="Arial" panose="020B0604020202020204"/>
                <a:ea typeface="Helvetica Neue" panose="02000503000000020004" pitchFamily="2" charset="0"/>
                <a:cs typeface="Helvetica Neue" panose="02000503000000020004" pitchFamily="2" charset="0"/>
                <a:sym typeface="Arial"/>
              </a:rPr>
              <a:t>Top 25 Parent Accounts</a:t>
            </a:r>
          </a:p>
        </p:txBody>
      </p:sp>
      <p:graphicFrame>
        <p:nvGraphicFramePr>
          <p:cNvPr id="189" name="Chart 188">
            <a:extLst>
              <a:ext uri="{FF2B5EF4-FFF2-40B4-BE49-F238E27FC236}">
                <a16:creationId xmlns:a16="http://schemas.microsoft.com/office/drawing/2014/main" id="{49619127-0C5B-1AD7-C59F-8E7D4EF7EF62}"/>
              </a:ext>
            </a:extLst>
          </p:cNvPr>
          <p:cNvGraphicFramePr/>
          <p:nvPr/>
        </p:nvGraphicFramePr>
        <p:xfrm>
          <a:off x="8929360" y="2773919"/>
          <a:ext cx="3146791" cy="1444475"/>
        </p:xfrm>
        <a:graphic>
          <a:graphicData uri="http://schemas.openxmlformats.org/drawingml/2006/chart">
            <c:chart xmlns:c="http://schemas.openxmlformats.org/drawingml/2006/chart" xmlns:r="http://schemas.openxmlformats.org/officeDocument/2006/relationships" r:id="rId11"/>
          </a:graphicData>
        </a:graphic>
      </p:graphicFrame>
      <p:sp>
        <p:nvSpPr>
          <p:cNvPr id="190" name="TextBox 189">
            <a:extLst>
              <a:ext uri="{FF2B5EF4-FFF2-40B4-BE49-F238E27FC236}">
                <a16:creationId xmlns:a16="http://schemas.microsoft.com/office/drawing/2014/main" id="{9408B9AF-8269-0973-9386-10DBFAE42D47}"/>
              </a:ext>
            </a:extLst>
          </p:cNvPr>
          <p:cNvSpPr txBox="1"/>
          <p:nvPr/>
        </p:nvSpPr>
        <p:spPr>
          <a:xfrm>
            <a:off x="8918327" y="2526909"/>
            <a:ext cx="3163824" cy="246221"/>
          </a:xfrm>
          <a:prstGeom prst="rect">
            <a:avLst/>
          </a:prstGeom>
          <a:solidFill>
            <a:schemeClr val="accent1"/>
          </a:solidFill>
        </p:spPr>
        <p:txBody>
          <a:bodyPr wrap="square" rtlCol="0">
            <a:spAutoFit/>
          </a:bodyPr>
          <a:lstStyle/>
          <a:p>
            <a:pPr marL="0" marR="0" lvl="0" indent="0" algn="ctr" defTabSz="914400" rtl="0" eaLnBrk="1" fontAlgn="auto" latinLnBrk="0" hangingPunct="0">
              <a:lnSpc>
                <a:spcPct val="100000"/>
              </a:lnSpc>
              <a:spcBef>
                <a:spcPts val="0"/>
              </a:spcBef>
              <a:spcAft>
                <a:spcPts val="0"/>
              </a:spcAft>
              <a:buClrTx/>
              <a:buSzTx/>
              <a:buFontTx/>
              <a:buNone/>
              <a:tabLst/>
              <a:defRPr/>
            </a:pPr>
            <a:r>
              <a:rPr kumimoji="0" lang="en-US" sz="1000" b="1" i="0" u="none" strike="noStrike" kern="0" cap="none" spc="0" normalizeH="0" baseline="0" noProof="0">
                <a:ln>
                  <a:noFill/>
                </a:ln>
                <a:solidFill>
                  <a:srgbClr val="FFFFFF"/>
                </a:solidFill>
                <a:effectLst/>
                <a:uLnTx/>
                <a:uFillTx/>
                <a:latin typeface="Arial" panose="020B0604020202020204"/>
                <a:ea typeface="Helvetica Neue" panose="02000503000000020004" pitchFamily="2" charset="0"/>
                <a:cs typeface="Helvetica Neue" panose="02000503000000020004" pitchFamily="2" charset="0"/>
                <a:sym typeface="Arial"/>
              </a:rPr>
              <a:t>Child Accounts Breadth and Depth</a:t>
            </a:r>
          </a:p>
        </p:txBody>
      </p:sp>
      <p:sp>
        <p:nvSpPr>
          <p:cNvPr id="14" name="TextBox 13">
            <a:extLst>
              <a:ext uri="{FF2B5EF4-FFF2-40B4-BE49-F238E27FC236}">
                <a16:creationId xmlns:a16="http://schemas.microsoft.com/office/drawing/2014/main" id="{D2E035EB-32E3-453C-5E69-2765D305557B}"/>
              </a:ext>
            </a:extLst>
          </p:cNvPr>
          <p:cNvSpPr txBox="1"/>
          <p:nvPr/>
        </p:nvSpPr>
        <p:spPr>
          <a:xfrm>
            <a:off x="439654" y="5445495"/>
            <a:ext cx="654644" cy="276999"/>
          </a:xfrm>
          <a:prstGeom prst="rect">
            <a:avLst/>
          </a:prstGeom>
          <a:noFill/>
          <a:ln>
            <a:noFill/>
          </a:ln>
        </p:spPr>
        <p:txBody>
          <a:bodyPr wrap="square" rtlCol="0">
            <a:spAutoFit/>
          </a:bodyPr>
          <a:lstStyle/>
          <a:p>
            <a:pPr marL="0" marR="0" lvl="0" indent="0" algn="ctr" defTabSz="914400" rtl="0" eaLnBrk="1" fontAlgn="auto" latinLnBrk="0" hangingPunct="0">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srgbClr val="FFFFFF"/>
                </a:solidFill>
                <a:effectLst/>
                <a:uLnTx/>
                <a:uFillTx/>
                <a:latin typeface="Helvetica Neue" panose="02000503000000020004"/>
                <a:ea typeface="Helvetica Neue" panose="02000503000000020004" pitchFamily="2" charset="0"/>
                <a:cs typeface="Helvetica Neue" panose="02000503000000020004" pitchFamily="2" charset="0"/>
                <a:sym typeface="Arial"/>
              </a:rPr>
              <a:t>85%</a:t>
            </a:r>
          </a:p>
        </p:txBody>
      </p:sp>
      <p:sp>
        <p:nvSpPr>
          <p:cNvPr id="13" name="TextBox 12">
            <a:extLst>
              <a:ext uri="{FF2B5EF4-FFF2-40B4-BE49-F238E27FC236}">
                <a16:creationId xmlns:a16="http://schemas.microsoft.com/office/drawing/2014/main" id="{F57FDB5D-BD49-736A-8D17-8C82B88E1467}"/>
              </a:ext>
            </a:extLst>
          </p:cNvPr>
          <p:cNvSpPr txBox="1"/>
          <p:nvPr/>
        </p:nvSpPr>
        <p:spPr>
          <a:xfrm>
            <a:off x="5574405" y="6137214"/>
            <a:ext cx="5064575"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lvl="0" indent="0" algn="l" defTabSz="914400" rtl="0" eaLnBrk="1" fontAlgn="auto" latinLnBrk="0" hangingPunct="0">
              <a:lnSpc>
                <a:spcPct val="100000"/>
              </a:lnSpc>
              <a:spcBef>
                <a:spcPts val="0"/>
              </a:spcBef>
              <a:spcAft>
                <a:spcPts val="0"/>
              </a:spcAft>
              <a:buClrTx/>
              <a:buSzTx/>
              <a:buFontTx/>
              <a:buNone/>
              <a:tabLst/>
              <a:defRPr/>
            </a:pPr>
            <a:endParaRPr kumimoji="0" lang="en-US" sz="800" b="0" i="0" u="none" strike="noStrike" kern="1200" cap="none" spc="0" normalizeH="0" baseline="0" noProof="0" dirty="0">
              <a:ln>
                <a:noFill/>
              </a:ln>
              <a:solidFill>
                <a:srgbClr val="000000"/>
              </a:solidFill>
              <a:effectLst/>
              <a:uLnTx/>
              <a:uFillTx/>
              <a:latin typeface="Arial Nova"/>
              <a:ea typeface="Arial"/>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Arial Nova"/>
                <a:ea typeface="Arial"/>
                <a:cs typeface="Arial"/>
              </a:rPr>
              <a:t>4. </a:t>
            </a:r>
            <a:r>
              <a:rPr kumimoji="0" lang="en-US" sz="800" b="0" i="0" u="none" strike="noStrike" kern="1200" cap="none" spc="0" normalizeH="0" baseline="0" noProof="0" dirty="0">
                <a:ln>
                  <a:noFill/>
                </a:ln>
                <a:solidFill>
                  <a:srgbClr val="000000"/>
                </a:solidFill>
                <a:effectLst/>
                <a:uLnTx/>
                <a:uFillTx/>
                <a:latin typeface="Arial" panose="020B0604020202020204"/>
                <a:ea typeface="+mn-lt"/>
                <a:cs typeface="Arial" panose="020B0604020202020204"/>
              </a:rPr>
              <a:t>340B data is updated till 03/31/2026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Arial" panose="020B0604020202020204"/>
                <a:ea typeface="+mn-lt"/>
                <a:cs typeface="Arial" panose="020B0604020202020204"/>
              </a:rPr>
              <a:t>5.</a:t>
            </a:r>
            <a:r>
              <a:rPr kumimoji="0" lang="en-US" sz="800" b="0" i="0" u="none" strike="noStrike" kern="1200" cap="none" spc="0" normalizeH="0" baseline="0" noProof="0" dirty="0">
                <a:ln>
                  <a:noFill/>
                </a:ln>
                <a:solidFill>
                  <a:srgbClr val="000000"/>
                </a:solidFill>
                <a:effectLst/>
                <a:uLnTx/>
                <a:uFillTx/>
                <a:latin typeface="Arial Nova" panose="020B0504020202020204" pitchFamily="34" charset="0"/>
                <a:ea typeface="Arial"/>
                <a:cs typeface="Arial"/>
                <a:sym typeface="Arial"/>
              </a:rPr>
              <a:t> R4W </a:t>
            </a:r>
            <a:r>
              <a:rPr lang="en-US" sz="800" dirty="0">
                <a:solidFill>
                  <a:srgbClr val="000000"/>
                </a:solidFill>
                <a:latin typeface="Arial Nova" panose="020B0504020202020204" pitchFamily="34" charset="0"/>
                <a:ea typeface="Arial"/>
                <a:cs typeface="Arial"/>
                <a:sym typeface="Arial"/>
              </a:rPr>
              <a:t>03/07</a:t>
            </a:r>
            <a:r>
              <a:rPr kumimoji="0" lang="en-US" sz="800" b="0" i="0" u="none" strike="noStrike" kern="1200" cap="none" spc="0" normalizeH="0" baseline="0" noProof="0" dirty="0">
                <a:ln>
                  <a:noFill/>
                </a:ln>
                <a:solidFill>
                  <a:srgbClr val="000000"/>
                </a:solidFill>
                <a:effectLst/>
                <a:uLnTx/>
                <a:uFillTx/>
                <a:latin typeface="Arial Nova" panose="020B0504020202020204" pitchFamily="34" charset="0"/>
                <a:ea typeface="Arial"/>
                <a:cs typeface="Arial"/>
                <a:sym typeface="Arial"/>
              </a:rPr>
              <a:t>/2026 – 04/03/2026; P4W </a:t>
            </a:r>
            <a:r>
              <a:rPr lang="en-US" sz="800" dirty="0">
                <a:solidFill>
                  <a:srgbClr val="000000"/>
                </a:solidFill>
                <a:latin typeface="Arial Nova" panose="020B0504020202020204" pitchFamily="34" charset="0"/>
                <a:ea typeface="Arial"/>
                <a:cs typeface="Arial"/>
                <a:sym typeface="Arial"/>
              </a:rPr>
              <a:t>02/07</a:t>
            </a:r>
            <a:r>
              <a:rPr kumimoji="0" lang="en-US" sz="800" b="0" i="0" u="none" strike="noStrike" kern="1200" cap="none" spc="0" normalizeH="0" baseline="0" noProof="0" dirty="0">
                <a:ln>
                  <a:noFill/>
                </a:ln>
                <a:solidFill>
                  <a:srgbClr val="000000"/>
                </a:solidFill>
                <a:effectLst/>
                <a:uLnTx/>
                <a:uFillTx/>
                <a:latin typeface="Arial Nova" panose="020B0504020202020204" pitchFamily="34" charset="0"/>
                <a:ea typeface="Arial"/>
                <a:cs typeface="Arial"/>
                <a:sym typeface="Arial"/>
              </a:rPr>
              <a:t>/2026 – 03/06/2026; PP4W 01/10/2025 –02/06/2026;</a:t>
            </a:r>
            <a:endParaRPr kumimoji="0" lang="en-US" sz="800" b="0" i="0" u="none" strike="noStrike" kern="1200" cap="none" spc="0" normalizeH="0" baseline="0" noProof="0" dirty="0">
              <a:ln>
                <a:noFill/>
              </a:ln>
              <a:solidFill>
                <a:srgbClr val="000000"/>
              </a:solidFill>
              <a:effectLst/>
              <a:uLnTx/>
              <a:uFillTx/>
              <a:latin typeface="Arial" panose="020B0604020202020204"/>
              <a:ea typeface="+mn-lt"/>
              <a:cs typeface="Arial" panose="020B0604020202020204"/>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Arial Nova"/>
                <a:ea typeface="Arial"/>
                <a:cs typeface="Arial"/>
              </a:rPr>
              <a:t>    R8W 02/07/2026 – 04/03/2026; 2025TD 01/01/2025 </a:t>
            </a:r>
            <a:r>
              <a:rPr kumimoji="0" lang="en-US" sz="800" b="0" i="0" u="none" strike="noStrike" kern="1200" cap="none" spc="0" normalizeH="0" baseline="0" noProof="0" dirty="0">
                <a:ln>
                  <a:noFill/>
                </a:ln>
                <a:solidFill>
                  <a:srgbClr val="000000"/>
                </a:solidFill>
                <a:effectLst/>
                <a:uLnTx/>
                <a:uFillTx/>
                <a:latin typeface="Arial Nova" panose="020B0504020202020204" pitchFamily="34" charset="0"/>
                <a:ea typeface="Arial"/>
                <a:cs typeface="Arial"/>
                <a:sym typeface="Arial"/>
              </a:rPr>
              <a:t>–</a:t>
            </a:r>
            <a:r>
              <a:rPr kumimoji="0" lang="en-US" sz="800" b="0" i="0" u="none" strike="noStrike" kern="1200" cap="none" spc="0" normalizeH="0" baseline="0" noProof="0" dirty="0">
                <a:ln>
                  <a:noFill/>
                </a:ln>
                <a:solidFill>
                  <a:srgbClr val="000000"/>
                </a:solidFill>
                <a:effectLst/>
                <a:uLnTx/>
                <a:uFillTx/>
                <a:latin typeface="Arial Nova"/>
                <a:ea typeface="Arial"/>
                <a:cs typeface="Arial"/>
              </a:rPr>
              <a:t> 03/31/2026; YTD 01/01/2026 – 03/31/2026;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Arial Nova"/>
                <a:ea typeface="Arial"/>
                <a:cs typeface="Arial"/>
              </a:rPr>
              <a:t>    QTD 01/01/2026 – 03/31/2026</a:t>
            </a:r>
          </a:p>
        </p:txBody>
      </p:sp>
      <p:graphicFrame>
        <p:nvGraphicFramePr>
          <p:cNvPr id="133" name="Chart 132">
            <a:extLst>
              <a:ext uri="{FF2B5EF4-FFF2-40B4-BE49-F238E27FC236}">
                <a16:creationId xmlns:a16="http://schemas.microsoft.com/office/drawing/2014/main" id="{1986C038-B02E-1CDA-BB63-093D296375A5}"/>
              </a:ext>
            </a:extLst>
          </p:cNvPr>
          <p:cNvGraphicFramePr/>
          <p:nvPr/>
        </p:nvGraphicFramePr>
        <p:xfrm>
          <a:off x="1292398" y="2758406"/>
          <a:ext cx="1139071" cy="1502577"/>
        </p:xfrm>
        <a:graphic>
          <a:graphicData uri="http://schemas.openxmlformats.org/drawingml/2006/chart">
            <c:chart xmlns:c="http://schemas.openxmlformats.org/drawingml/2006/chart" xmlns:r="http://schemas.openxmlformats.org/officeDocument/2006/relationships" r:id="rId12"/>
          </a:graphicData>
        </a:graphic>
      </p:graphicFrame>
      <p:graphicFrame>
        <p:nvGraphicFramePr>
          <p:cNvPr id="134" name="Chart 133">
            <a:extLst>
              <a:ext uri="{FF2B5EF4-FFF2-40B4-BE49-F238E27FC236}">
                <a16:creationId xmlns:a16="http://schemas.microsoft.com/office/drawing/2014/main" id="{CF54CD17-FBB1-A9B9-B3C4-9A7A29FE9BF5}"/>
              </a:ext>
            </a:extLst>
          </p:cNvPr>
          <p:cNvGraphicFramePr/>
          <p:nvPr>
            <p:extLst>
              <p:ext uri="{D42A27DB-BD31-4B8C-83A1-F6EECF244321}">
                <p14:modId xmlns:p14="http://schemas.microsoft.com/office/powerpoint/2010/main" val="1902452533"/>
              </p:ext>
            </p:extLst>
          </p:nvPr>
        </p:nvGraphicFramePr>
        <p:xfrm>
          <a:off x="2343702" y="2749170"/>
          <a:ext cx="1179329" cy="1502577"/>
        </p:xfrm>
        <a:graphic>
          <a:graphicData uri="http://schemas.openxmlformats.org/drawingml/2006/chart">
            <c:chart xmlns:c="http://schemas.openxmlformats.org/drawingml/2006/chart" xmlns:r="http://schemas.openxmlformats.org/officeDocument/2006/relationships" r:id="rId13"/>
          </a:graphicData>
        </a:graphic>
      </p:graphicFrame>
      <p:sp>
        <p:nvSpPr>
          <p:cNvPr id="139" name="Arrow: Pentagon 138">
            <a:extLst>
              <a:ext uri="{FF2B5EF4-FFF2-40B4-BE49-F238E27FC236}">
                <a16:creationId xmlns:a16="http://schemas.microsoft.com/office/drawing/2014/main" id="{3A04F304-93EF-68CC-58EC-B3BE93585AF1}"/>
              </a:ext>
            </a:extLst>
          </p:cNvPr>
          <p:cNvSpPr/>
          <p:nvPr/>
        </p:nvSpPr>
        <p:spPr>
          <a:xfrm>
            <a:off x="189518" y="2197313"/>
            <a:ext cx="3108960" cy="274320"/>
          </a:xfrm>
          <a:prstGeom prst="homePlate">
            <a:avLst/>
          </a:prstGeom>
          <a:solidFill>
            <a:schemeClr val="tx2">
              <a:lumMod val="50000"/>
            </a:schemeClr>
          </a:solidFill>
          <a:ln w="19050">
            <a:noFill/>
          </a:ln>
          <a:scene3d>
            <a:camera prst="orthographicFront"/>
            <a:lightRig rig="threePt" dir="t"/>
          </a:scene3d>
          <a:sp3d>
            <a:bevel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FFFFFF"/>
                </a:solidFill>
                <a:effectLst/>
                <a:uLnTx/>
                <a:uFillTx/>
                <a:latin typeface="Arial" panose="020B0604020202020204"/>
                <a:ea typeface="Helvetica Neue" panose="02000503000000020004" pitchFamily="2" charset="0"/>
                <a:cs typeface="Arial" panose="020B0604020202020204" pitchFamily="34" charset="0"/>
              </a:rPr>
              <a:t>Source of Business and Account metrics</a:t>
            </a:r>
          </a:p>
        </p:txBody>
      </p:sp>
      <p:cxnSp>
        <p:nvCxnSpPr>
          <p:cNvPr id="140" name="Straight Connector 139">
            <a:extLst>
              <a:ext uri="{FF2B5EF4-FFF2-40B4-BE49-F238E27FC236}">
                <a16:creationId xmlns:a16="http://schemas.microsoft.com/office/drawing/2014/main" id="{0BC9BDB5-DF4D-A68A-FE3B-847FC8BE3085}"/>
              </a:ext>
            </a:extLst>
          </p:cNvPr>
          <p:cNvCxnSpPr>
            <a:cxnSpLocks/>
          </p:cNvCxnSpPr>
          <p:nvPr/>
        </p:nvCxnSpPr>
        <p:spPr>
          <a:xfrm>
            <a:off x="3293913" y="2327784"/>
            <a:ext cx="8777673" cy="6883"/>
          </a:xfrm>
          <a:prstGeom prst="line">
            <a:avLst/>
          </a:prstGeom>
          <a:ln w="19050">
            <a:solidFill>
              <a:srgbClr val="878787"/>
            </a:solidFill>
          </a:ln>
        </p:spPr>
        <p:style>
          <a:lnRef idx="1">
            <a:schemeClr val="accent1"/>
          </a:lnRef>
          <a:fillRef idx="0">
            <a:schemeClr val="accent1"/>
          </a:fillRef>
          <a:effectRef idx="0">
            <a:schemeClr val="accent1"/>
          </a:effectRef>
          <a:fontRef idx="minor">
            <a:schemeClr val="tx1"/>
          </a:fontRef>
        </p:style>
      </p:cxnSp>
      <p:sp>
        <p:nvSpPr>
          <p:cNvPr id="142" name="Arrow: Pentagon 141">
            <a:extLst>
              <a:ext uri="{FF2B5EF4-FFF2-40B4-BE49-F238E27FC236}">
                <a16:creationId xmlns:a16="http://schemas.microsoft.com/office/drawing/2014/main" id="{435CF58F-C9A1-3FA7-E9AD-103A1B4DDFCC}"/>
              </a:ext>
            </a:extLst>
          </p:cNvPr>
          <p:cNvSpPr/>
          <p:nvPr/>
        </p:nvSpPr>
        <p:spPr>
          <a:xfrm>
            <a:off x="200483" y="114440"/>
            <a:ext cx="3108960" cy="274320"/>
          </a:xfrm>
          <a:prstGeom prst="homePlate">
            <a:avLst/>
          </a:prstGeom>
          <a:solidFill>
            <a:schemeClr val="tx2">
              <a:lumMod val="50000"/>
            </a:schemeClr>
          </a:solidFill>
          <a:ln w="19050">
            <a:noFill/>
          </a:ln>
          <a:scene3d>
            <a:camera prst="orthographicFront"/>
            <a:lightRig rig="threePt" dir="t"/>
          </a:scene3d>
          <a:sp3d>
            <a:bevel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FFFFFF"/>
                </a:solidFill>
                <a:effectLst/>
                <a:uLnTx/>
                <a:uFillTx/>
                <a:latin typeface="Arial" panose="020B0604020202020204"/>
                <a:ea typeface="Helvetica Neue" panose="02000503000000020004" pitchFamily="2" charset="0"/>
                <a:cs typeface="Arial" panose="020B0604020202020204" pitchFamily="34" charset="0"/>
              </a:rPr>
              <a:t>Net Sales and Demand</a:t>
            </a:r>
          </a:p>
        </p:txBody>
      </p:sp>
      <p:cxnSp>
        <p:nvCxnSpPr>
          <p:cNvPr id="143" name="Straight Connector 142">
            <a:extLst>
              <a:ext uri="{FF2B5EF4-FFF2-40B4-BE49-F238E27FC236}">
                <a16:creationId xmlns:a16="http://schemas.microsoft.com/office/drawing/2014/main" id="{75A87B9A-B067-93F7-2064-AAF6270E676C}"/>
              </a:ext>
            </a:extLst>
          </p:cNvPr>
          <p:cNvCxnSpPr>
            <a:cxnSpLocks/>
            <a:stCxn id="142" idx="3"/>
          </p:cNvCxnSpPr>
          <p:nvPr/>
        </p:nvCxnSpPr>
        <p:spPr>
          <a:xfrm>
            <a:off x="3309443" y="251600"/>
            <a:ext cx="8702460" cy="27001"/>
          </a:xfrm>
          <a:prstGeom prst="line">
            <a:avLst/>
          </a:prstGeom>
          <a:ln w="19050">
            <a:solidFill>
              <a:srgbClr val="878787"/>
            </a:solidFill>
          </a:ln>
        </p:spPr>
        <p:style>
          <a:lnRef idx="1">
            <a:schemeClr val="accent1"/>
          </a:lnRef>
          <a:fillRef idx="0">
            <a:schemeClr val="accent1"/>
          </a:fillRef>
          <a:effectRef idx="0">
            <a:schemeClr val="accent1"/>
          </a:effectRef>
          <a:fontRef idx="minor">
            <a:schemeClr val="tx1"/>
          </a:fontRef>
        </p:style>
      </p:cxnSp>
      <p:sp>
        <p:nvSpPr>
          <p:cNvPr id="100" name="TextBox 99">
            <a:extLst>
              <a:ext uri="{FF2B5EF4-FFF2-40B4-BE49-F238E27FC236}">
                <a16:creationId xmlns:a16="http://schemas.microsoft.com/office/drawing/2014/main" id="{D28BDACC-2CFD-2A6B-E9B3-4123D0F75DF0}"/>
              </a:ext>
            </a:extLst>
          </p:cNvPr>
          <p:cNvSpPr txBox="1"/>
          <p:nvPr/>
        </p:nvSpPr>
        <p:spPr>
          <a:xfrm>
            <a:off x="3483307" y="2525768"/>
            <a:ext cx="3533990" cy="246221"/>
          </a:xfrm>
          <a:prstGeom prst="rect">
            <a:avLst/>
          </a:prstGeom>
          <a:solidFill>
            <a:schemeClr val="accent1"/>
          </a:solidFill>
        </p:spPr>
        <p:txBody>
          <a:bodyPr wrap="square" rtlCol="0">
            <a:spAutoFit/>
          </a:bodyPr>
          <a:lstStyle/>
          <a:p>
            <a:pPr marL="0" marR="0" lvl="0" indent="0" algn="ctr" defTabSz="914400" rtl="0" eaLnBrk="1" fontAlgn="auto" latinLnBrk="0" hangingPunct="0">
              <a:lnSpc>
                <a:spcPct val="100000"/>
              </a:lnSpc>
              <a:spcBef>
                <a:spcPts val="0"/>
              </a:spcBef>
              <a:spcAft>
                <a:spcPts val="0"/>
              </a:spcAft>
              <a:buClrTx/>
              <a:buSzTx/>
              <a:buFontTx/>
              <a:buNone/>
              <a:tabLst/>
              <a:defRPr/>
            </a:pPr>
            <a:r>
              <a:rPr kumimoji="0" lang="en-US" sz="1000" b="1" i="0" u="none" strike="noStrike" kern="0" cap="none" spc="0" normalizeH="0" baseline="0" noProof="0" dirty="0">
                <a:ln>
                  <a:noFill/>
                </a:ln>
                <a:solidFill>
                  <a:srgbClr val="FFFFFF"/>
                </a:solidFill>
                <a:effectLst/>
                <a:uLnTx/>
                <a:uFillTx/>
                <a:latin typeface="Arial" panose="020B0604020202020204"/>
                <a:ea typeface="Helvetica Neue" panose="02000503000000020004" pitchFamily="2" charset="0"/>
                <a:cs typeface="Helvetica Neue" panose="02000503000000020004" pitchFamily="2" charset="0"/>
                <a:sym typeface="Arial"/>
              </a:rPr>
              <a:t>Sarcoma Centers Penetration – (65)</a:t>
            </a:r>
          </a:p>
        </p:txBody>
      </p:sp>
      <p:sp>
        <p:nvSpPr>
          <p:cNvPr id="32" name="TextBox 31">
            <a:extLst>
              <a:ext uri="{FF2B5EF4-FFF2-40B4-BE49-F238E27FC236}">
                <a16:creationId xmlns:a16="http://schemas.microsoft.com/office/drawing/2014/main" id="{41879466-F802-EF6D-88B7-E01DC948F2B8}"/>
              </a:ext>
            </a:extLst>
          </p:cNvPr>
          <p:cNvSpPr txBox="1"/>
          <p:nvPr/>
        </p:nvSpPr>
        <p:spPr>
          <a:xfrm>
            <a:off x="199156" y="2516174"/>
            <a:ext cx="3204028" cy="246221"/>
          </a:xfrm>
          <a:prstGeom prst="rect">
            <a:avLst/>
          </a:prstGeom>
          <a:solidFill>
            <a:schemeClr val="accent1"/>
          </a:solidFill>
          <a:ln>
            <a:noFill/>
            <a:extLst>
              <a:ext uri="{C807C97D-BFC1-408E-A445-0C87EB9F89A2}">
                <ask:lineSketchStyleProps xmlns:ask="http://schemas.microsoft.com/office/drawing/2018/sketchyshapes">
                  <ask:type>
                    <ask:lineSketchNone/>
                  </ask:type>
                </ask:lineSketchStyleProps>
              </a:ext>
            </a:extLst>
          </a:ln>
        </p:spPr>
        <p:txBody>
          <a:bodyPr wrap="square" rtlCol="0">
            <a:spAutoFit/>
          </a:bodyPr>
          <a:lstStyle/>
          <a:p>
            <a:pPr marL="0" marR="0" lvl="0" indent="0" algn="ctr" defTabSz="914400" rtl="0" eaLnBrk="1" fontAlgn="auto" latinLnBrk="0" hangingPunct="0">
              <a:lnSpc>
                <a:spcPct val="100000"/>
              </a:lnSpc>
              <a:spcBef>
                <a:spcPts val="0"/>
              </a:spcBef>
              <a:spcAft>
                <a:spcPts val="0"/>
              </a:spcAft>
              <a:buClrTx/>
              <a:buSzTx/>
              <a:buFontTx/>
              <a:buNone/>
              <a:tabLst/>
              <a:defRPr/>
            </a:pPr>
            <a:r>
              <a:rPr kumimoji="0" lang="en-US" sz="1000" b="1" i="0" u="none" strike="noStrike" kern="0" cap="none" spc="0" normalizeH="0" baseline="0" noProof="0">
                <a:ln>
                  <a:noFill/>
                </a:ln>
                <a:solidFill>
                  <a:srgbClr val="FFFFFF"/>
                </a:solidFill>
                <a:effectLst/>
                <a:uLnTx/>
                <a:uFillTx/>
                <a:latin typeface="Arial" panose="020B0604020202020204"/>
                <a:ea typeface="Helvetica Neue" panose="02000503000000020004" pitchFamily="2" charset="0"/>
                <a:cs typeface="Helvetica Neue" panose="02000503000000020004" pitchFamily="2" charset="0"/>
                <a:sym typeface="Arial"/>
              </a:rPr>
              <a:t>Source of Business-YTD</a:t>
            </a:r>
          </a:p>
        </p:txBody>
      </p:sp>
      <p:sp>
        <p:nvSpPr>
          <p:cNvPr id="3" name="TextBox 2">
            <a:extLst>
              <a:ext uri="{FF2B5EF4-FFF2-40B4-BE49-F238E27FC236}">
                <a16:creationId xmlns:a16="http://schemas.microsoft.com/office/drawing/2014/main" id="{4528E4F0-1EDF-BBC9-C4E7-9F1D27667F1B}"/>
              </a:ext>
            </a:extLst>
          </p:cNvPr>
          <p:cNvSpPr txBox="1"/>
          <p:nvPr/>
        </p:nvSpPr>
        <p:spPr>
          <a:xfrm>
            <a:off x="9004555" y="2828632"/>
            <a:ext cx="843743" cy="3693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lvl="0" indent="0" algn="ctr" defTabSz="914400" rtl="0" eaLnBrk="1" fontAlgn="auto" latinLnBrk="0" hangingPunct="0">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0000"/>
                </a:solidFill>
                <a:effectLst/>
                <a:uLnTx/>
                <a:uFillTx/>
                <a:latin typeface="Arial"/>
                <a:ea typeface="Arial"/>
                <a:cs typeface="Arial"/>
                <a:sym typeface="Arial"/>
              </a:rPr>
              <a:t>LTD Accounts:</a:t>
            </a:r>
          </a:p>
          <a:p>
            <a:pPr marL="0" marR="0" lvl="0" indent="0" algn="ctr" defTabSz="914400" rtl="0" eaLnBrk="1" fontAlgn="auto" latinLnBrk="0" hangingPunct="0">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000000"/>
                </a:solidFill>
                <a:effectLst/>
                <a:uLnTx/>
                <a:uFillTx/>
                <a:latin typeface="Arial"/>
                <a:ea typeface="Arial"/>
                <a:cs typeface="Arial"/>
                <a:sym typeface="Arial"/>
              </a:rPr>
              <a:t>369</a:t>
            </a:r>
          </a:p>
        </p:txBody>
      </p:sp>
      <p:sp>
        <p:nvSpPr>
          <p:cNvPr id="46" name="TextBox 45">
            <a:hlinkClick r:id="" action="ppaction://noaction"/>
            <a:extLst>
              <a:ext uri="{FF2B5EF4-FFF2-40B4-BE49-F238E27FC236}">
                <a16:creationId xmlns:a16="http://schemas.microsoft.com/office/drawing/2014/main" id="{819331D8-C6FB-88D3-5568-59AC311A503E}"/>
              </a:ext>
            </a:extLst>
          </p:cNvPr>
          <p:cNvSpPr txBox="1"/>
          <p:nvPr/>
        </p:nvSpPr>
        <p:spPr>
          <a:xfrm>
            <a:off x="4714801" y="428605"/>
            <a:ext cx="3073078" cy="230832"/>
          </a:xfrm>
          <a:prstGeom prst="rect">
            <a:avLst/>
          </a:prstGeom>
          <a:solidFill>
            <a:schemeClr val="accent1"/>
          </a:solidFill>
          <a:ln>
            <a:noFill/>
          </a:ln>
        </p:spPr>
        <p:txBody>
          <a:bodyPr wrap="square" lIns="91440" tIns="45720" rIns="91440" bIns="45720" rtlCol="0" anchor="t">
            <a:spAutoFit/>
          </a:bodyPr>
          <a:lstStyle/>
          <a:p>
            <a:pPr marL="0" marR="0" lvl="0" indent="0" algn="ctr" defTabSz="914400" rtl="0" eaLnBrk="1" fontAlgn="auto" latinLnBrk="0" hangingPunct="0">
              <a:lnSpc>
                <a:spcPct val="100000"/>
              </a:lnSpc>
              <a:spcBef>
                <a:spcPts val="0"/>
              </a:spcBef>
              <a:spcAft>
                <a:spcPts val="0"/>
              </a:spcAft>
              <a:buClrTx/>
              <a:buSzTx/>
              <a:buFontTx/>
              <a:buNone/>
              <a:tabLst/>
              <a:defRPr/>
            </a:pPr>
            <a:r>
              <a:rPr kumimoji="0" lang="en-US" sz="900" b="1" i="0" u="none" strike="noStrike" kern="0" cap="none" spc="0" normalizeH="0" baseline="0" noProof="0" dirty="0">
                <a:ln>
                  <a:noFill/>
                </a:ln>
                <a:solidFill>
                  <a:srgbClr val="FFFFFF"/>
                </a:solidFill>
                <a:effectLst/>
                <a:uLnTx/>
                <a:uFillTx/>
                <a:latin typeface="Arial" panose="020B0604020202020204"/>
                <a:ea typeface="Helvetica Neue" panose="02000503000000020004" pitchFamily="2" charset="0"/>
                <a:cs typeface="Helvetica Neue" panose="02000503000000020004" pitchFamily="2" charset="0"/>
                <a:sym typeface="Arial"/>
              </a:rPr>
              <a:t> Net Sales ($M)- Act (Mar) vs Budget</a:t>
            </a:r>
          </a:p>
        </p:txBody>
      </p:sp>
      <p:grpSp>
        <p:nvGrpSpPr>
          <p:cNvPr id="25" name="Group 24">
            <a:extLst>
              <a:ext uri="{FF2B5EF4-FFF2-40B4-BE49-F238E27FC236}">
                <a16:creationId xmlns:a16="http://schemas.microsoft.com/office/drawing/2014/main" id="{61419DB5-DA05-1E31-5842-CD3D755F0877}"/>
              </a:ext>
            </a:extLst>
          </p:cNvPr>
          <p:cNvGrpSpPr/>
          <p:nvPr/>
        </p:nvGrpSpPr>
        <p:grpSpPr>
          <a:xfrm>
            <a:off x="8222061" y="428375"/>
            <a:ext cx="3969938" cy="1697020"/>
            <a:chOff x="8126776" y="445782"/>
            <a:chExt cx="2651752" cy="1710297"/>
          </a:xfrm>
        </p:grpSpPr>
        <p:sp>
          <p:nvSpPr>
            <p:cNvPr id="53" name="TextBox 52">
              <a:extLst>
                <a:ext uri="{FF2B5EF4-FFF2-40B4-BE49-F238E27FC236}">
                  <a16:creationId xmlns:a16="http://schemas.microsoft.com/office/drawing/2014/main" id="{9B0BD303-FD79-B428-B5EA-4ADB7BD854A5}"/>
                </a:ext>
              </a:extLst>
            </p:cNvPr>
            <p:cNvSpPr txBox="1"/>
            <p:nvPr/>
          </p:nvSpPr>
          <p:spPr>
            <a:xfrm>
              <a:off x="8259015" y="445782"/>
              <a:ext cx="2423160" cy="246221"/>
            </a:xfrm>
            <a:prstGeom prst="rect">
              <a:avLst/>
            </a:prstGeom>
            <a:solidFill>
              <a:schemeClr val="accent1"/>
            </a:solidFill>
          </p:spPr>
          <p:txBody>
            <a:bodyPr wrap="square" lIns="91440" tIns="45720" rIns="91440" bIns="45720" rtlCol="0" anchor="t">
              <a:spAutoFit/>
            </a:bodyPr>
            <a:lstStyle/>
            <a:p>
              <a:pPr marL="0" marR="0" lvl="0" indent="0" algn="ctr" defTabSz="914400" rtl="0" eaLnBrk="1" fontAlgn="auto" latinLnBrk="0" hangingPunct="0">
                <a:lnSpc>
                  <a:spcPct val="100000"/>
                </a:lnSpc>
                <a:spcBef>
                  <a:spcPts val="0"/>
                </a:spcBef>
                <a:spcAft>
                  <a:spcPts val="0"/>
                </a:spcAft>
                <a:buClrTx/>
                <a:buSzTx/>
                <a:buFontTx/>
                <a:buNone/>
                <a:tabLst/>
                <a:defRPr/>
              </a:pPr>
              <a:r>
                <a:rPr kumimoji="0" lang="en-US" sz="1000" b="1" i="0" u="none" strike="noStrike" kern="0" cap="none" spc="0" normalizeH="0" baseline="0" noProof="0" dirty="0">
                  <a:ln>
                    <a:noFill/>
                  </a:ln>
                  <a:solidFill>
                    <a:srgbClr val="FFFFFF"/>
                  </a:solidFill>
                  <a:effectLst/>
                  <a:uLnTx/>
                  <a:uFillTx/>
                  <a:latin typeface="Arial" panose="020B0604020202020204"/>
                  <a:ea typeface="Helvetica Neue" panose="02000503000000020004" pitchFamily="2" charset="0"/>
                  <a:cs typeface="Helvetica Neue" panose="02000503000000020004" pitchFamily="2" charset="0"/>
                  <a:sym typeface="Arial"/>
                </a:rPr>
                <a:t> Net Sales- %Growth</a:t>
              </a:r>
            </a:p>
          </p:txBody>
        </p:sp>
        <p:sp>
          <p:nvSpPr>
            <p:cNvPr id="54" name="TextBox 53">
              <a:extLst>
                <a:ext uri="{FF2B5EF4-FFF2-40B4-BE49-F238E27FC236}">
                  <a16:creationId xmlns:a16="http://schemas.microsoft.com/office/drawing/2014/main" id="{7CADA675-77A7-50E6-D76A-4EABECEFE203}"/>
                </a:ext>
              </a:extLst>
            </p:cNvPr>
            <p:cNvSpPr txBox="1"/>
            <p:nvPr/>
          </p:nvSpPr>
          <p:spPr>
            <a:xfrm>
              <a:off x="8126776" y="1492815"/>
              <a:ext cx="1069539" cy="276999"/>
            </a:xfrm>
            <a:prstGeom prst="rect">
              <a:avLst/>
            </a:prstGeom>
            <a:noFill/>
            <a:ln>
              <a:noFill/>
            </a:ln>
          </p:spPr>
          <p:txBody>
            <a:bodyPr wrap="square" rtlCol="0">
              <a:spAutoFit/>
            </a:bodyPr>
            <a:lstStyle/>
            <a:p>
              <a:pPr marL="0" marR="0" lvl="0" indent="0" algn="ctr" defTabSz="914400" rtl="0" eaLnBrk="1" fontAlgn="auto" latinLnBrk="0" hangingPunct="0">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srgbClr val="000000">
                      <a:lumMod val="75000"/>
                      <a:lumOff val="25000"/>
                    </a:srgbClr>
                  </a:solidFill>
                  <a:effectLst/>
                  <a:uLnTx/>
                  <a:uFillTx/>
                  <a:latin typeface="Arial" panose="020B0604020202020204"/>
                  <a:ea typeface="Helvetica Neue" panose="02000503000000020004" pitchFamily="2" charset="0"/>
                  <a:cs typeface="Helvetica Neue" panose="02000503000000020004" pitchFamily="2" charset="0"/>
                  <a:sym typeface="Arial"/>
                </a:rPr>
                <a:t>28%</a:t>
              </a:r>
            </a:p>
          </p:txBody>
        </p:sp>
        <p:sp>
          <p:nvSpPr>
            <p:cNvPr id="55" name="Rectangle 54">
              <a:extLst>
                <a:ext uri="{FF2B5EF4-FFF2-40B4-BE49-F238E27FC236}">
                  <a16:creationId xmlns:a16="http://schemas.microsoft.com/office/drawing/2014/main" id="{866BAD89-54E3-3545-21C9-FC24113166A6}"/>
                </a:ext>
              </a:extLst>
            </p:cNvPr>
            <p:cNvSpPr/>
            <p:nvPr/>
          </p:nvSpPr>
          <p:spPr>
            <a:xfrm>
              <a:off x="8278420" y="812764"/>
              <a:ext cx="813584" cy="327558"/>
            </a:xfrm>
            <a:prstGeom prst="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0">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000000">
                      <a:lumMod val="75000"/>
                      <a:lumOff val="25000"/>
                    </a:srgbClr>
                  </a:solidFill>
                  <a:effectLst/>
                  <a:uLnTx/>
                  <a:uFillTx/>
                  <a:latin typeface="Arial" panose="020B0604020202020204"/>
                  <a:ea typeface="+mn-ea"/>
                  <a:cs typeface="+mn-cs"/>
                  <a:sym typeface="Arial"/>
                </a:rPr>
                <a:t>Y</a:t>
              </a:r>
              <a:r>
                <a:rPr lang="en-US" sz="1050" kern="0" dirty="0">
                  <a:solidFill>
                    <a:srgbClr val="000000">
                      <a:lumMod val="75000"/>
                      <a:lumOff val="25000"/>
                    </a:srgbClr>
                  </a:solidFill>
                  <a:latin typeface="Arial" panose="020B0604020202020204"/>
                  <a:sym typeface="Arial"/>
                </a:rPr>
                <a:t>TD</a:t>
              </a:r>
              <a:endParaRPr kumimoji="0" lang="en-IN" sz="1050" b="0" i="0" u="none" strike="noStrike" kern="0" cap="none" spc="0" normalizeH="0" baseline="0" noProof="0" dirty="0">
                <a:ln>
                  <a:noFill/>
                </a:ln>
                <a:solidFill>
                  <a:srgbClr val="000000">
                    <a:lumMod val="75000"/>
                    <a:lumOff val="25000"/>
                  </a:srgbClr>
                </a:solidFill>
                <a:effectLst/>
                <a:uLnTx/>
                <a:uFillTx/>
                <a:latin typeface="Arial" panose="020B0604020202020204"/>
                <a:ea typeface="+mn-ea"/>
                <a:cs typeface="+mn-cs"/>
                <a:sym typeface="Arial"/>
              </a:endParaRPr>
            </a:p>
          </p:txBody>
        </p:sp>
        <p:sp>
          <p:nvSpPr>
            <p:cNvPr id="57" name="Rectangle 56">
              <a:extLst>
                <a:ext uri="{FF2B5EF4-FFF2-40B4-BE49-F238E27FC236}">
                  <a16:creationId xmlns:a16="http://schemas.microsoft.com/office/drawing/2014/main" id="{C00E23EE-67CD-BC99-F22B-C4FFCF2D6BA0}"/>
                </a:ext>
              </a:extLst>
            </p:cNvPr>
            <p:cNvSpPr/>
            <p:nvPr/>
          </p:nvSpPr>
          <p:spPr>
            <a:xfrm>
              <a:off x="9061985" y="817161"/>
              <a:ext cx="813584" cy="327558"/>
            </a:xfrm>
            <a:prstGeom prst="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0">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000000">
                      <a:lumMod val="75000"/>
                      <a:lumOff val="25000"/>
                    </a:srgbClr>
                  </a:solidFill>
                  <a:effectLst/>
                  <a:uLnTx/>
                  <a:uFillTx/>
                  <a:latin typeface="Arial" panose="020B0604020202020204"/>
                  <a:ea typeface="+mn-ea"/>
                  <a:cs typeface="+mn-cs"/>
                  <a:sym typeface="Arial"/>
                </a:rPr>
                <a:t>QTD</a:t>
              </a:r>
              <a:endParaRPr kumimoji="0" lang="en-IN" sz="1050" b="0" i="0" u="none" strike="noStrike" kern="0" cap="none" spc="0" normalizeH="0" baseline="0" noProof="0" dirty="0">
                <a:ln>
                  <a:noFill/>
                </a:ln>
                <a:solidFill>
                  <a:srgbClr val="000000">
                    <a:lumMod val="75000"/>
                    <a:lumOff val="25000"/>
                  </a:srgbClr>
                </a:solidFill>
                <a:effectLst/>
                <a:uLnTx/>
                <a:uFillTx/>
                <a:latin typeface="Arial" panose="020B0604020202020204"/>
                <a:ea typeface="+mn-ea"/>
                <a:cs typeface="+mn-cs"/>
                <a:sym typeface="Arial"/>
              </a:endParaRPr>
            </a:p>
          </p:txBody>
        </p:sp>
        <p:sp>
          <p:nvSpPr>
            <p:cNvPr id="58" name="Rectangle 57">
              <a:extLst>
                <a:ext uri="{FF2B5EF4-FFF2-40B4-BE49-F238E27FC236}">
                  <a16:creationId xmlns:a16="http://schemas.microsoft.com/office/drawing/2014/main" id="{49711319-D6F2-EA1B-227D-787BA9E2820E}"/>
                </a:ext>
              </a:extLst>
            </p:cNvPr>
            <p:cNvSpPr/>
            <p:nvPr/>
          </p:nvSpPr>
          <p:spPr>
            <a:xfrm>
              <a:off x="9876326" y="795764"/>
              <a:ext cx="734863" cy="355479"/>
            </a:xfrm>
            <a:prstGeom prst="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0">
                <a:lnSpc>
                  <a:spcPct val="100000"/>
                </a:lnSpc>
                <a:spcBef>
                  <a:spcPts val="0"/>
                </a:spcBef>
                <a:spcAft>
                  <a:spcPts val="0"/>
                </a:spcAft>
                <a:buClrTx/>
                <a:buSzTx/>
                <a:buFontTx/>
                <a:buNone/>
                <a:tabLst/>
                <a:defRPr/>
              </a:pPr>
              <a:r>
                <a:rPr lang="en-US" sz="1050" kern="0" dirty="0">
                  <a:solidFill>
                    <a:srgbClr val="000000">
                      <a:lumMod val="75000"/>
                      <a:lumOff val="25000"/>
                    </a:srgbClr>
                  </a:solidFill>
                  <a:latin typeface="Arial" panose="020B0604020202020204"/>
                  <a:sym typeface="Arial"/>
                </a:rPr>
                <a:t>Mar</a:t>
              </a:r>
              <a:r>
                <a:rPr kumimoji="0" lang="en-US" sz="1050" b="0" i="0" u="none" strike="noStrike" kern="0" cap="none" spc="0" normalizeH="0" baseline="0" noProof="0" dirty="0">
                  <a:ln>
                    <a:noFill/>
                  </a:ln>
                  <a:solidFill>
                    <a:srgbClr val="000000">
                      <a:lumMod val="75000"/>
                      <a:lumOff val="25000"/>
                    </a:srgbClr>
                  </a:solidFill>
                  <a:effectLst/>
                  <a:uLnTx/>
                  <a:uFillTx/>
                  <a:latin typeface="Arial" panose="020B0604020202020204"/>
                  <a:ea typeface="+mn-ea"/>
                  <a:cs typeface="+mn-cs"/>
                  <a:sym typeface="Arial"/>
                </a:rPr>
                <a:t>’26</a:t>
              </a:r>
              <a:endParaRPr kumimoji="0" lang="en-IN" sz="1050" b="0" i="0" u="none" strike="noStrike" kern="0" cap="none" spc="0" normalizeH="0" baseline="0" noProof="0" dirty="0">
                <a:ln>
                  <a:noFill/>
                </a:ln>
                <a:solidFill>
                  <a:srgbClr val="000000">
                    <a:lumMod val="75000"/>
                    <a:lumOff val="25000"/>
                  </a:srgbClr>
                </a:solidFill>
                <a:effectLst/>
                <a:uLnTx/>
                <a:uFillTx/>
                <a:latin typeface="Arial" panose="020B0604020202020204"/>
                <a:ea typeface="+mn-ea"/>
                <a:cs typeface="+mn-cs"/>
                <a:sym typeface="Arial"/>
              </a:endParaRPr>
            </a:p>
          </p:txBody>
        </p:sp>
        <p:sp>
          <p:nvSpPr>
            <p:cNvPr id="59" name="TextBox 58">
              <a:extLst>
                <a:ext uri="{FF2B5EF4-FFF2-40B4-BE49-F238E27FC236}">
                  <a16:creationId xmlns:a16="http://schemas.microsoft.com/office/drawing/2014/main" id="{3E2428D6-FDEC-D5DC-998A-585BBB66BDCF}"/>
                </a:ext>
              </a:extLst>
            </p:cNvPr>
            <p:cNvSpPr txBox="1"/>
            <p:nvPr/>
          </p:nvSpPr>
          <p:spPr>
            <a:xfrm>
              <a:off x="8928590" y="1489121"/>
              <a:ext cx="1069539" cy="276999"/>
            </a:xfrm>
            <a:prstGeom prst="rect">
              <a:avLst/>
            </a:prstGeom>
            <a:noFill/>
            <a:ln>
              <a:noFill/>
            </a:ln>
          </p:spPr>
          <p:txBody>
            <a:bodyPr wrap="square" rtlCol="0">
              <a:spAutoFit/>
            </a:bodyPr>
            <a:lstStyle/>
            <a:p>
              <a:pPr marL="0" marR="0" lvl="0" indent="0" algn="ctr" defTabSz="914400" rtl="0" eaLnBrk="1" fontAlgn="auto" latinLnBrk="0" hangingPunct="0">
                <a:lnSpc>
                  <a:spcPct val="100000"/>
                </a:lnSpc>
                <a:spcBef>
                  <a:spcPts val="0"/>
                </a:spcBef>
                <a:spcAft>
                  <a:spcPts val="0"/>
                </a:spcAft>
                <a:buClrTx/>
                <a:buSzTx/>
                <a:buFontTx/>
                <a:buNone/>
                <a:tabLst/>
                <a:defRPr/>
              </a:pPr>
              <a:r>
                <a:rPr lang="en-US" sz="1200" b="1" kern="0" dirty="0">
                  <a:solidFill>
                    <a:srgbClr val="000000">
                      <a:lumMod val="75000"/>
                      <a:lumOff val="25000"/>
                    </a:srgbClr>
                  </a:solidFill>
                  <a:latin typeface="Arial" panose="020B0604020202020204"/>
                  <a:ea typeface="Helvetica Neue" panose="02000503000000020004" pitchFamily="2" charset="0"/>
                  <a:cs typeface="Helvetica Neue" panose="02000503000000020004" pitchFamily="2" charset="0"/>
                  <a:sym typeface="Arial"/>
                </a:rPr>
                <a:t>-15</a:t>
              </a:r>
              <a:r>
                <a:rPr kumimoji="0" lang="en-US" sz="1200" b="1" i="0" u="none" strike="noStrike" kern="0" cap="none" spc="0" normalizeH="0" baseline="0" noProof="0" dirty="0">
                  <a:ln>
                    <a:noFill/>
                  </a:ln>
                  <a:solidFill>
                    <a:srgbClr val="000000">
                      <a:lumMod val="75000"/>
                      <a:lumOff val="25000"/>
                    </a:srgbClr>
                  </a:solidFill>
                  <a:effectLst/>
                  <a:uLnTx/>
                  <a:uFillTx/>
                  <a:latin typeface="Arial" panose="020B0604020202020204"/>
                  <a:ea typeface="Helvetica Neue" panose="02000503000000020004" pitchFamily="2" charset="0"/>
                  <a:cs typeface="Helvetica Neue" panose="02000503000000020004" pitchFamily="2" charset="0"/>
                  <a:sym typeface="Arial"/>
                </a:rPr>
                <a:t>%</a:t>
              </a:r>
            </a:p>
          </p:txBody>
        </p:sp>
        <p:sp>
          <p:nvSpPr>
            <p:cNvPr id="60" name="TextBox 59">
              <a:extLst>
                <a:ext uri="{FF2B5EF4-FFF2-40B4-BE49-F238E27FC236}">
                  <a16:creationId xmlns:a16="http://schemas.microsoft.com/office/drawing/2014/main" id="{DB1CD930-6CEC-6E7A-303B-9426697D9093}"/>
                </a:ext>
              </a:extLst>
            </p:cNvPr>
            <p:cNvSpPr txBox="1"/>
            <p:nvPr/>
          </p:nvSpPr>
          <p:spPr>
            <a:xfrm>
              <a:off x="9708989" y="1485428"/>
              <a:ext cx="1069539" cy="276999"/>
            </a:xfrm>
            <a:prstGeom prst="rect">
              <a:avLst/>
            </a:prstGeom>
            <a:noFill/>
            <a:ln>
              <a:noFill/>
            </a:ln>
          </p:spPr>
          <p:txBody>
            <a:bodyPr wrap="square" rtlCol="0">
              <a:spAutoFit/>
            </a:bodyPr>
            <a:lstStyle/>
            <a:p>
              <a:pPr marL="0" marR="0" lvl="0" indent="0" algn="ctr" defTabSz="914400" rtl="0" eaLnBrk="1" fontAlgn="auto" latinLnBrk="0" hangingPunct="0">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srgbClr val="000000"/>
                  </a:solidFill>
                  <a:effectLst/>
                  <a:uLnTx/>
                  <a:uFillTx/>
                  <a:latin typeface="Arial" panose="020B0604020202020204"/>
                  <a:ea typeface="Helvetica Neue" panose="02000503000000020004" pitchFamily="2" charset="0"/>
                  <a:cs typeface="Helvetica Neue" panose="02000503000000020004" pitchFamily="2" charset="0"/>
                  <a:sym typeface="Arial"/>
                </a:rPr>
                <a:t>59%</a:t>
              </a:r>
            </a:p>
          </p:txBody>
        </p:sp>
        <p:sp>
          <p:nvSpPr>
            <p:cNvPr id="62" name="Rectangle 61">
              <a:extLst>
                <a:ext uri="{FF2B5EF4-FFF2-40B4-BE49-F238E27FC236}">
                  <a16:creationId xmlns:a16="http://schemas.microsoft.com/office/drawing/2014/main" id="{394B718C-D7F0-F928-C084-70CF52B60C1F}"/>
                </a:ext>
              </a:extLst>
            </p:cNvPr>
            <p:cNvSpPr/>
            <p:nvPr/>
          </p:nvSpPr>
          <p:spPr>
            <a:xfrm>
              <a:off x="8246743" y="1829000"/>
              <a:ext cx="813584" cy="249575"/>
            </a:xfrm>
            <a:prstGeom prst="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0">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000000"/>
                  </a:solidFill>
                  <a:effectLst/>
                  <a:uLnTx/>
                  <a:uFillTx/>
                  <a:latin typeface="Arial" panose="020B0604020202020204"/>
                  <a:ea typeface="+mn-ea"/>
                  <a:cs typeface="+mn-cs"/>
                  <a:sym typeface="Arial"/>
                </a:rPr>
                <a:t>vs </a:t>
              </a:r>
              <a:r>
                <a:rPr lang="en-US" sz="1050" kern="0" dirty="0">
                  <a:solidFill>
                    <a:srgbClr val="000000">
                      <a:lumMod val="75000"/>
                      <a:lumOff val="25000"/>
                    </a:srgbClr>
                  </a:solidFill>
                  <a:latin typeface="Arial" panose="020B0604020202020204"/>
                  <a:sym typeface="Arial"/>
                </a:rPr>
                <a:t>PYTD</a:t>
              </a:r>
              <a:endParaRPr kumimoji="0" lang="en-IN" sz="1050" b="0" i="0" u="none" strike="noStrike" kern="0" cap="none" spc="0" normalizeH="0" baseline="0" noProof="0" dirty="0">
                <a:ln>
                  <a:noFill/>
                </a:ln>
                <a:solidFill>
                  <a:srgbClr val="000000">
                    <a:lumMod val="75000"/>
                    <a:lumOff val="25000"/>
                  </a:srgbClr>
                </a:solidFill>
                <a:effectLst/>
                <a:uLnTx/>
                <a:uFillTx/>
                <a:latin typeface="Arial" panose="020B0604020202020204"/>
                <a:ea typeface="+mn-ea"/>
                <a:cs typeface="+mn-cs"/>
                <a:sym typeface="Arial"/>
              </a:endParaRPr>
            </a:p>
          </p:txBody>
        </p:sp>
        <p:sp>
          <p:nvSpPr>
            <p:cNvPr id="63" name="Rectangle 62">
              <a:extLst>
                <a:ext uri="{FF2B5EF4-FFF2-40B4-BE49-F238E27FC236}">
                  <a16:creationId xmlns:a16="http://schemas.microsoft.com/office/drawing/2014/main" id="{D3250493-34A0-F259-1F80-63F1A605A7B5}"/>
                </a:ext>
              </a:extLst>
            </p:cNvPr>
            <p:cNvSpPr/>
            <p:nvPr/>
          </p:nvSpPr>
          <p:spPr>
            <a:xfrm>
              <a:off x="9047269" y="1816991"/>
              <a:ext cx="813584" cy="249575"/>
            </a:xfrm>
            <a:prstGeom prst="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0">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000000">
                      <a:lumMod val="75000"/>
                      <a:lumOff val="25000"/>
                    </a:srgbClr>
                  </a:solidFill>
                  <a:effectLst/>
                  <a:uLnTx/>
                  <a:uFillTx/>
                  <a:latin typeface="Arial" panose="020B0604020202020204"/>
                  <a:ea typeface="+mn-ea"/>
                  <a:cs typeface="+mn-cs"/>
                  <a:sym typeface="Arial"/>
                </a:rPr>
                <a:t>vs </a:t>
              </a:r>
              <a:r>
                <a:rPr lang="en-US" sz="1050" kern="0" dirty="0">
                  <a:solidFill>
                    <a:srgbClr val="000000">
                      <a:lumMod val="75000"/>
                      <a:lumOff val="25000"/>
                    </a:srgbClr>
                  </a:solidFill>
                  <a:latin typeface="Arial" panose="020B0604020202020204"/>
                  <a:sym typeface="Arial"/>
                </a:rPr>
                <a:t>PQTD</a:t>
              </a:r>
              <a:endParaRPr kumimoji="0" lang="en-IN" sz="1050" b="0" i="0" u="none" strike="noStrike" kern="0" cap="none" spc="0" normalizeH="0" baseline="0" noProof="0" dirty="0">
                <a:ln>
                  <a:noFill/>
                </a:ln>
                <a:solidFill>
                  <a:srgbClr val="000000">
                    <a:lumMod val="75000"/>
                    <a:lumOff val="25000"/>
                  </a:srgbClr>
                </a:solidFill>
                <a:effectLst/>
                <a:uLnTx/>
                <a:uFillTx/>
                <a:latin typeface="Arial" panose="020B0604020202020204"/>
                <a:ea typeface="+mn-ea"/>
                <a:cs typeface="+mn-cs"/>
                <a:sym typeface="Arial"/>
              </a:endParaRPr>
            </a:p>
          </p:txBody>
        </p:sp>
        <p:sp>
          <p:nvSpPr>
            <p:cNvPr id="64" name="Rectangle 63">
              <a:extLst>
                <a:ext uri="{FF2B5EF4-FFF2-40B4-BE49-F238E27FC236}">
                  <a16:creationId xmlns:a16="http://schemas.microsoft.com/office/drawing/2014/main" id="{609554F9-A4C1-03AD-4A86-A5E95C1DCF21}"/>
                </a:ext>
              </a:extLst>
            </p:cNvPr>
            <p:cNvSpPr/>
            <p:nvPr/>
          </p:nvSpPr>
          <p:spPr>
            <a:xfrm>
              <a:off x="9814776" y="1819499"/>
              <a:ext cx="813584" cy="249575"/>
            </a:xfrm>
            <a:prstGeom prst="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0">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000000">
                      <a:lumMod val="75000"/>
                      <a:lumOff val="25000"/>
                    </a:srgbClr>
                  </a:solidFill>
                  <a:effectLst/>
                  <a:uLnTx/>
                  <a:uFillTx/>
                  <a:latin typeface="Arial" panose="020B0604020202020204"/>
                  <a:ea typeface="+mn-ea"/>
                  <a:cs typeface="+mn-cs"/>
                  <a:sym typeface="Arial"/>
                </a:rPr>
                <a:t>vs </a:t>
              </a:r>
              <a:r>
                <a:rPr lang="en-US" sz="1050" kern="0" dirty="0">
                  <a:solidFill>
                    <a:srgbClr val="000000">
                      <a:lumMod val="75000"/>
                      <a:lumOff val="25000"/>
                    </a:srgbClr>
                  </a:solidFill>
                  <a:latin typeface="Arial" panose="020B0604020202020204"/>
                  <a:sym typeface="Arial"/>
                </a:rPr>
                <a:t>Feb’</a:t>
              </a:r>
              <a:r>
                <a:rPr kumimoji="0" lang="en-US" sz="1050" b="0" i="0" u="none" strike="noStrike" kern="0" cap="none" spc="0" normalizeH="0" baseline="0" noProof="0" dirty="0">
                  <a:ln>
                    <a:noFill/>
                  </a:ln>
                  <a:solidFill>
                    <a:srgbClr val="000000">
                      <a:lumMod val="75000"/>
                      <a:lumOff val="25000"/>
                    </a:srgbClr>
                  </a:solidFill>
                  <a:effectLst/>
                  <a:uLnTx/>
                  <a:uFillTx/>
                  <a:latin typeface="Arial" panose="020B0604020202020204"/>
                  <a:ea typeface="+mn-ea"/>
                  <a:cs typeface="+mn-cs"/>
                  <a:sym typeface="Arial"/>
                </a:rPr>
                <a:t>26</a:t>
              </a:r>
              <a:endParaRPr kumimoji="0" lang="en-IN" sz="1050" b="0" i="0" u="none" strike="noStrike" kern="0" cap="none" spc="0" normalizeH="0" baseline="0" noProof="0" dirty="0">
                <a:ln>
                  <a:noFill/>
                </a:ln>
                <a:solidFill>
                  <a:srgbClr val="000000">
                    <a:lumMod val="75000"/>
                    <a:lumOff val="25000"/>
                  </a:srgbClr>
                </a:solidFill>
                <a:effectLst/>
                <a:uLnTx/>
                <a:uFillTx/>
                <a:latin typeface="Arial" panose="020B0604020202020204"/>
                <a:ea typeface="+mn-ea"/>
                <a:cs typeface="+mn-cs"/>
                <a:sym typeface="Arial"/>
              </a:endParaRPr>
            </a:p>
          </p:txBody>
        </p:sp>
        <p:sp>
          <p:nvSpPr>
            <p:cNvPr id="66" name="Rectangle 65">
              <a:extLst>
                <a:ext uri="{FF2B5EF4-FFF2-40B4-BE49-F238E27FC236}">
                  <a16:creationId xmlns:a16="http://schemas.microsoft.com/office/drawing/2014/main" id="{25423AA1-F4AD-5E01-E551-DFD4483206AC}"/>
                </a:ext>
              </a:extLst>
            </p:cNvPr>
            <p:cNvSpPr/>
            <p:nvPr/>
          </p:nvSpPr>
          <p:spPr>
            <a:xfrm>
              <a:off x="8271376" y="704813"/>
              <a:ext cx="2397732" cy="1451266"/>
            </a:xfrm>
            <a:prstGeom prst="rect">
              <a:avLst/>
            </a:prstGeom>
            <a:noFill/>
            <a:ln w="19050" cap="flat">
              <a:solidFill>
                <a:srgbClr val="989898"/>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lstStyle/>
            <a:p>
              <a:pPr marL="0" marR="0" lvl="0" indent="0" algn="ctr" defTabSz="914400" rtl="0" eaLnBrk="1" fontAlgn="auto" latinLnBrk="0" hangingPunct="0">
                <a:lnSpc>
                  <a:spcPct val="100000"/>
                </a:lnSpc>
                <a:spcBef>
                  <a:spcPts val="0"/>
                </a:spcBef>
                <a:spcAft>
                  <a:spcPts val="0"/>
                </a:spcAft>
                <a:buClrTx/>
                <a:buSzTx/>
                <a:buFontTx/>
                <a:buNone/>
                <a:tabLst/>
                <a:defRPr/>
              </a:pPr>
              <a:endParaRPr kumimoji="0" lang="en-US" sz="1200" b="1" i="0" u="none" strike="noStrike" kern="0" cap="none" spc="0" normalizeH="0" baseline="0" noProof="0">
                <a:ln>
                  <a:noFill/>
                </a:ln>
                <a:solidFill>
                  <a:srgbClr val="000738"/>
                </a:solidFill>
                <a:effectLst/>
                <a:uLnTx/>
                <a:uFillTx/>
                <a:latin typeface="Arial Nova" panose="020B0504020202020204" pitchFamily="34" charset="0"/>
                <a:ea typeface="+mn-ea"/>
                <a:cs typeface="Arial"/>
                <a:sym typeface="Calibri"/>
              </a:endParaRPr>
            </a:p>
          </p:txBody>
        </p:sp>
        <p:sp>
          <p:nvSpPr>
            <p:cNvPr id="24" name="Arrow: Up 23">
              <a:extLst>
                <a:ext uri="{FF2B5EF4-FFF2-40B4-BE49-F238E27FC236}">
                  <a16:creationId xmlns:a16="http://schemas.microsoft.com/office/drawing/2014/main" id="{BC2F3D25-57B8-3306-EDE5-B9245CBC176E}"/>
                </a:ext>
              </a:extLst>
            </p:cNvPr>
            <p:cNvSpPr/>
            <p:nvPr/>
          </p:nvSpPr>
          <p:spPr>
            <a:xfrm>
              <a:off x="8581827" y="1253936"/>
              <a:ext cx="168325" cy="217690"/>
            </a:xfrm>
            <a:prstGeom prst="upArrow">
              <a:avLst/>
            </a:prstGeom>
            <a:solidFill>
              <a:srgbClr val="92D050"/>
            </a:solidFill>
            <a:ln w="9525" cap="flat">
              <a:solidFill>
                <a:schemeClr val="bg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lstStyle/>
            <a:p>
              <a:pPr marL="0" marR="0" lvl="0" indent="0" algn="ctr" defTabSz="914400" rtl="0" eaLnBrk="1" fontAlgn="auto" latinLnBrk="0" hangingPunct="0">
                <a:lnSpc>
                  <a:spcPct val="100000"/>
                </a:lnSpc>
                <a:spcBef>
                  <a:spcPts val="0"/>
                </a:spcBef>
                <a:spcAft>
                  <a:spcPts val="0"/>
                </a:spcAft>
                <a:buClrTx/>
                <a:buSzTx/>
                <a:buFontTx/>
                <a:buNone/>
                <a:tabLst/>
                <a:defRPr/>
              </a:pPr>
              <a:endParaRPr kumimoji="0" lang="en-US" sz="1200" b="0" i="0" u="none" strike="noStrike" kern="0" cap="none" spc="0" normalizeH="0" baseline="0" noProof="0" err="1">
                <a:ln>
                  <a:noFill/>
                </a:ln>
                <a:solidFill>
                  <a:srgbClr val="50626A"/>
                </a:solidFill>
                <a:effectLst/>
                <a:uLnTx/>
                <a:uFillTx/>
                <a:latin typeface="Arial Nova" panose="020B0504020202020204" pitchFamily="34" charset="0"/>
                <a:ea typeface="+mn-ea"/>
                <a:cs typeface="Arial"/>
                <a:sym typeface="Calibri"/>
              </a:endParaRPr>
            </a:p>
          </p:txBody>
        </p:sp>
      </p:grpSp>
      <p:sp>
        <p:nvSpPr>
          <p:cNvPr id="33" name="Arrow: Right 32">
            <a:extLst>
              <a:ext uri="{FF2B5EF4-FFF2-40B4-BE49-F238E27FC236}">
                <a16:creationId xmlns:a16="http://schemas.microsoft.com/office/drawing/2014/main" id="{71C7D90C-AB1C-492D-5946-AF307F39734A}"/>
              </a:ext>
            </a:extLst>
          </p:cNvPr>
          <p:cNvSpPr/>
          <p:nvPr/>
        </p:nvSpPr>
        <p:spPr>
          <a:xfrm>
            <a:off x="7824931" y="1165973"/>
            <a:ext cx="563525" cy="382233"/>
          </a:xfrm>
          <a:prstGeom prst="rightArrow">
            <a:avLst/>
          </a:prstGeom>
          <a:solidFill>
            <a:srgbClr val="00859D"/>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lstStyle/>
          <a:p>
            <a:pPr marL="0" marR="0" lvl="0" indent="0" algn="ctr" defTabSz="914400" rtl="0" eaLnBrk="1" fontAlgn="auto" latinLnBrk="0" hangingPunct="0">
              <a:lnSpc>
                <a:spcPct val="100000"/>
              </a:lnSpc>
              <a:spcBef>
                <a:spcPts val="0"/>
              </a:spcBef>
              <a:spcAft>
                <a:spcPts val="0"/>
              </a:spcAft>
              <a:buClrTx/>
              <a:buSzTx/>
              <a:buFontTx/>
              <a:buNone/>
              <a:tabLst/>
              <a:defRPr/>
            </a:pPr>
            <a:endParaRPr kumimoji="0" lang="en-AE" sz="1200" b="0" i="0" u="none" strike="noStrike" kern="1200" cap="none" spc="0" normalizeH="0" baseline="0" noProof="0" dirty="0" err="1">
              <a:ln>
                <a:noFill/>
              </a:ln>
              <a:solidFill>
                <a:srgbClr val="50626A"/>
              </a:solidFill>
              <a:effectLst/>
              <a:uLnTx/>
              <a:uFillTx/>
              <a:latin typeface="Arial Nova" panose="020B0504020202020204" pitchFamily="34" charset="0"/>
              <a:ea typeface="+mn-ea"/>
              <a:cs typeface="+mn-cs"/>
              <a:sym typeface="Calibri"/>
            </a:endParaRPr>
          </a:p>
        </p:txBody>
      </p:sp>
      <p:sp>
        <p:nvSpPr>
          <p:cNvPr id="16" name="Arrow: Up 15">
            <a:extLst>
              <a:ext uri="{FF2B5EF4-FFF2-40B4-BE49-F238E27FC236}">
                <a16:creationId xmlns:a16="http://schemas.microsoft.com/office/drawing/2014/main" id="{D24459B1-3138-C704-7B4B-C10132AFAC51}"/>
              </a:ext>
            </a:extLst>
          </p:cNvPr>
          <p:cNvSpPr/>
          <p:nvPr/>
        </p:nvSpPr>
        <p:spPr>
          <a:xfrm rot="10800000">
            <a:off x="4061167" y="1330521"/>
            <a:ext cx="179432" cy="213210"/>
          </a:xfrm>
          <a:prstGeom prst="upArrow">
            <a:avLst/>
          </a:prstGeom>
          <a:solidFill>
            <a:schemeClr val="accent2"/>
          </a:solidFill>
          <a:ln w="9525" cap="flat">
            <a:solidFill>
              <a:srgbClr val="FFB71B"/>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lstStyle/>
          <a:p>
            <a:pPr marL="0" marR="0" lvl="0" indent="0" algn="ctr" defTabSz="914400" rtl="0" eaLnBrk="1" fontAlgn="auto" latinLnBrk="0" hangingPunct="0">
              <a:lnSpc>
                <a:spcPct val="100000"/>
              </a:lnSpc>
              <a:spcBef>
                <a:spcPts val="0"/>
              </a:spcBef>
              <a:spcAft>
                <a:spcPts val="0"/>
              </a:spcAft>
              <a:buClrTx/>
              <a:buSzTx/>
              <a:buFontTx/>
              <a:buNone/>
              <a:tabLst/>
              <a:defRPr/>
            </a:pPr>
            <a:endParaRPr kumimoji="0" lang="en-US" sz="1200" b="0" i="0" u="none" strike="noStrike" kern="0" cap="none" spc="0" normalizeH="0" baseline="0" noProof="0" err="1">
              <a:ln>
                <a:noFill/>
              </a:ln>
              <a:solidFill>
                <a:srgbClr val="50626A"/>
              </a:solidFill>
              <a:effectLst/>
              <a:uLnTx/>
              <a:uFillTx/>
              <a:latin typeface="Arial Nova" panose="020B0504020202020204" pitchFamily="34" charset="0"/>
              <a:ea typeface="+mn-ea"/>
              <a:cs typeface="Arial"/>
              <a:sym typeface="Calibri"/>
            </a:endParaRPr>
          </a:p>
        </p:txBody>
      </p:sp>
      <p:sp>
        <p:nvSpPr>
          <p:cNvPr id="18" name="Arrow: Up 17">
            <a:extLst>
              <a:ext uri="{FF2B5EF4-FFF2-40B4-BE49-F238E27FC236}">
                <a16:creationId xmlns:a16="http://schemas.microsoft.com/office/drawing/2014/main" id="{448BF803-41D0-648A-68BA-6CCA884CCBFF}"/>
              </a:ext>
            </a:extLst>
          </p:cNvPr>
          <p:cNvSpPr/>
          <p:nvPr/>
        </p:nvSpPr>
        <p:spPr>
          <a:xfrm>
            <a:off x="4069798" y="1748294"/>
            <a:ext cx="179432" cy="213210"/>
          </a:xfrm>
          <a:prstGeom prst="upArrow">
            <a:avLst/>
          </a:prstGeom>
          <a:solidFill>
            <a:srgbClr val="92D050"/>
          </a:solidFill>
          <a:ln w="9525" cap="flat">
            <a:solidFill>
              <a:srgbClr val="92D050"/>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lstStyle/>
          <a:p>
            <a:pPr marL="0" marR="0" lvl="0" indent="0" algn="ctr" defTabSz="914400" rtl="0" eaLnBrk="1" fontAlgn="auto" latinLnBrk="0" hangingPunct="0">
              <a:lnSpc>
                <a:spcPct val="100000"/>
              </a:lnSpc>
              <a:spcBef>
                <a:spcPts val="0"/>
              </a:spcBef>
              <a:spcAft>
                <a:spcPts val="0"/>
              </a:spcAft>
              <a:buClrTx/>
              <a:buSzTx/>
              <a:buFontTx/>
              <a:buNone/>
              <a:tabLst/>
              <a:defRPr/>
            </a:pPr>
            <a:endParaRPr kumimoji="0" lang="en-US" sz="1200" b="0" i="0" u="none" strike="noStrike" kern="0" cap="none" spc="0" normalizeH="0" baseline="0" noProof="0" err="1">
              <a:ln>
                <a:noFill/>
              </a:ln>
              <a:solidFill>
                <a:srgbClr val="50626A"/>
              </a:solidFill>
              <a:effectLst/>
              <a:uLnTx/>
              <a:uFillTx/>
              <a:latin typeface="Arial Nova" panose="020B0504020202020204" pitchFamily="34" charset="0"/>
              <a:ea typeface="+mn-ea"/>
              <a:cs typeface="Arial"/>
              <a:sym typeface="Calibri"/>
            </a:endParaRPr>
          </a:p>
        </p:txBody>
      </p:sp>
      <p:sp>
        <p:nvSpPr>
          <p:cNvPr id="9" name="Arrow: Up 8">
            <a:extLst>
              <a:ext uri="{FF2B5EF4-FFF2-40B4-BE49-F238E27FC236}">
                <a16:creationId xmlns:a16="http://schemas.microsoft.com/office/drawing/2014/main" id="{16DE5720-3F45-F52F-10FB-F7E2EE403666}"/>
              </a:ext>
            </a:extLst>
          </p:cNvPr>
          <p:cNvSpPr/>
          <p:nvPr/>
        </p:nvSpPr>
        <p:spPr>
          <a:xfrm>
            <a:off x="4068519" y="932325"/>
            <a:ext cx="179432" cy="213210"/>
          </a:xfrm>
          <a:prstGeom prst="upArrow">
            <a:avLst/>
          </a:prstGeom>
          <a:solidFill>
            <a:srgbClr val="92D050"/>
          </a:solidFill>
          <a:ln w="9525" cap="flat">
            <a:solidFill>
              <a:srgbClr val="92D050"/>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lstStyle/>
          <a:p>
            <a:pPr marL="0" marR="0" lvl="0" indent="0" algn="ctr" defTabSz="914400" rtl="0" eaLnBrk="1" fontAlgn="auto" latinLnBrk="0" hangingPunct="0">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srgbClr val="67A441"/>
              </a:solidFill>
              <a:effectLst/>
              <a:uLnTx/>
              <a:uFillTx/>
              <a:latin typeface="Arial Nova" panose="020B0504020202020204" pitchFamily="34" charset="0"/>
              <a:ea typeface="+mn-ea"/>
              <a:cs typeface="Arial"/>
              <a:sym typeface="Calibri"/>
            </a:endParaRPr>
          </a:p>
        </p:txBody>
      </p:sp>
      <p:sp>
        <p:nvSpPr>
          <p:cNvPr id="2" name="Arrow: Up 1">
            <a:extLst>
              <a:ext uri="{FF2B5EF4-FFF2-40B4-BE49-F238E27FC236}">
                <a16:creationId xmlns:a16="http://schemas.microsoft.com/office/drawing/2014/main" id="{148DFDFC-E700-1D80-77F2-1DA64E10CC8C}"/>
              </a:ext>
            </a:extLst>
          </p:cNvPr>
          <p:cNvSpPr/>
          <p:nvPr/>
        </p:nvSpPr>
        <p:spPr>
          <a:xfrm rot="10800000">
            <a:off x="10105171" y="1221126"/>
            <a:ext cx="251999" cy="216000"/>
          </a:xfrm>
          <a:prstGeom prst="upArrow">
            <a:avLst/>
          </a:prstGeom>
          <a:solidFill>
            <a:schemeClr val="accent2"/>
          </a:solidFill>
          <a:ln w="9525" cap="flat">
            <a:solidFill>
              <a:srgbClr val="FFB71B"/>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lstStyle/>
          <a:p>
            <a:pPr marL="0" marR="0" lvl="0" indent="0" algn="ctr" defTabSz="914400" rtl="0" eaLnBrk="1" fontAlgn="auto" latinLnBrk="0" hangingPunct="0">
              <a:lnSpc>
                <a:spcPct val="100000"/>
              </a:lnSpc>
              <a:spcBef>
                <a:spcPts val="0"/>
              </a:spcBef>
              <a:spcAft>
                <a:spcPts val="0"/>
              </a:spcAft>
              <a:buClrTx/>
              <a:buSzTx/>
              <a:buFontTx/>
              <a:buNone/>
              <a:tabLst/>
              <a:defRPr/>
            </a:pPr>
            <a:endParaRPr kumimoji="0" lang="en-US" sz="1200" b="0" i="0" u="none" strike="noStrike" kern="0" cap="none" spc="0" normalizeH="0" baseline="0" noProof="0" err="1">
              <a:ln>
                <a:noFill/>
              </a:ln>
              <a:solidFill>
                <a:srgbClr val="50626A"/>
              </a:solidFill>
              <a:effectLst/>
              <a:uLnTx/>
              <a:uFillTx/>
              <a:latin typeface="Arial Nova" panose="020B0504020202020204" pitchFamily="34" charset="0"/>
              <a:ea typeface="+mn-ea"/>
              <a:cs typeface="Arial"/>
              <a:sym typeface="Calibri"/>
            </a:endParaRPr>
          </a:p>
        </p:txBody>
      </p:sp>
      <p:sp>
        <p:nvSpPr>
          <p:cNvPr id="4" name="Arrow: Up 3">
            <a:extLst>
              <a:ext uri="{FF2B5EF4-FFF2-40B4-BE49-F238E27FC236}">
                <a16:creationId xmlns:a16="http://schemas.microsoft.com/office/drawing/2014/main" id="{9734B622-470A-2B0B-50C4-FB5DA3B576E6}"/>
              </a:ext>
            </a:extLst>
          </p:cNvPr>
          <p:cNvSpPr/>
          <p:nvPr/>
        </p:nvSpPr>
        <p:spPr>
          <a:xfrm>
            <a:off x="11259935" y="1247615"/>
            <a:ext cx="251999" cy="216000"/>
          </a:xfrm>
          <a:prstGeom prst="upArrow">
            <a:avLst/>
          </a:prstGeom>
          <a:solidFill>
            <a:srgbClr val="92D050"/>
          </a:solidFill>
          <a:ln w="9525" cap="flat">
            <a:solidFill>
              <a:srgbClr val="92D050"/>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lstStyle/>
          <a:p>
            <a:pPr marL="0" marR="0" lvl="0" indent="0" algn="ctr" defTabSz="914400" rtl="0" eaLnBrk="1" fontAlgn="auto" latinLnBrk="0" hangingPunct="0">
              <a:lnSpc>
                <a:spcPct val="100000"/>
              </a:lnSpc>
              <a:spcBef>
                <a:spcPts val="0"/>
              </a:spcBef>
              <a:spcAft>
                <a:spcPts val="0"/>
              </a:spcAft>
              <a:buClrTx/>
              <a:buSzTx/>
              <a:buFontTx/>
              <a:buNone/>
              <a:tabLst/>
              <a:defRPr/>
            </a:pPr>
            <a:endParaRPr kumimoji="0" lang="en-US" sz="1200" b="0" i="0" u="none" strike="noStrike" kern="0" cap="none" spc="0" normalizeH="0" baseline="0" noProof="0" err="1">
              <a:ln>
                <a:noFill/>
              </a:ln>
              <a:solidFill>
                <a:srgbClr val="50626A"/>
              </a:solidFill>
              <a:effectLst/>
              <a:uLnTx/>
              <a:uFillTx/>
              <a:latin typeface="Arial Nova" panose="020B0504020202020204" pitchFamily="34" charset="0"/>
              <a:ea typeface="+mn-ea"/>
              <a:cs typeface="Arial"/>
              <a:sym typeface="Calibri"/>
            </a:endParaRPr>
          </a:p>
        </p:txBody>
      </p:sp>
      <p:sp>
        <p:nvSpPr>
          <p:cNvPr id="77" name="TextBox 76">
            <a:extLst>
              <a:ext uri="{FF2B5EF4-FFF2-40B4-BE49-F238E27FC236}">
                <a16:creationId xmlns:a16="http://schemas.microsoft.com/office/drawing/2014/main" id="{6EC6676F-483D-6FDD-8D4E-CB3E6F550899}"/>
              </a:ext>
            </a:extLst>
          </p:cNvPr>
          <p:cNvSpPr txBox="1"/>
          <p:nvPr/>
        </p:nvSpPr>
        <p:spPr>
          <a:xfrm>
            <a:off x="189518" y="399013"/>
            <a:ext cx="4260828" cy="246221"/>
          </a:xfrm>
          <a:prstGeom prst="rect">
            <a:avLst/>
          </a:prstGeom>
          <a:solidFill>
            <a:schemeClr val="accent1"/>
          </a:solidFill>
        </p:spPr>
        <p:txBody>
          <a:bodyPr wrap="square" lIns="91440" tIns="45720" rIns="91440" bIns="45720" rtlCol="0" anchor="t">
            <a:spAutoFit/>
          </a:bodyPr>
          <a:lstStyle/>
          <a:p>
            <a:pPr marL="0" marR="0" lvl="0" indent="0" algn="ctr" defTabSz="914400" rtl="0" eaLnBrk="1" fontAlgn="auto" latinLnBrk="0" hangingPunct="0">
              <a:lnSpc>
                <a:spcPct val="100000"/>
              </a:lnSpc>
              <a:spcBef>
                <a:spcPts val="0"/>
              </a:spcBef>
              <a:spcAft>
                <a:spcPts val="0"/>
              </a:spcAft>
              <a:buClrTx/>
              <a:buSzTx/>
              <a:buFontTx/>
              <a:buNone/>
              <a:tabLst/>
              <a:defRPr/>
            </a:pPr>
            <a:r>
              <a:rPr kumimoji="0" lang="en-US" sz="1000" b="1" i="0" u="none" strike="noStrike" kern="0" cap="none" spc="0" normalizeH="0" baseline="0" noProof="0" dirty="0">
                <a:ln>
                  <a:noFill/>
                </a:ln>
                <a:solidFill>
                  <a:srgbClr val="FFFFFF"/>
                </a:solidFill>
                <a:effectLst/>
                <a:uLnTx/>
                <a:uFillTx/>
                <a:latin typeface="Arial" panose="020B0604020202020204"/>
                <a:ea typeface="Helvetica Neue" panose="02000503000000020004" pitchFamily="2" charset="0"/>
                <a:cs typeface="Helvetica Neue" panose="02000503000000020004" pitchFamily="2" charset="0"/>
                <a:sym typeface="Arial"/>
              </a:rPr>
              <a:t>Commercial Demand (Daily Average)</a:t>
            </a:r>
          </a:p>
        </p:txBody>
      </p:sp>
      <p:sp>
        <p:nvSpPr>
          <p:cNvPr id="5" name="Rectangle 4">
            <a:extLst>
              <a:ext uri="{FF2B5EF4-FFF2-40B4-BE49-F238E27FC236}">
                <a16:creationId xmlns:a16="http://schemas.microsoft.com/office/drawing/2014/main" id="{CE7BC56A-A0AD-41B8-8DA5-9B19BECD3119}"/>
              </a:ext>
            </a:extLst>
          </p:cNvPr>
          <p:cNvSpPr/>
          <p:nvPr/>
        </p:nvSpPr>
        <p:spPr>
          <a:xfrm>
            <a:off x="189518" y="664454"/>
            <a:ext cx="4245921" cy="1503577"/>
          </a:xfrm>
          <a:prstGeom prst="rect">
            <a:avLst/>
          </a:prstGeom>
          <a:noFill/>
          <a:ln w="19050" cap="flat">
            <a:solidFill>
              <a:srgbClr val="989898"/>
            </a:solidFill>
            <a:miter lim="400000"/>
          </a:ln>
          <a:effectLst/>
          <a:sp3d/>
        </p:spPr>
        <p:style>
          <a:lnRef idx="0">
            <a:scrgbClr r="0" g="0" b="0"/>
          </a:lnRef>
          <a:fillRef idx="0">
            <a:scrgbClr r="0" g="0" b="0"/>
          </a:fillRef>
          <a:effectRef idx="0">
            <a:scrgbClr r="0" g="0" b="0"/>
          </a:effectRef>
          <a:fontRef idx="none"/>
        </p:style>
        <p:txBody>
          <a:bodyPr rot="0" spcFirstLastPara="1" vert="horz" wrap="square" lIns="45719" tIns="45719" rIns="45719" bIns="45719" numCol="1" spcCol="38100" rtlCol="0" anchor="ctr">
            <a:noAutofit/>
          </a:bodyPr>
          <a:lstStyle>
            <a:defPPr>
              <a:defRPr lang="en-US"/>
            </a:defPPr>
            <a:lvl1pPr marL="0" indent="0" algn="l" defTabSz="914400" rtl="0" eaLnBrk="1" latinLnBrk="0" hangingPunct="1">
              <a:defRPr sz="1800" kern="1200">
                <a:solidFill>
                  <a:schemeClr val="tx1"/>
                </a:solidFill>
                <a:latin typeface="+mn-lt"/>
                <a:ea typeface="+mn-ea"/>
                <a:cs typeface="+mn-cs"/>
              </a:defRPr>
            </a:lvl1pPr>
            <a:lvl2pPr marL="457200" indent="0" algn="l" defTabSz="914400" rtl="0" eaLnBrk="1" latinLnBrk="0" hangingPunct="1">
              <a:defRPr sz="1800" kern="1200">
                <a:solidFill>
                  <a:schemeClr val="tx1"/>
                </a:solidFill>
                <a:latin typeface="+mn-lt"/>
                <a:ea typeface="+mn-ea"/>
                <a:cs typeface="+mn-cs"/>
              </a:defRPr>
            </a:lvl2pPr>
            <a:lvl3pPr marL="914400" indent="0" algn="l" defTabSz="914400" rtl="0" eaLnBrk="1" latinLnBrk="0" hangingPunct="1">
              <a:defRPr sz="1800" kern="1200">
                <a:solidFill>
                  <a:schemeClr val="tx1"/>
                </a:solidFill>
                <a:latin typeface="+mn-lt"/>
                <a:ea typeface="+mn-ea"/>
                <a:cs typeface="+mn-cs"/>
              </a:defRPr>
            </a:lvl3pPr>
            <a:lvl4pPr marL="1371600" indent="0" algn="l" defTabSz="914400" rtl="0" eaLnBrk="1" latinLnBrk="0" hangingPunct="1">
              <a:defRPr sz="1800" kern="1200">
                <a:solidFill>
                  <a:schemeClr val="tx1"/>
                </a:solidFill>
                <a:latin typeface="+mn-lt"/>
                <a:ea typeface="+mn-ea"/>
                <a:cs typeface="+mn-cs"/>
              </a:defRPr>
            </a:lvl4pPr>
            <a:lvl5pPr marL="1828800" indent="0" algn="l" defTabSz="914400" rtl="0" eaLnBrk="1" latinLnBrk="0" hangingPunct="1">
              <a:defRPr sz="1800" kern="1200">
                <a:solidFill>
                  <a:schemeClr val="tx1"/>
                </a:solidFill>
                <a:latin typeface="+mn-lt"/>
                <a:ea typeface="+mn-ea"/>
                <a:cs typeface="+mn-cs"/>
              </a:defRPr>
            </a:lvl5pPr>
            <a:lvl6pPr marL="2286000" indent="0" algn="l" defTabSz="914400" rtl="0" eaLnBrk="1" latinLnBrk="0" hangingPunct="1">
              <a:defRPr sz="1800" kern="1200">
                <a:solidFill>
                  <a:schemeClr val="tx1"/>
                </a:solidFill>
                <a:latin typeface="+mn-lt"/>
                <a:ea typeface="+mn-ea"/>
                <a:cs typeface="+mn-cs"/>
              </a:defRPr>
            </a:lvl6pPr>
            <a:lvl7pPr marL="2743200" indent="0" algn="l" defTabSz="914400" rtl="0" eaLnBrk="1" latinLnBrk="0" hangingPunct="1">
              <a:defRPr sz="1800" kern="1200">
                <a:solidFill>
                  <a:schemeClr val="tx1"/>
                </a:solidFill>
                <a:latin typeface="+mn-lt"/>
                <a:ea typeface="+mn-ea"/>
                <a:cs typeface="+mn-cs"/>
              </a:defRPr>
            </a:lvl7pPr>
            <a:lvl8pPr marL="3200400" indent="0" algn="l" defTabSz="914400" rtl="0" eaLnBrk="1" latinLnBrk="0" hangingPunct="1">
              <a:defRPr sz="1800" kern="1200">
                <a:solidFill>
                  <a:schemeClr val="tx1"/>
                </a:solidFill>
                <a:latin typeface="+mn-lt"/>
                <a:ea typeface="+mn-ea"/>
                <a:cs typeface="+mn-cs"/>
              </a:defRPr>
            </a:lvl8pPr>
            <a:lvl9pPr marL="3657600" indent="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0">
              <a:lnSpc>
                <a:spcPct val="100000"/>
              </a:lnSpc>
              <a:spcBef>
                <a:spcPts val="0"/>
              </a:spcBef>
              <a:spcAft>
                <a:spcPts val="0"/>
              </a:spcAft>
              <a:buClrTx/>
              <a:buSzTx/>
              <a:buFontTx/>
              <a:buNone/>
              <a:tabLst/>
              <a:defRPr/>
            </a:pPr>
            <a:endParaRPr kumimoji="0" lang="en-US" sz="1200" b="1" i="0" u="none" strike="noStrike" kern="0" cap="none" spc="0" normalizeH="0" baseline="0" noProof="0">
              <a:ln>
                <a:noFill/>
              </a:ln>
              <a:solidFill>
                <a:srgbClr val="000738"/>
              </a:solidFill>
              <a:effectLst/>
              <a:uLnTx/>
              <a:uFillTx/>
              <a:latin typeface="Arial Nova" panose="020B0504020202020204" pitchFamily="34" charset="0"/>
              <a:ea typeface="+mn-ea"/>
              <a:cs typeface="Arial"/>
              <a:sym typeface="Calibri"/>
            </a:endParaRPr>
          </a:p>
        </p:txBody>
      </p:sp>
      <p:sp>
        <p:nvSpPr>
          <p:cNvPr id="23" name="Rectangle 22">
            <a:extLst>
              <a:ext uri="{FF2B5EF4-FFF2-40B4-BE49-F238E27FC236}">
                <a16:creationId xmlns:a16="http://schemas.microsoft.com/office/drawing/2014/main" id="{43C60DB5-7DB0-208D-AD19-BB83DA39146E}"/>
              </a:ext>
            </a:extLst>
          </p:cNvPr>
          <p:cNvSpPr/>
          <p:nvPr/>
        </p:nvSpPr>
        <p:spPr>
          <a:xfrm>
            <a:off x="4734062" y="692435"/>
            <a:ext cx="3040172" cy="1440000"/>
          </a:xfrm>
          <a:prstGeom prst="rect">
            <a:avLst/>
          </a:prstGeom>
          <a:noFill/>
          <a:ln w="19050" cap="flat">
            <a:solidFill>
              <a:srgbClr val="989898"/>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lstStyle/>
          <a:p>
            <a:pPr marL="0" marR="0" lvl="0" indent="0" algn="ctr" defTabSz="914400" rtl="0" eaLnBrk="1" fontAlgn="auto" latinLnBrk="0" hangingPunct="0">
              <a:lnSpc>
                <a:spcPct val="100000"/>
              </a:lnSpc>
              <a:spcBef>
                <a:spcPts val="0"/>
              </a:spcBef>
              <a:spcAft>
                <a:spcPts val="0"/>
              </a:spcAft>
              <a:buClrTx/>
              <a:buSzTx/>
              <a:buFontTx/>
              <a:buNone/>
              <a:tabLst/>
              <a:defRPr/>
            </a:pPr>
            <a:endParaRPr kumimoji="0" lang="en-US" sz="1200" b="1" i="0" u="none" strike="noStrike" kern="0" cap="none" spc="0" normalizeH="0" baseline="0" noProof="0">
              <a:ln>
                <a:noFill/>
              </a:ln>
              <a:solidFill>
                <a:srgbClr val="000738"/>
              </a:solidFill>
              <a:effectLst/>
              <a:uLnTx/>
              <a:uFillTx/>
              <a:latin typeface="Arial Nova" panose="020B0504020202020204" pitchFamily="34" charset="0"/>
              <a:ea typeface="+mn-ea"/>
              <a:cs typeface="Arial"/>
              <a:sym typeface="Calibri"/>
            </a:endParaRPr>
          </a:p>
        </p:txBody>
      </p:sp>
      <p:graphicFrame>
        <p:nvGraphicFramePr>
          <p:cNvPr id="28" name="Chart 27">
            <a:extLst>
              <a:ext uri="{FF2B5EF4-FFF2-40B4-BE49-F238E27FC236}">
                <a16:creationId xmlns:a16="http://schemas.microsoft.com/office/drawing/2014/main" id="{E38FED4F-FE18-5AF5-CC9E-755E897C8076}"/>
              </a:ext>
            </a:extLst>
          </p:cNvPr>
          <p:cNvGraphicFramePr/>
          <p:nvPr/>
        </p:nvGraphicFramePr>
        <p:xfrm>
          <a:off x="3475781" y="2762395"/>
          <a:ext cx="3532170" cy="1463040"/>
        </p:xfrm>
        <a:graphic>
          <a:graphicData uri="http://schemas.openxmlformats.org/drawingml/2006/chart">
            <c:chart xmlns:c="http://schemas.openxmlformats.org/drawingml/2006/chart" xmlns:r="http://schemas.openxmlformats.org/officeDocument/2006/relationships" r:id="rId14"/>
          </a:graphicData>
        </a:graphic>
      </p:graphicFrame>
      <p:sp>
        <p:nvSpPr>
          <p:cNvPr id="29" name="TextBox 28">
            <a:extLst>
              <a:ext uri="{FF2B5EF4-FFF2-40B4-BE49-F238E27FC236}">
                <a16:creationId xmlns:a16="http://schemas.microsoft.com/office/drawing/2014/main" id="{B177B4A1-3B79-C7FF-B674-EA2D34905E8C}"/>
              </a:ext>
            </a:extLst>
          </p:cNvPr>
          <p:cNvSpPr txBox="1"/>
          <p:nvPr/>
        </p:nvSpPr>
        <p:spPr>
          <a:xfrm>
            <a:off x="246838" y="6165565"/>
            <a:ext cx="6592071" cy="5847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lvl="0" indent="0" algn="l" defTabSz="914400" rtl="0" eaLnBrk="1" fontAlgn="auto" latinLnBrk="0" hangingPunct="0">
              <a:lnSpc>
                <a:spcPct val="100000"/>
              </a:lnSpc>
              <a:spcBef>
                <a:spcPts val="0"/>
              </a:spcBef>
              <a:spcAft>
                <a:spcPts val="0"/>
              </a:spcAft>
              <a:buClrTx/>
              <a:buSzTx/>
              <a:buFontTx/>
              <a:buNone/>
              <a:tabLst/>
              <a:defRPr/>
            </a:pPr>
            <a:endParaRPr kumimoji="0" lang="en-US" sz="800" b="0" i="0" u="none" strike="noStrike" kern="1200" cap="none" spc="0" normalizeH="0" baseline="0" noProof="0" dirty="0">
              <a:ln>
                <a:noFill/>
              </a:ln>
              <a:solidFill>
                <a:srgbClr val="000000"/>
              </a:solidFill>
              <a:effectLst/>
              <a:uLnTx/>
              <a:uFillTx/>
              <a:latin typeface="Arial Nova"/>
              <a:ea typeface="+mn-ea"/>
              <a:cs typeface="Arial"/>
              <a:sym typeface="Arial"/>
            </a:endParaRPr>
          </a:p>
          <a:p>
            <a:pPr marL="0" marR="0" lvl="0" indent="0" algn="l" defTabSz="914400" rtl="0" eaLnBrk="1" fontAlgn="auto" latinLnBrk="0" hangingPunct="0">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Arial Nova"/>
                <a:ea typeface="+mn-ea"/>
                <a:cs typeface="Arial"/>
                <a:sym typeface="Arial"/>
              </a:rPr>
              <a:t>1. PAP vials are included for Source of business, Account metrics, and Sub-Nation metrics</a:t>
            </a:r>
          </a:p>
          <a:p>
            <a:pPr marL="0" marR="0" lvl="0" indent="0" algn="l" defTabSz="914400" rtl="0" eaLnBrk="1" fontAlgn="auto" latinLnBrk="0" hangingPunct="0">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Arial Nova"/>
                <a:ea typeface="+mn-ea"/>
                <a:cs typeface="Arial"/>
                <a:sym typeface="Arial"/>
              </a:rPr>
              <a:t>2. PYTD-Previous year till date; PQTD-Previous quarter till date; </a:t>
            </a:r>
          </a:p>
          <a:p>
            <a:pPr marL="0" marR="0" lvl="0" indent="0" algn="l" defTabSz="914400" rtl="0" eaLnBrk="1" fontAlgn="auto" latinLnBrk="0" hangingPunct="0">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Arial Nova"/>
                <a:ea typeface="Arial"/>
                <a:cs typeface="Arial"/>
              </a:rPr>
              <a:t>3. Duration estimation Veeva claims- patients starts till Dec’23 were considered to have enough look-forward data</a:t>
            </a:r>
            <a:endParaRPr kumimoji="0" lang="en-US" sz="800" b="0" i="0" u="none" strike="noStrike" kern="1200" cap="none" spc="0" normalizeH="0" baseline="0" noProof="0" dirty="0">
              <a:ln>
                <a:noFill/>
              </a:ln>
              <a:solidFill>
                <a:srgbClr val="000000">
                  <a:lumMod val="65000"/>
                  <a:lumOff val="35000"/>
                </a:srgbClr>
              </a:solidFill>
              <a:effectLst/>
              <a:uLnTx/>
              <a:uFillTx/>
              <a:latin typeface="Arial Nova" panose="020B0504020202020204" pitchFamily="34" charset="0"/>
              <a:ea typeface="+mn-ea"/>
              <a:cs typeface="Arial"/>
            </a:endParaRPr>
          </a:p>
        </p:txBody>
      </p:sp>
      <p:sp>
        <p:nvSpPr>
          <p:cNvPr id="8" name="Content Placeholder 5">
            <a:extLst>
              <a:ext uri="{FF2B5EF4-FFF2-40B4-BE49-F238E27FC236}">
                <a16:creationId xmlns:a16="http://schemas.microsoft.com/office/drawing/2014/main" id="{8DB592BF-5B82-2517-1722-7CD71DD64913}"/>
              </a:ext>
            </a:extLst>
          </p:cNvPr>
          <p:cNvSpPr txBox="1">
            <a:spLocks/>
          </p:cNvSpPr>
          <p:nvPr/>
        </p:nvSpPr>
        <p:spPr>
          <a:xfrm>
            <a:off x="208008" y="4381688"/>
            <a:ext cx="11839741" cy="1651022"/>
          </a:xfrm>
          <a:prstGeom prst="rect">
            <a:avLst/>
          </a:prstGeom>
          <a:ln w="12700">
            <a:solidFill>
              <a:schemeClr val="bg1">
                <a:lumMod val="65000"/>
              </a:schemeClr>
            </a:solidFill>
            <a:miter lim="400000"/>
          </a:ln>
        </p:spPr>
        <p:txBody>
          <a:bodyPr lIns="45720" rIns="45719" anchor="t">
            <a:noAutofit/>
          </a:bodyPr>
          <a:lstStyle>
            <a:lvl1pPr marL="228560" marR="0" indent="-228560" algn="l" defTabSz="914240" eaLnBrk="1" latinLnBrk="0" hangingPunct="1">
              <a:lnSpc>
                <a:spcPct val="90000"/>
              </a:lnSpc>
              <a:spcBef>
                <a:spcPts val="1000"/>
              </a:spcBef>
              <a:spcAft>
                <a:spcPts val="400"/>
              </a:spcAft>
              <a:buClr>
                <a:schemeClr val="accent4"/>
              </a:buClr>
              <a:buSzPct val="100000"/>
              <a:buFont typeface="Arial" panose="020B0604020202020204" pitchFamily="34" charset="0"/>
              <a:buChar char="•"/>
              <a:tabLst/>
              <a:defRPr sz="1600" b="0" i="0" u="none" strike="noStrike" cap="none" spc="0" baseline="0">
                <a:solidFill>
                  <a:schemeClr val="bg2"/>
                </a:solidFill>
                <a:uFillTx/>
                <a:latin typeface="Arial" panose="020B0604020202020204" pitchFamily="34" charset="0"/>
                <a:ea typeface="Arial" panose="020B0604020202020204" pitchFamily="34" charset="0"/>
                <a:cs typeface="Arial" panose="020B0604020202020204" pitchFamily="34" charset="0"/>
                <a:sym typeface="Avenir Book"/>
              </a:defRPr>
            </a:lvl1pPr>
            <a:lvl2pPr marL="463550" marR="0" indent="-165100" algn="l" defTabSz="914240" eaLnBrk="1" latinLnBrk="0" hangingPunct="1">
              <a:lnSpc>
                <a:spcPct val="90000"/>
              </a:lnSpc>
              <a:spcBef>
                <a:spcPts val="400"/>
              </a:spcBef>
              <a:spcAft>
                <a:spcPts val="400"/>
              </a:spcAft>
              <a:buClr>
                <a:schemeClr val="accent4"/>
              </a:buClr>
              <a:buSzPct val="100000"/>
              <a:buFont typeface="System Font Regular"/>
              <a:buChar char="–"/>
              <a:tabLst/>
              <a:defRPr sz="1400" b="0" i="0" u="none" strike="noStrike" cap="none" spc="0" baseline="0">
                <a:solidFill>
                  <a:schemeClr val="bg2"/>
                </a:solidFill>
                <a:uFillTx/>
                <a:latin typeface="Arial" panose="020B0604020202020204" pitchFamily="34" charset="0"/>
                <a:ea typeface="Arial" panose="020B0604020202020204" pitchFamily="34" charset="0"/>
                <a:cs typeface="Arial" panose="020B0604020202020204" pitchFamily="34" charset="0"/>
                <a:sym typeface="Avenir Book"/>
              </a:defRPr>
            </a:lvl2pPr>
            <a:lvl3pPr marL="687388" marR="0" indent="-173038" algn="l" defTabSz="914240" eaLnBrk="1" latinLnBrk="0" hangingPunct="1">
              <a:lnSpc>
                <a:spcPct val="90000"/>
              </a:lnSpc>
              <a:spcBef>
                <a:spcPts val="400"/>
              </a:spcBef>
              <a:spcAft>
                <a:spcPts val="400"/>
              </a:spcAft>
              <a:buClr>
                <a:schemeClr val="accent4"/>
              </a:buClr>
              <a:buSzPct val="100000"/>
              <a:buFont typeface="Arial" panose="020B0604020202020204" pitchFamily="34" charset="0"/>
              <a:buChar char="•"/>
              <a:tabLst/>
              <a:defRPr sz="1200" b="0" i="0" u="none" strike="noStrike" cap="none" spc="0" baseline="0">
                <a:solidFill>
                  <a:schemeClr val="bg2"/>
                </a:solidFill>
                <a:uFillTx/>
                <a:latin typeface="Arial" panose="020B0604020202020204" pitchFamily="34" charset="0"/>
                <a:ea typeface="Arial" panose="020B0604020202020204" pitchFamily="34" charset="0"/>
                <a:cs typeface="Arial" panose="020B0604020202020204" pitchFamily="34" charset="0"/>
                <a:sym typeface="Avenir Book"/>
              </a:defRPr>
            </a:lvl3pPr>
            <a:lvl4pPr marL="862013" marR="0" indent="-157163" algn="l" defTabSz="914240" eaLnBrk="1" latinLnBrk="0" hangingPunct="1">
              <a:lnSpc>
                <a:spcPct val="90000"/>
              </a:lnSpc>
              <a:spcBef>
                <a:spcPts val="400"/>
              </a:spcBef>
              <a:spcAft>
                <a:spcPts val="400"/>
              </a:spcAft>
              <a:buClr>
                <a:schemeClr val="accent4"/>
              </a:buClr>
              <a:buSzPct val="100000"/>
              <a:buFont typeface="System Font Regular"/>
              <a:buChar char="–"/>
              <a:tabLst/>
              <a:defRPr sz="1200" b="0" i="0" u="none" strike="noStrike" cap="none" spc="0" baseline="0">
                <a:solidFill>
                  <a:schemeClr val="bg2"/>
                </a:solidFill>
                <a:uFillTx/>
                <a:latin typeface="Arial" panose="020B0604020202020204" pitchFamily="34" charset="0"/>
                <a:ea typeface="Arial" panose="020B0604020202020204" pitchFamily="34" charset="0"/>
                <a:cs typeface="Arial" panose="020B0604020202020204" pitchFamily="34" charset="0"/>
                <a:sym typeface="Avenir Book"/>
              </a:defRPr>
            </a:lvl4pPr>
            <a:lvl5pPr marL="1085850" marR="0" indent="-157163" algn="l" defTabSz="914240" eaLnBrk="1" latinLnBrk="0" hangingPunct="1">
              <a:lnSpc>
                <a:spcPct val="90000"/>
              </a:lnSpc>
              <a:spcBef>
                <a:spcPts val="400"/>
              </a:spcBef>
              <a:spcAft>
                <a:spcPts val="400"/>
              </a:spcAft>
              <a:buClr>
                <a:schemeClr val="accent4"/>
              </a:buClr>
              <a:buSzPct val="100000"/>
              <a:buFont typeface="Arial" panose="020B0604020202020204" pitchFamily="34" charset="0"/>
              <a:buChar char="•"/>
              <a:tabLst/>
              <a:defRPr sz="1200" b="0" i="0" u="none" strike="noStrike" cap="none" spc="0" baseline="0">
                <a:solidFill>
                  <a:schemeClr val="bg2"/>
                </a:solidFill>
                <a:uFillTx/>
                <a:latin typeface="Arial" panose="020B0604020202020204" pitchFamily="34" charset="0"/>
                <a:ea typeface="Arial" panose="020B0604020202020204" pitchFamily="34" charset="0"/>
                <a:cs typeface="Arial" panose="020B0604020202020204" pitchFamily="34" charset="0"/>
                <a:sym typeface="Avenir Book"/>
              </a:defRPr>
            </a:lvl5pPr>
            <a:lvl6pPr marL="2502130" marR="0" indent="-216530" algn="l" defTabSz="914240" eaLnBrk="1" latinLnBrk="0" hangingPunct="1">
              <a:lnSpc>
                <a:spcPct val="90000"/>
              </a:lnSpc>
              <a:spcBef>
                <a:spcPts val="1000"/>
              </a:spcBef>
              <a:spcAft>
                <a:spcPts val="0"/>
              </a:spcAft>
              <a:buClrTx/>
              <a:buSzPct val="100000"/>
              <a:buFont typeface="Arial"/>
              <a:buChar char="•"/>
              <a:tabLst/>
              <a:defRPr sz="1800" b="0" i="0" u="none" strike="noStrike" cap="none" spc="0" baseline="0">
                <a:solidFill>
                  <a:srgbClr val="50626A"/>
                </a:solidFill>
                <a:uFillTx/>
                <a:latin typeface="Avenir Book"/>
                <a:ea typeface="Avenir Book"/>
                <a:cs typeface="Avenir Book"/>
                <a:sym typeface="Avenir Book"/>
              </a:defRPr>
            </a:lvl6pPr>
            <a:lvl7pPr marL="2959250" marR="0" indent="-216530" algn="l" defTabSz="914240" eaLnBrk="1" latinLnBrk="0" hangingPunct="1">
              <a:lnSpc>
                <a:spcPct val="90000"/>
              </a:lnSpc>
              <a:spcBef>
                <a:spcPts val="1000"/>
              </a:spcBef>
              <a:spcAft>
                <a:spcPts val="0"/>
              </a:spcAft>
              <a:buClrTx/>
              <a:buSzPct val="100000"/>
              <a:buFont typeface="Arial"/>
              <a:buChar char="•"/>
              <a:tabLst/>
              <a:defRPr sz="1800" b="0" i="0" u="none" strike="noStrike" cap="none" spc="0" baseline="0">
                <a:solidFill>
                  <a:srgbClr val="50626A"/>
                </a:solidFill>
                <a:uFillTx/>
                <a:latin typeface="Avenir Book"/>
                <a:ea typeface="Avenir Book"/>
                <a:cs typeface="Avenir Book"/>
                <a:sym typeface="Avenir Book"/>
              </a:defRPr>
            </a:lvl7pPr>
            <a:lvl8pPr marL="3416370" marR="0" indent="-216530" algn="l" defTabSz="914240" eaLnBrk="1" latinLnBrk="0" hangingPunct="1">
              <a:lnSpc>
                <a:spcPct val="90000"/>
              </a:lnSpc>
              <a:spcBef>
                <a:spcPts val="1000"/>
              </a:spcBef>
              <a:spcAft>
                <a:spcPts val="0"/>
              </a:spcAft>
              <a:buClrTx/>
              <a:buSzPct val="100000"/>
              <a:buFont typeface="Arial"/>
              <a:buChar char="•"/>
              <a:tabLst/>
              <a:defRPr sz="1800" b="0" i="0" u="none" strike="noStrike" cap="none" spc="0" baseline="0">
                <a:solidFill>
                  <a:srgbClr val="50626A"/>
                </a:solidFill>
                <a:uFillTx/>
                <a:latin typeface="Avenir Book"/>
                <a:ea typeface="Avenir Book"/>
                <a:cs typeface="Avenir Book"/>
                <a:sym typeface="Avenir Book"/>
              </a:defRPr>
            </a:lvl8pPr>
            <a:lvl9pPr marL="3873490" marR="0" indent="-216530" algn="l" defTabSz="914240" eaLnBrk="1" latinLnBrk="0" hangingPunct="1">
              <a:lnSpc>
                <a:spcPct val="90000"/>
              </a:lnSpc>
              <a:spcBef>
                <a:spcPts val="1000"/>
              </a:spcBef>
              <a:spcAft>
                <a:spcPts val="0"/>
              </a:spcAft>
              <a:buClrTx/>
              <a:buSzPct val="100000"/>
              <a:buFont typeface="Arial"/>
              <a:buChar char="•"/>
              <a:tabLst/>
              <a:defRPr sz="1800" b="0" i="0" u="none" strike="noStrike" cap="none" spc="0" baseline="0">
                <a:solidFill>
                  <a:srgbClr val="50626A"/>
                </a:solidFill>
                <a:uFillTx/>
                <a:latin typeface="Avenir Book"/>
                <a:ea typeface="Avenir Book"/>
                <a:cs typeface="Avenir Book"/>
                <a:sym typeface="Avenir Book"/>
              </a:defRPr>
            </a:lvl9pPr>
          </a:lstStyle>
          <a:p>
            <a:pPr marL="0" indent="0">
              <a:buNone/>
            </a:pPr>
            <a:r>
              <a:rPr lang="en-IN" sz="1500" dirty="0"/>
              <a:t>Strong 2026 with 20.9 daily demand average; slightly below (-4%) a very strong Q4</a:t>
            </a:r>
            <a:endParaRPr lang="en-US" sz="1500" dirty="0"/>
          </a:p>
          <a:p>
            <a:pPr>
              <a:buSzPct val="111000"/>
            </a:pPr>
            <a:r>
              <a:rPr lang="en-US" sz="1500" kern="0" dirty="0"/>
              <a:t>Patients per account (Depth) was stable in Q1 coming from Q4, decline in #ordering accounts (Breadth)</a:t>
            </a:r>
          </a:p>
          <a:p>
            <a:pPr>
              <a:buSzPct val="111000"/>
            </a:pPr>
            <a:r>
              <a:rPr lang="en-US" sz="1500" dirty="0"/>
              <a:t>Top 25 Accounts declined less (-3%) vs Non-Top 25 accounts (-6%), however no major differences</a:t>
            </a:r>
          </a:p>
          <a:p>
            <a:pPr>
              <a:buSzPct val="111000"/>
            </a:pPr>
            <a:r>
              <a:rPr lang="en-US" sz="1500" dirty="0"/>
              <a:t>Performance was flat in Jan and Feb, with strong pickup in March (+12% over Feb), shared across all regions</a:t>
            </a:r>
            <a:endParaRPr lang="en-US" sz="1500" kern="0" dirty="0">
              <a:solidFill>
                <a:srgbClr val="FF0000"/>
              </a:solidFill>
              <a:latin typeface="Arial Nova" panose="020B0504020202020204" pitchFamily="34" charset="0"/>
            </a:endParaRPr>
          </a:p>
        </p:txBody>
      </p:sp>
    </p:spTree>
    <p:extLst>
      <p:ext uri="{BB962C8B-B14F-4D97-AF65-F5344CB8AC3E}">
        <p14:creationId xmlns:p14="http://schemas.microsoft.com/office/powerpoint/2010/main" val="1515616416"/>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ABB29B-B769-47E0-2E73-8E9286E47F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3FD765-07F2-F911-D1CE-872E63141D74}"/>
              </a:ext>
            </a:extLst>
          </p:cNvPr>
          <p:cNvSpPr>
            <a:spLocks noGrp="1"/>
          </p:cNvSpPr>
          <p:nvPr>
            <p:ph type="title"/>
          </p:nvPr>
        </p:nvSpPr>
        <p:spPr>
          <a:xfrm>
            <a:off x="287701" y="79875"/>
            <a:ext cx="11536220" cy="808138"/>
          </a:xfrm>
        </p:spPr>
        <p:txBody>
          <a:bodyPr/>
          <a:lstStyle/>
          <a:p>
            <a:r>
              <a:rPr lang="en-US" dirty="0">
                <a:latin typeface="Arial Nova" panose="020B0504020202020204" pitchFamily="34" charset="0"/>
              </a:rPr>
              <a:t>Q1’26 Performance: Central</a:t>
            </a:r>
          </a:p>
        </p:txBody>
      </p:sp>
      <p:sp>
        <p:nvSpPr>
          <p:cNvPr id="5" name="Footer Placeholder 4">
            <a:extLst>
              <a:ext uri="{FF2B5EF4-FFF2-40B4-BE49-F238E27FC236}">
                <a16:creationId xmlns:a16="http://schemas.microsoft.com/office/drawing/2014/main" id="{4F20DC1C-8D69-2B10-A9CF-D172C1B3E180}"/>
              </a:ext>
            </a:extLst>
          </p:cNvPr>
          <p:cNvSpPr>
            <a:spLocks noGrp="1"/>
          </p:cNvSpPr>
          <p:nvPr>
            <p:ph type="ftr" sz="quarter" idx="1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0000">
                    <a:lumMod val="50000"/>
                    <a:lumOff val="50000"/>
                  </a:srgbClr>
                </a:solidFill>
                <a:effectLst/>
                <a:uLnTx/>
                <a:uFillTx/>
                <a:latin typeface="Arial Nova" panose="020B0504020202020204" pitchFamily="34" charset="0"/>
                <a:ea typeface="+mn-ea"/>
                <a:cs typeface="+mn-cs"/>
              </a:rPr>
              <a:t>COPYRIGHT-CONFIDENTIAL</a:t>
            </a:r>
          </a:p>
        </p:txBody>
      </p:sp>
      <p:sp>
        <p:nvSpPr>
          <p:cNvPr id="10" name="Slide Number Placeholder 9">
            <a:extLst>
              <a:ext uri="{FF2B5EF4-FFF2-40B4-BE49-F238E27FC236}">
                <a16:creationId xmlns:a16="http://schemas.microsoft.com/office/drawing/2014/main" id="{6B9DB5CE-9524-313F-5158-BBC77DE58188}"/>
              </a:ext>
            </a:extLst>
          </p:cNvPr>
          <p:cNvSpPr>
            <a:spLocks noGrp="1"/>
          </p:cNvSpPr>
          <p:nvPr>
            <p:ph type="sldNum" sz="quarter" idx="1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20236F65-F317-9F47-AE3D-2E2BFE1DF150}" type="slidenum">
              <a:rPr kumimoji="0" lang="en-US" sz="900" b="0" i="0" u="none" strike="noStrike" kern="1200" cap="none" spc="0" normalizeH="0" baseline="0" noProof="0" smtClean="0">
                <a:ln>
                  <a:noFill/>
                </a:ln>
                <a:solidFill>
                  <a:srgbClr val="FFFFFF">
                    <a:lumMod val="50000"/>
                  </a:srgbClr>
                </a:solidFill>
                <a:effectLst/>
                <a:uLnTx/>
                <a:uFillTx/>
                <a:latin typeface="Arial Nova" panose="020B0504020202020204" pitchFamily="34"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a:t>
            </a:fld>
            <a:endParaRPr kumimoji="0" lang="en-US" sz="900" b="0" i="0" u="none" strike="noStrike" kern="1200" cap="none" spc="0" normalizeH="0" baseline="0" noProof="0">
              <a:ln>
                <a:noFill/>
              </a:ln>
              <a:solidFill>
                <a:srgbClr val="FFFFFF">
                  <a:lumMod val="50000"/>
                </a:srgbClr>
              </a:solidFill>
              <a:effectLst/>
              <a:uLnTx/>
              <a:uFillTx/>
              <a:latin typeface="Arial Nova" panose="020B0504020202020204" pitchFamily="34" charset="0"/>
              <a:ea typeface="+mn-ea"/>
              <a:cs typeface="+mn-cs"/>
            </a:endParaRPr>
          </a:p>
        </p:txBody>
      </p:sp>
      <p:sp>
        <p:nvSpPr>
          <p:cNvPr id="11" name="Text Placeholder 5">
            <a:extLst>
              <a:ext uri="{FF2B5EF4-FFF2-40B4-BE49-F238E27FC236}">
                <a16:creationId xmlns:a16="http://schemas.microsoft.com/office/drawing/2014/main" id="{119BED43-10D5-F5DE-BFE5-873C0F87FBBB}"/>
              </a:ext>
            </a:extLst>
          </p:cNvPr>
          <p:cNvSpPr txBox="1">
            <a:spLocks/>
          </p:cNvSpPr>
          <p:nvPr/>
        </p:nvSpPr>
        <p:spPr>
          <a:xfrm>
            <a:off x="331687" y="511825"/>
            <a:ext cx="11823921" cy="295514"/>
          </a:xfrm>
          <a:prstGeom prst="rect">
            <a:avLst/>
          </a:prstGeom>
          <a:ln w="12700">
            <a:miter lim="400000"/>
          </a:ln>
        </p:spPr>
        <p:txBody>
          <a:bodyPr lIns="45720" rIns="45719" anchor="ctr">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defTabSz="914240" eaLnBrk="1" hangingPunct="1">
              <a:lnSpc>
                <a:spcPct val="90000"/>
              </a:lnSpc>
              <a:spcBef>
                <a:spcPts val="1000"/>
              </a:spcBef>
              <a:spcAft>
                <a:spcPts val="400"/>
              </a:spcAft>
              <a:buClr>
                <a:schemeClr val="accent4"/>
              </a:buClr>
              <a:buSzPct val="100000"/>
              <a:buFont typeface="Arial" panose="020B0604020202020204" pitchFamily="34" charset="0"/>
              <a:defRPr i="1">
                <a:solidFill>
                  <a:schemeClr val="accent4"/>
                </a:solidFill>
                <a:latin typeface="Arial" panose="020B0604020202020204" pitchFamily="34" charset="0"/>
                <a:ea typeface="Arial" panose="020B0604020202020204" pitchFamily="34" charset="0"/>
                <a:cs typeface="Arial" panose="020B0604020202020204" pitchFamily="34" charset="0"/>
                <a:sym typeface="Avenir Book"/>
              </a:defRPr>
            </a:lvl1pPr>
            <a:lvl2pPr marL="463550" indent="-165100" defTabSz="914240" eaLnBrk="1" hangingPunct="1">
              <a:lnSpc>
                <a:spcPct val="90000"/>
              </a:lnSpc>
              <a:spcBef>
                <a:spcPts val="400"/>
              </a:spcBef>
              <a:spcAft>
                <a:spcPts val="400"/>
              </a:spcAft>
              <a:buClr>
                <a:schemeClr val="accent4"/>
              </a:buClr>
              <a:buSzPct val="100000"/>
              <a:buFont typeface="System Font Regular"/>
              <a:buChar char="–"/>
              <a:defRPr sz="1400">
                <a:solidFill>
                  <a:schemeClr val="bg2"/>
                </a:solidFill>
                <a:latin typeface="Arial" panose="020B0604020202020204" pitchFamily="34" charset="0"/>
                <a:ea typeface="Arial" panose="020B0604020202020204" pitchFamily="34" charset="0"/>
                <a:cs typeface="Arial" panose="020B0604020202020204" pitchFamily="34" charset="0"/>
                <a:sym typeface="Avenir Book"/>
              </a:defRPr>
            </a:lvl2pPr>
            <a:lvl3pPr marL="687388" indent="-173038" defTabSz="914240" eaLnBrk="1" hangingPunct="1">
              <a:lnSpc>
                <a:spcPct val="90000"/>
              </a:lnSpc>
              <a:spcBef>
                <a:spcPts val="400"/>
              </a:spcBef>
              <a:spcAft>
                <a:spcPts val="400"/>
              </a:spcAft>
              <a:buClr>
                <a:schemeClr val="accent4"/>
              </a:buClr>
              <a:buSzPct val="100000"/>
              <a:buFont typeface="Arial" panose="020B0604020202020204" pitchFamily="34" charset="0"/>
              <a:buChar char="•"/>
              <a:defRPr sz="1200">
                <a:solidFill>
                  <a:schemeClr val="bg2"/>
                </a:solidFill>
                <a:latin typeface="Arial" panose="020B0604020202020204" pitchFamily="34" charset="0"/>
                <a:ea typeface="Arial" panose="020B0604020202020204" pitchFamily="34" charset="0"/>
                <a:cs typeface="Arial" panose="020B0604020202020204" pitchFamily="34" charset="0"/>
                <a:sym typeface="Avenir Book"/>
              </a:defRPr>
            </a:lvl3pPr>
            <a:lvl4pPr marL="862013" indent="-157163" defTabSz="914240" eaLnBrk="1" hangingPunct="1">
              <a:lnSpc>
                <a:spcPct val="90000"/>
              </a:lnSpc>
              <a:spcBef>
                <a:spcPts val="400"/>
              </a:spcBef>
              <a:spcAft>
                <a:spcPts val="400"/>
              </a:spcAft>
              <a:buClr>
                <a:schemeClr val="accent4"/>
              </a:buClr>
              <a:buSzPct val="100000"/>
              <a:buFont typeface="System Font Regular"/>
              <a:buChar char="–"/>
              <a:defRPr sz="1200">
                <a:solidFill>
                  <a:schemeClr val="bg2"/>
                </a:solidFill>
                <a:latin typeface="Arial" panose="020B0604020202020204" pitchFamily="34" charset="0"/>
                <a:ea typeface="Arial" panose="020B0604020202020204" pitchFamily="34" charset="0"/>
                <a:cs typeface="Arial" panose="020B0604020202020204" pitchFamily="34" charset="0"/>
                <a:sym typeface="Avenir Book"/>
              </a:defRPr>
            </a:lvl4pPr>
            <a:lvl5pPr marL="1085850" indent="-157163" defTabSz="914240" eaLnBrk="1" hangingPunct="1">
              <a:lnSpc>
                <a:spcPct val="90000"/>
              </a:lnSpc>
              <a:spcBef>
                <a:spcPts val="400"/>
              </a:spcBef>
              <a:spcAft>
                <a:spcPts val="400"/>
              </a:spcAft>
              <a:buClr>
                <a:schemeClr val="accent4"/>
              </a:buClr>
              <a:buSzPct val="100000"/>
              <a:buFont typeface="Arial" panose="020B0604020202020204" pitchFamily="34" charset="0"/>
              <a:buChar char="•"/>
              <a:defRPr sz="1200">
                <a:solidFill>
                  <a:schemeClr val="bg2"/>
                </a:solidFill>
                <a:latin typeface="Arial" panose="020B0604020202020204" pitchFamily="34" charset="0"/>
                <a:ea typeface="Arial" panose="020B0604020202020204" pitchFamily="34" charset="0"/>
                <a:cs typeface="Arial" panose="020B0604020202020204" pitchFamily="34" charset="0"/>
                <a:sym typeface="Avenir Book"/>
              </a:defRPr>
            </a:lvl5pPr>
            <a:lvl6pPr marL="2502130" indent="-216530" defTabSz="914240" eaLnBrk="1" hangingPunct="1">
              <a:lnSpc>
                <a:spcPct val="90000"/>
              </a:lnSpc>
              <a:spcBef>
                <a:spcPts val="1000"/>
              </a:spcBef>
              <a:buSzPct val="100000"/>
              <a:buFont typeface="Arial"/>
              <a:buChar char="•"/>
              <a:defRPr>
                <a:solidFill>
                  <a:srgbClr val="50626A"/>
                </a:solidFill>
                <a:latin typeface="Avenir Book"/>
                <a:ea typeface="Avenir Book"/>
                <a:cs typeface="Avenir Book"/>
                <a:sym typeface="Avenir Book"/>
              </a:defRPr>
            </a:lvl6pPr>
            <a:lvl7pPr marL="2959250" indent="-216530" defTabSz="914240" eaLnBrk="1" hangingPunct="1">
              <a:lnSpc>
                <a:spcPct val="90000"/>
              </a:lnSpc>
              <a:spcBef>
                <a:spcPts val="1000"/>
              </a:spcBef>
              <a:buSzPct val="100000"/>
              <a:buFont typeface="Arial"/>
              <a:buChar char="•"/>
              <a:defRPr>
                <a:solidFill>
                  <a:srgbClr val="50626A"/>
                </a:solidFill>
                <a:latin typeface="Avenir Book"/>
                <a:ea typeface="Avenir Book"/>
                <a:cs typeface="Avenir Book"/>
                <a:sym typeface="Avenir Book"/>
              </a:defRPr>
            </a:lvl7pPr>
            <a:lvl8pPr marL="3416370" indent="-216530" defTabSz="914240" eaLnBrk="1" hangingPunct="1">
              <a:lnSpc>
                <a:spcPct val="90000"/>
              </a:lnSpc>
              <a:spcBef>
                <a:spcPts val="1000"/>
              </a:spcBef>
              <a:buSzPct val="100000"/>
              <a:buFont typeface="Arial"/>
              <a:buChar char="•"/>
              <a:defRPr>
                <a:solidFill>
                  <a:srgbClr val="50626A"/>
                </a:solidFill>
                <a:latin typeface="Avenir Book"/>
                <a:ea typeface="Avenir Book"/>
                <a:cs typeface="Avenir Book"/>
                <a:sym typeface="Avenir Book"/>
              </a:defRPr>
            </a:lvl8pPr>
            <a:lvl9pPr marL="3873490" indent="-216530" defTabSz="914240" eaLnBrk="1" hangingPunct="1">
              <a:lnSpc>
                <a:spcPct val="90000"/>
              </a:lnSpc>
              <a:spcBef>
                <a:spcPts val="1000"/>
              </a:spcBef>
              <a:buSzPct val="100000"/>
              <a:buFont typeface="Arial"/>
              <a:buChar char="•"/>
              <a:defRPr>
                <a:solidFill>
                  <a:srgbClr val="50626A"/>
                </a:solidFill>
                <a:latin typeface="Avenir Book"/>
                <a:ea typeface="Avenir Book"/>
                <a:cs typeface="Avenir Book"/>
                <a:sym typeface="Avenir Book"/>
              </a:defRPr>
            </a:lvl9pPr>
          </a:lstStyle>
          <a:p>
            <a:pPr lvl="0">
              <a:buClr>
                <a:srgbClr val="017298"/>
              </a:buClr>
              <a:defRPr/>
            </a:pPr>
            <a:r>
              <a:rPr kumimoji="0" lang="en-US" sz="1600" b="0" i="1" u="none" strike="noStrike" kern="1200" cap="none" spc="0" normalizeH="0" baseline="0" noProof="0" dirty="0">
                <a:ln>
                  <a:noFill/>
                </a:ln>
                <a:solidFill>
                  <a:srgbClr val="017298"/>
                </a:solidFill>
                <a:effectLst/>
                <a:uLnTx/>
                <a:uFillTx/>
                <a:latin typeface="Arial Nova" panose="020B0504020202020204" pitchFamily="34" charset="0"/>
                <a:cs typeface="Arial" panose="020B0604020202020204" pitchFamily="34" charset="0"/>
                <a:sym typeface="Avenir Book"/>
              </a:rPr>
              <a:t>Demand was slightly higher in Q4</a:t>
            </a:r>
            <a:r>
              <a:rPr lang="en-US" sz="1600" dirty="0"/>
              <a:t>, followed by a 9% decline in Q1</a:t>
            </a:r>
            <a:endParaRPr kumimoji="0" lang="en-US" sz="1600" b="0" i="1" u="none" strike="noStrike" kern="1200" cap="none" spc="0" normalizeH="0" baseline="0" noProof="0" dirty="0">
              <a:ln>
                <a:noFill/>
              </a:ln>
              <a:solidFill>
                <a:srgbClr val="017298"/>
              </a:solidFill>
              <a:effectLst/>
              <a:uLnTx/>
              <a:uFillTx/>
              <a:latin typeface="Arial Nova" panose="020B0504020202020204" pitchFamily="34" charset="0"/>
              <a:cs typeface="Arial" panose="020B0604020202020204" pitchFamily="34" charset="0"/>
              <a:sym typeface="Avenir Book"/>
            </a:endParaRPr>
          </a:p>
        </p:txBody>
      </p:sp>
      <p:sp>
        <p:nvSpPr>
          <p:cNvPr id="21" name="TextBox 20">
            <a:extLst>
              <a:ext uri="{FF2B5EF4-FFF2-40B4-BE49-F238E27FC236}">
                <a16:creationId xmlns:a16="http://schemas.microsoft.com/office/drawing/2014/main" id="{507AC2C8-03C6-8AC3-20B2-3F360B01AFA0}"/>
              </a:ext>
            </a:extLst>
          </p:cNvPr>
          <p:cNvSpPr txBox="1"/>
          <p:nvPr/>
        </p:nvSpPr>
        <p:spPr>
          <a:xfrm>
            <a:off x="793048" y="950339"/>
            <a:ext cx="4512239" cy="313932"/>
          </a:xfrm>
          <a:prstGeom prst="rect">
            <a:avLst/>
          </a:prstGeom>
          <a:ln w="12700">
            <a:miter lim="400000"/>
          </a:ln>
        </p:spPr>
        <p:txBody>
          <a:bodyPr lIns="45720" rIns="45719" anchor="b">
            <a:noAutofit/>
          </a:bodyPr>
          <a:lstStyle>
            <a:lvl1pPr marR="0" indent="0" defTabSz="914240">
              <a:lnSpc>
                <a:spcPct val="90000"/>
              </a:lnSpc>
              <a:spcBef>
                <a:spcPts val="1000"/>
              </a:spcBef>
              <a:spcAft>
                <a:spcPts val="400"/>
              </a:spcAft>
              <a:buClr>
                <a:schemeClr val="accent4"/>
              </a:buClr>
              <a:buSzPct val="100000"/>
              <a:buFont typeface="Arial" panose="020B0604020202020204" pitchFamily="34" charset="0"/>
              <a:buNone/>
              <a:tabLst/>
              <a:defRPr sz="1600" b="0" i="0" u="none" strike="noStrike" cap="none" spc="0" baseline="0">
                <a:solidFill>
                  <a:schemeClr val="accent4"/>
                </a:solidFill>
                <a:uFillTx/>
                <a:latin typeface="Arial" panose="020B0604020202020204" pitchFamily="34" charset="0"/>
                <a:ea typeface="Arial" panose="020B0604020202020204" pitchFamily="34" charset="0"/>
                <a:cs typeface="Arial" panose="020B0604020202020204" pitchFamily="34" charset="0"/>
                <a:sym typeface="Avenir Book"/>
              </a:defRPr>
            </a:lvl1pPr>
            <a:lvl2pPr marR="0" indent="0" defTabSz="914240">
              <a:lnSpc>
                <a:spcPct val="90000"/>
              </a:lnSpc>
              <a:spcBef>
                <a:spcPts val="400"/>
              </a:spcBef>
              <a:spcAft>
                <a:spcPts val="400"/>
              </a:spcAft>
              <a:buClr>
                <a:schemeClr val="accent4"/>
              </a:buClr>
              <a:buSzPct val="100000"/>
              <a:buFont typeface="System Font Regular"/>
              <a:buNone/>
              <a:tabLst/>
              <a:defRPr sz="2000" b="1" i="0" u="none" strike="noStrike" cap="none" spc="0" baseline="0">
                <a:solidFill>
                  <a:schemeClr val="bg2"/>
                </a:solidFill>
                <a:uFillTx/>
                <a:latin typeface="Arial" panose="020B0604020202020204" pitchFamily="34" charset="0"/>
                <a:ea typeface="Arial" panose="020B0604020202020204" pitchFamily="34" charset="0"/>
                <a:cs typeface="Arial" panose="020B0604020202020204" pitchFamily="34" charset="0"/>
                <a:sym typeface="Avenir Book"/>
              </a:defRPr>
            </a:lvl2pPr>
            <a:lvl3pPr marR="0" indent="0" defTabSz="914240">
              <a:lnSpc>
                <a:spcPct val="90000"/>
              </a:lnSpc>
              <a:spcBef>
                <a:spcPts val="400"/>
              </a:spcBef>
              <a:spcAft>
                <a:spcPts val="400"/>
              </a:spcAft>
              <a:buClr>
                <a:schemeClr val="accent4"/>
              </a:buClr>
              <a:buSzPct val="100000"/>
              <a:buFont typeface="Arial" panose="020B0604020202020204" pitchFamily="34" charset="0"/>
              <a:buNone/>
              <a:tabLst/>
              <a:defRPr b="1" i="0" u="none" strike="noStrike" cap="none" spc="0" baseline="0">
                <a:solidFill>
                  <a:schemeClr val="bg2"/>
                </a:solidFill>
                <a:uFillTx/>
                <a:latin typeface="Arial" panose="020B0604020202020204" pitchFamily="34" charset="0"/>
                <a:ea typeface="Arial" panose="020B0604020202020204" pitchFamily="34" charset="0"/>
                <a:cs typeface="Arial" panose="020B0604020202020204" pitchFamily="34" charset="0"/>
                <a:sym typeface="Avenir Book"/>
              </a:defRPr>
            </a:lvl3pPr>
            <a:lvl4pPr marR="0" indent="0" defTabSz="914240">
              <a:lnSpc>
                <a:spcPct val="90000"/>
              </a:lnSpc>
              <a:spcBef>
                <a:spcPts val="400"/>
              </a:spcBef>
              <a:spcAft>
                <a:spcPts val="400"/>
              </a:spcAft>
              <a:buClr>
                <a:schemeClr val="accent4"/>
              </a:buClr>
              <a:buSzPct val="100000"/>
              <a:buFont typeface="System Font Regular"/>
              <a:buNone/>
              <a:tabLst/>
              <a:defRPr sz="1600" b="1" i="0" u="none" strike="noStrike" cap="none" spc="0" baseline="0">
                <a:solidFill>
                  <a:schemeClr val="bg2"/>
                </a:solidFill>
                <a:uFillTx/>
                <a:latin typeface="Arial" panose="020B0604020202020204" pitchFamily="34" charset="0"/>
                <a:ea typeface="Arial" panose="020B0604020202020204" pitchFamily="34" charset="0"/>
                <a:cs typeface="Arial" panose="020B0604020202020204" pitchFamily="34" charset="0"/>
                <a:sym typeface="Avenir Book"/>
              </a:defRPr>
            </a:lvl4pPr>
            <a:lvl5pPr marR="0" indent="0" defTabSz="914240">
              <a:lnSpc>
                <a:spcPct val="90000"/>
              </a:lnSpc>
              <a:spcBef>
                <a:spcPts val="400"/>
              </a:spcBef>
              <a:spcAft>
                <a:spcPts val="400"/>
              </a:spcAft>
              <a:buClr>
                <a:schemeClr val="accent4"/>
              </a:buClr>
              <a:buSzPct val="100000"/>
              <a:buFont typeface="Arial" panose="020B0604020202020204" pitchFamily="34" charset="0"/>
              <a:buNone/>
              <a:tabLst/>
              <a:defRPr sz="1600" b="1" i="0" u="none" strike="noStrike" cap="none" spc="0" baseline="0">
                <a:solidFill>
                  <a:schemeClr val="bg2"/>
                </a:solidFill>
                <a:uFillTx/>
                <a:latin typeface="Arial" panose="020B0604020202020204" pitchFamily="34" charset="0"/>
                <a:ea typeface="Arial" panose="020B0604020202020204" pitchFamily="34" charset="0"/>
                <a:cs typeface="Arial" panose="020B0604020202020204" pitchFamily="34" charset="0"/>
                <a:sym typeface="Avenir Book"/>
              </a:defRPr>
            </a:lvl5pPr>
            <a:lvl6pPr marR="0" indent="0" defTabSz="914240">
              <a:lnSpc>
                <a:spcPct val="90000"/>
              </a:lnSpc>
              <a:spcBef>
                <a:spcPts val="1000"/>
              </a:spcBef>
              <a:spcAft>
                <a:spcPts val="0"/>
              </a:spcAft>
              <a:buClrTx/>
              <a:buSzPct val="100000"/>
              <a:buFont typeface="Arial"/>
              <a:buNone/>
              <a:tabLst/>
              <a:defRPr sz="1600" b="1" i="0" u="none" strike="noStrike" cap="none" spc="0" baseline="0">
                <a:solidFill>
                  <a:srgbClr val="50626A"/>
                </a:solidFill>
                <a:uFillTx/>
                <a:latin typeface="Avenir Book"/>
                <a:ea typeface="Avenir Book"/>
                <a:cs typeface="Avenir Book"/>
                <a:sym typeface="Avenir Book"/>
              </a:defRPr>
            </a:lvl6pPr>
            <a:lvl7pPr marR="0" indent="0" defTabSz="914240">
              <a:lnSpc>
                <a:spcPct val="90000"/>
              </a:lnSpc>
              <a:spcBef>
                <a:spcPts val="1000"/>
              </a:spcBef>
              <a:spcAft>
                <a:spcPts val="0"/>
              </a:spcAft>
              <a:buClrTx/>
              <a:buSzPct val="100000"/>
              <a:buFont typeface="Arial"/>
              <a:buNone/>
              <a:tabLst/>
              <a:defRPr sz="1600" b="1" i="0" u="none" strike="noStrike" cap="none" spc="0" baseline="0">
                <a:solidFill>
                  <a:srgbClr val="50626A"/>
                </a:solidFill>
                <a:uFillTx/>
                <a:latin typeface="Avenir Book"/>
                <a:ea typeface="Avenir Book"/>
                <a:cs typeface="Avenir Book"/>
                <a:sym typeface="Avenir Book"/>
              </a:defRPr>
            </a:lvl7pPr>
            <a:lvl8pPr marR="0" indent="0" defTabSz="914240">
              <a:lnSpc>
                <a:spcPct val="90000"/>
              </a:lnSpc>
              <a:spcBef>
                <a:spcPts val="1000"/>
              </a:spcBef>
              <a:spcAft>
                <a:spcPts val="0"/>
              </a:spcAft>
              <a:buClrTx/>
              <a:buSzPct val="100000"/>
              <a:buFont typeface="Arial"/>
              <a:buNone/>
              <a:tabLst/>
              <a:defRPr sz="1600" b="1" i="0" u="none" strike="noStrike" cap="none" spc="0" baseline="0">
                <a:solidFill>
                  <a:srgbClr val="50626A"/>
                </a:solidFill>
                <a:uFillTx/>
                <a:latin typeface="Avenir Book"/>
                <a:ea typeface="Avenir Book"/>
                <a:cs typeface="Avenir Book"/>
                <a:sym typeface="Avenir Book"/>
              </a:defRPr>
            </a:lvl8pPr>
            <a:lvl9pPr marR="0" indent="0" defTabSz="914240">
              <a:lnSpc>
                <a:spcPct val="90000"/>
              </a:lnSpc>
              <a:spcBef>
                <a:spcPts val="1000"/>
              </a:spcBef>
              <a:spcAft>
                <a:spcPts val="0"/>
              </a:spcAft>
              <a:buClrTx/>
              <a:buSzPct val="100000"/>
              <a:buFont typeface="Arial"/>
              <a:buNone/>
              <a:tabLst/>
              <a:defRPr sz="1600" b="1" i="0" u="none" strike="noStrike" cap="none" spc="0" baseline="0">
                <a:solidFill>
                  <a:srgbClr val="50626A"/>
                </a:solidFill>
                <a:uFillTx/>
                <a:latin typeface="Avenir Book"/>
                <a:ea typeface="Avenir Book"/>
                <a:cs typeface="Avenir Book"/>
                <a:sym typeface="Avenir Book"/>
              </a:defRPr>
            </a:lvl9pPr>
          </a:lstStyle>
          <a:p>
            <a:pPr marL="0" marR="0" lvl="0" indent="0" algn="ctr" defTabSz="914240" rtl="0" eaLnBrk="1" fontAlgn="auto" latinLnBrk="0" hangingPunct="1">
              <a:lnSpc>
                <a:spcPct val="90000"/>
              </a:lnSpc>
              <a:spcBef>
                <a:spcPts val="1000"/>
              </a:spcBef>
              <a:spcAft>
                <a:spcPts val="400"/>
              </a:spcAft>
              <a:buClr>
                <a:srgbClr val="017298"/>
              </a:buClr>
              <a:buSzPct val="100000"/>
              <a:buFont typeface="Arial" panose="020B0604020202020204" pitchFamily="34" charset="0"/>
              <a:buNone/>
              <a:tabLst/>
              <a:defRPr/>
            </a:pPr>
            <a:r>
              <a:rPr kumimoji="0" lang="en-US" sz="1400" b="1" i="0" u="none" strike="noStrike" kern="1200" cap="none" spc="0" normalizeH="0" baseline="0" noProof="0" dirty="0">
                <a:ln>
                  <a:noFill/>
                </a:ln>
                <a:solidFill>
                  <a:srgbClr val="017298"/>
                </a:solidFill>
                <a:effectLst/>
                <a:uLnTx/>
                <a:uFillTx/>
                <a:latin typeface="Arial Nova" panose="020B0504020202020204" pitchFamily="34" charset="0"/>
                <a:cs typeface="Arial" panose="020B0604020202020204" pitchFamily="34" charset="0"/>
                <a:sym typeface="Avenir Book"/>
              </a:rPr>
              <a:t>Demand Vials by Quarter</a:t>
            </a:r>
          </a:p>
        </p:txBody>
      </p:sp>
      <p:graphicFrame>
        <p:nvGraphicFramePr>
          <p:cNvPr id="3" name="Chart 2">
            <a:extLst>
              <a:ext uri="{FF2B5EF4-FFF2-40B4-BE49-F238E27FC236}">
                <a16:creationId xmlns:a16="http://schemas.microsoft.com/office/drawing/2014/main" id="{EC707A56-5112-41FC-F05D-244C6DA26B76}"/>
              </a:ext>
            </a:extLst>
          </p:cNvPr>
          <p:cNvGraphicFramePr/>
          <p:nvPr>
            <p:extLst>
              <p:ext uri="{D42A27DB-BD31-4B8C-83A1-F6EECF244321}">
                <p14:modId xmlns:p14="http://schemas.microsoft.com/office/powerpoint/2010/main" val="2627412543"/>
              </p:ext>
            </p:extLst>
          </p:nvPr>
        </p:nvGraphicFramePr>
        <p:xfrm>
          <a:off x="492338" y="4395304"/>
          <a:ext cx="2261905" cy="1781547"/>
        </p:xfrm>
        <a:graphic>
          <a:graphicData uri="http://schemas.openxmlformats.org/drawingml/2006/chart">
            <c:chart xmlns:c="http://schemas.openxmlformats.org/drawingml/2006/chart" xmlns:r="http://schemas.openxmlformats.org/officeDocument/2006/relationships" r:id="rId3"/>
          </a:graphicData>
        </a:graphic>
      </p:graphicFrame>
      <p:sp>
        <p:nvSpPr>
          <p:cNvPr id="8" name="Text Placeholder 7">
            <a:extLst>
              <a:ext uri="{FF2B5EF4-FFF2-40B4-BE49-F238E27FC236}">
                <a16:creationId xmlns:a16="http://schemas.microsoft.com/office/drawing/2014/main" id="{D792B786-820A-121A-F0CD-9023CB127B4D}"/>
              </a:ext>
            </a:extLst>
          </p:cNvPr>
          <p:cNvSpPr txBox="1">
            <a:spLocks/>
          </p:cNvSpPr>
          <p:nvPr/>
        </p:nvSpPr>
        <p:spPr>
          <a:xfrm>
            <a:off x="361881" y="4106851"/>
            <a:ext cx="2522817" cy="336442"/>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45720" rIns="45719" anchor="ctr">
            <a:noAutofit/>
          </a:bodyPr>
          <a:lstStyle>
            <a:lvl1pPr marL="0" marR="0" indent="0" algn="l" defTabSz="914240" eaLnBrk="1" latinLnBrk="0" hangingPunct="1">
              <a:lnSpc>
                <a:spcPct val="90000"/>
              </a:lnSpc>
              <a:spcBef>
                <a:spcPts val="1000"/>
              </a:spcBef>
              <a:spcAft>
                <a:spcPts val="400"/>
              </a:spcAft>
              <a:buClr>
                <a:schemeClr val="accent4"/>
              </a:buClr>
              <a:buSzPct val="100000"/>
              <a:buFont typeface="Arial" panose="020B0604020202020204" pitchFamily="34" charset="0"/>
              <a:buNone/>
              <a:tabLst/>
              <a:defRPr sz="2000" b="0" i="0" u="none" strike="noStrike" cap="none" spc="0" baseline="0">
                <a:solidFill>
                  <a:schemeClr val="accent4"/>
                </a:solidFill>
                <a:uFillTx/>
                <a:latin typeface="Arial" panose="020B0604020202020204" pitchFamily="34" charset="0"/>
                <a:ea typeface="Arial" panose="020B0604020202020204" pitchFamily="34" charset="0"/>
                <a:cs typeface="Arial" panose="020B0604020202020204" pitchFamily="34" charset="0"/>
                <a:sym typeface="Avenir Book"/>
              </a:defRPr>
            </a:lvl1pPr>
            <a:lvl2pPr marL="457200" marR="0" indent="0" algn="l" defTabSz="914240" eaLnBrk="1" latinLnBrk="0" hangingPunct="1">
              <a:lnSpc>
                <a:spcPct val="90000"/>
              </a:lnSpc>
              <a:spcBef>
                <a:spcPts val="400"/>
              </a:spcBef>
              <a:spcAft>
                <a:spcPts val="400"/>
              </a:spcAft>
              <a:buClr>
                <a:schemeClr val="accent4"/>
              </a:buClr>
              <a:buSzPct val="100000"/>
              <a:buFont typeface="System Font Regular"/>
              <a:buNone/>
              <a:tabLst/>
              <a:defRPr sz="2000" b="1" i="0" u="none" strike="noStrike" cap="none" spc="0" baseline="0">
                <a:solidFill>
                  <a:schemeClr val="bg2"/>
                </a:solidFill>
                <a:uFillTx/>
                <a:latin typeface="Arial" panose="020B0604020202020204" pitchFamily="34" charset="0"/>
                <a:ea typeface="Arial" panose="020B0604020202020204" pitchFamily="34" charset="0"/>
                <a:cs typeface="Arial" panose="020B0604020202020204" pitchFamily="34" charset="0"/>
                <a:sym typeface="Avenir Book"/>
              </a:defRPr>
            </a:lvl2pPr>
            <a:lvl3pPr marL="914400" marR="0" indent="0" algn="l" defTabSz="914240" eaLnBrk="1" latinLnBrk="0" hangingPunct="1">
              <a:lnSpc>
                <a:spcPct val="90000"/>
              </a:lnSpc>
              <a:spcBef>
                <a:spcPts val="400"/>
              </a:spcBef>
              <a:spcAft>
                <a:spcPts val="400"/>
              </a:spcAft>
              <a:buClr>
                <a:schemeClr val="accent4"/>
              </a:buClr>
              <a:buSzPct val="100000"/>
              <a:buFont typeface="Arial" panose="020B0604020202020204" pitchFamily="34" charset="0"/>
              <a:buNone/>
              <a:tabLst/>
              <a:defRPr sz="1800" b="1" i="0" u="none" strike="noStrike" cap="none" spc="0" baseline="0">
                <a:solidFill>
                  <a:schemeClr val="bg2"/>
                </a:solidFill>
                <a:uFillTx/>
                <a:latin typeface="Arial" panose="020B0604020202020204" pitchFamily="34" charset="0"/>
                <a:ea typeface="Arial" panose="020B0604020202020204" pitchFamily="34" charset="0"/>
                <a:cs typeface="Arial" panose="020B0604020202020204" pitchFamily="34" charset="0"/>
                <a:sym typeface="Avenir Book"/>
              </a:defRPr>
            </a:lvl3pPr>
            <a:lvl4pPr marL="1371600" marR="0" indent="0" algn="l" defTabSz="914240" eaLnBrk="1" latinLnBrk="0" hangingPunct="1">
              <a:lnSpc>
                <a:spcPct val="90000"/>
              </a:lnSpc>
              <a:spcBef>
                <a:spcPts val="400"/>
              </a:spcBef>
              <a:spcAft>
                <a:spcPts val="400"/>
              </a:spcAft>
              <a:buClr>
                <a:schemeClr val="accent4"/>
              </a:buClr>
              <a:buSzPct val="100000"/>
              <a:buFont typeface="System Font Regular"/>
              <a:buNone/>
              <a:tabLst/>
              <a:defRPr sz="1600" b="1" i="0" u="none" strike="noStrike" cap="none" spc="0" baseline="0">
                <a:solidFill>
                  <a:schemeClr val="bg2"/>
                </a:solidFill>
                <a:uFillTx/>
                <a:latin typeface="Arial" panose="020B0604020202020204" pitchFamily="34" charset="0"/>
                <a:ea typeface="Arial" panose="020B0604020202020204" pitchFamily="34" charset="0"/>
                <a:cs typeface="Arial" panose="020B0604020202020204" pitchFamily="34" charset="0"/>
                <a:sym typeface="Avenir Book"/>
              </a:defRPr>
            </a:lvl4pPr>
            <a:lvl5pPr marL="1828800" marR="0" indent="0" algn="l" defTabSz="914240" eaLnBrk="1" latinLnBrk="0" hangingPunct="1">
              <a:lnSpc>
                <a:spcPct val="90000"/>
              </a:lnSpc>
              <a:spcBef>
                <a:spcPts val="400"/>
              </a:spcBef>
              <a:spcAft>
                <a:spcPts val="400"/>
              </a:spcAft>
              <a:buClr>
                <a:schemeClr val="accent4"/>
              </a:buClr>
              <a:buSzPct val="100000"/>
              <a:buFont typeface="Arial" panose="020B0604020202020204" pitchFamily="34" charset="0"/>
              <a:buNone/>
              <a:tabLst/>
              <a:defRPr sz="1600" b="1" i="0" u="none" strike="noStrike" cap="none" spc="0" baseline="0">
                <a:solidFill>
                  <a:schemeClr val="bg2"/>
                </a:solidFill>
                <a:uFillTx/>
                <a:latin typeface="Arial" panose="020B0604020202020204" pitchFamily="34" charset="0"/>
                <a:ea typeface="Arial" panose="020B0604020202020204" pitchFamily="34" charset="0"/>
                <a:cs typeface="Arial" panose="020B0604020202020204" pitchFamily="34" charset="0"/>
                <a:sym typeface="Avenir Book"/>
              </a:defRPr>
            </a:lvl5pPr>
            <a:lvl6pPr marL="2286000" marR="0" indent="0" algn="l" defTabSz="914240" eaLnBrk="1" latinLnBrk="0" hangingPunct="1">
              <a:lnSpc>
                <a:spcPct val="90000"/>
              </a:lnSpc>
              <a:spcBef>
                <a:spcPts val="1000"/>
              </a:spcBef>
              <a:spcAft>
                <a:spcPts val="0"/>
              </a:spcAft>
              <a:buClrTx/>
              <a:buSzPct val="100000"/>
              <a:buFont typeface="Arial"/>
              <a:buNone/>
              <a:tabLst/>
              <a:defRPr sz="1600" b="1" i="0" u="none" strike="noStrike" cap="none" spc="0" baseline="0">
                <a:solidFill>
                  <a:srgbClr val="50626A"/>
                </a:solidFill>
                <a:uFillTx/>
                <a:latin typeface="Avenir Book"/>
                <a:ea typeface="Avenir Book"/>
                <a:cs typeface="Avenir Book"/>
                <a:sym typeface="Avenir Book"/>
              </a:defRPr>
            </a:lvl6pPr>
            <a:lvl7pPr marL="2743200" marR="0" indent="0" algn="l" defTabSz="914240" eaLnBrk="1" latinLnBrk="0" hangingPunct="1">
              <a:lnSpc>
                <a:spcPct val="90000"/>
              </a:lnSpc>
              <a:spcBef>
                <a:spcPts val="1000"/>
              </a:spcBef>
              <a:spcAft>
                <a:spcPts val="0"/>
              </a:spcAft>
              <a:buClrTx/>
              <a:buSzPct val="100000"/>
              <a:buFont typeface="Arial"/>
              <a:buNone/>
              <a:tabLst/>
              <a:defRPr sz="1600" b="1" i="0" u="none" strike="noStrike" cap="none" spc="0" baseline="0">
                <a:solidFill>
                  <a:srgbClr val="50626A"/>
                </a:solidFill>
                <a:uFillTx/>
                <a:latin typeface="Avenir Book"/>
                <a:ea typeface="Avenir Book"/>
                <a:cs typeface="Avenir Book"/>
                <a:sym typeface="Avenir Book"/>
              </a:defRPr>
            </a:lvl7pPr>
            <a:lvl8pPr marL="3200400" marR="0" indent="0" algn="l" defTabSz="914240" eaLnBrk="1" latinLnBrk="0" hangingPunct="1">
              <a:lnSpc>
                <a:spcPct val="90000"/>
              </a:lnSpc>
              <a:spcBef>
                <a:spcPts val="1000"/>
              </a:spcBef>
              <a:spcAft>
                <a:spcPts val="0"/>
              </a:spcAft>
              <a:buClrTx/>
              <a:buSzPct val="100000"/>
              <a:buFont typeface="Arial"/>
              <a:buNone/>
              <a:tabLst/>
              <a:defRPr sz="1600" b="1" i="0" u="none" strike="noStrike" cap="none" spc="0" baseline="0">
                <a:solidFill>
                  <a:srgbClr val="50626A"/>
                </a:solidFill>
                <a:uFillTx/>
                <a:latin typeface="Avenir Book"/>
                <a:ea typeface="Avenir Book"/>
                <a:cs typeface="Avenir Book"/>
                <a:sym typeface="Avenir Book"/>
              </a:defRPr>
            </a:lvl8pPr>
            <a:lvl9pPr marL="3657600" marR="0" indent="0" algn="l" defTabSz="914240" eaLnBrk="1" latinLnBrk="0" hangingPunct="1">
              <a:lnSpc>
                <a:spcPct val="90000"/>
              </a:lnSpc>
              <a:spcBef>
                <a:spcPts val="1000"/>
              </a:spcBef>
              <a:spcAft>
                <a:spcPts val="0"/>
              </a:spcAft>
              <a:buClrTx/>
              <a:buSzPct val="100000"/>
              <a:buFont typeface="Arial"/>
              <a:buNone/>
              <a:tabLst/>
              <a:defRPr sz="1600" b="1" i="0" u="none" strike="noStrike" cap="none" spc="0" baseline="0">
                <a:solidFill>
                  <a:srgbClr val="50626A"/>
                </a:solidFill>
                <a:uFillTx/>
                <a:latin typeface="Avenir Book"/>
                <a:ea typeface="Avenir Book"/>
                <a:cs typeface="Avenir Book"/>
                <a:sym typeface="Avenir Book"/>
              </a:defRPr>
            </a:lvl9pPr>
          </a:lstStyle>
          <a:p>
            <a:pPr marL="0" marR="0" lvl="0" indent="0" algn="ctr" defTabSz="914240" rtl="0" eaLnBrk="1" fontAlgn="auto" latinLnBrk="0" hangingPunct="1">
              <a:lnSpc>
                <a:spcPct val="90000"/>
              </a:lnSpc>
              <a:spcBef>
                <a:spcPts val="1000"/>
              </a:spcBef>
              <a:spcAft>
                <a:spcPts val="400"/>
              </a:spcAft>
              <a:buClr>
                <a:srgbClr val="017298"/>
              </a:buClr>
              <a:buSzPct val="100000"/>
              <a:buFont typeface="Arial" panose="020B0604020202020204" pitchFamily="34" charset="0"/>
              <a:buNone/>
              <a:tabLst/>
              <a:defRPr/>
            </a:pPr>
            <a:r>
              <a:rPr kumimoji="0" lang="en-US" sz="1400" b="1" i="0" u="none" strike="noStrike" kern="0" cap="none" spc="0" normalizeH="0" baseline="0" noProof="0" dirty="0">
                <a:ln>
                  <a:noFill/>
                </a:ln>
                <a:solidFill>
                  <a:srgbClr val="017298"/>
                </a:solidFill>
                <a:effectLst/>
                <a:uLnTx/>
                <a:uFillTx/>
                <a:latin typeface="Arial Nova" panose="020B0504020202020204" pitchFamily="34" charset="0"/>
                <a:cs typeface="Arial" panose="020B0604020202020204" pitchFamily="34" charset="0"/>
                <a:sym typeface="Avenir Book"/>
              </a:rPr>
              <a:t>Depth</a:t>
            </a:r>
          </a:p>
        </p:txBody>
      </p:sp>
      <p:sp>
        <p:nvSpPr>
          <p:cNvPr id="12" name="Rectangle: Rounded Corners 11">
            <a:extLst>
              <a:ext uri="{FF2B5EF4-FFF2-40B4-BE49-F238E27FC236}">
                <a16:creationId xmlns:a16="http://schemas.microsoft.com/office/drawing/2014/main" id="{A35F19CA-6A31-4280-49B9-21ACB72726F7}"/>
              </a:ext>
            </a:extLst>
          </p:cNvPr>
          <p:cNvSpPr/>
          <p:nvPr/>
        </p:nvSpPr>
        <p:spPr>
          <a:xfrm>
            <a:off x="1869769" y="5050122"/>
            <a:ext cx="488921" cy="223597"/>
          </a:xfrm>
          <a:prstGeom prst="roundRect">
            <a:avLst/>
          </a:prstGeom>
          <a:noFill/>
          <a:ln w="19050" cap="flat">
            <a:solidFill>
              <a:srgbClr val="C00000"/>
            </a:solidFill>
            <a:prstDash val="sysDash"/>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lstStyle/>
          <a:p>
            <a:pPr marL="0" marR="0" lvl="0" indent="0" algn="ctr" defTabSz="914400" rtl="0" eaLnBrk="1" fontAlgn="auto" latinLnBrk="0" hangingPunct="0">
              <a:lnSpc>
                <a:spcPct val="100000"/>
              </a:lnSpc>
              <a:spcBef>
                <a:spcPts val="0"/>
              </a:spcBef>
              <a:spcAft>
                <a:spcPts val="0"/>
              </a:spcAft>
              <a:buClrTx/>
              <a:buSzTx/>
              <a:buFontTx/>
              <a:buNone/>
              <a:tabLst/>
              <a:defRPr/>
            </a:pPr>
            <a:endParaRPr kumimoji="0" lang="en-US" sz="1200" b="0" i="0" u="none" strike="noStrike" kern="1200" cap="none" spc="0" normalizeH="0" baseline="0" noProof="0" dirty="0" err="1">
              <a:ln>
                <a:noFill/>
              </a:ln>
              <a:solidFill>
                <a:srgbClr val="50626A"/>
              </a:solidFill>
              <a:effectLst/>
              <a:uLnTx/>
              <a:uFillTx/>
              <a:latin typeface="Arial Nova" panose="020B0504020202020204" pitchFamily="34" charset="0"/>
              <a:ea typeface="+mn-ea"/>
              <a:cs typeface="+mn-cs"/>
              <a:sym typeface="Calibri"/>
            </a:endParaRPr>
          </a:p>
        </p:txBody>
      </p:sp>
      <p:graphicFrame>
        <p:nvGraphicFramePr>
          <p:cNvPr id="16" name="Chart 15">
            <a:extLst>
              <a:ext uri="{FF2B5EF4-FFF2-40B4-BE49-F238E27FC236}">
                <a16:creationId xmlns:a16="http://schemas.microsoft.com/office/drawing/2014/main" id="{AEE60FB3-FE3E-F3FC-C885-24A8BEB226D0}"/>
              </a:ext>
            </a:extLst>
          </p:cNvPr>
          <p:cNvGraphicFramePr/>
          <p:nvPr>
            <p:extLst>
              <p:ext uri="{D42A27DB-BD31-4B8C-83A1-F6EECF244321}">
                <p14:modId xmlns:p14="http://schemas.microsoft.com/office/powerpoint/2010/main" val="626060316"/>
              </p:ext>
            </p:extLst>
          </p:nvPr>
        </p:nvGraphicFramePr>
        <p:xfrm>
          <a:off x="492338" y="1239290"/>
          <a:ext cx="4998479" cy="2798206"/>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7" name="Chart 16">
            <a:extLst>
              <a:ext uri="{FF2B5EF4-FFF2-40B4-BE49-F238E27FC236}">
                <a16:creationId xmlns:a16="http://schemas.microsoft.com/office/drawing/2014/main" id="{DDBC7CB2-5C79-DCE3-BF7A-E336C065034A}"/>
              </a:ext>
            </a:extLst>
          </p:cNvPr>
          <p:cNvGraphicFramePr/>
          <p:nvPr>
            <p:extLst>
              <p:ext uri="{D42A27DB-BD31-4B8C-83A1-F6EECF244321}">
                <p14:modId xmlns:p14="http://schemas.microsoft.com/office/powerpoint/2010/main" val="2504170961"/>
              </p:ext>
            </p:extLst>
          </p:nvPr>
        </p:nvGraphicFramePr>
        <p:xfrm>
          <a:off x="3228912" y="4395303"/>
          <a:ext cx="2261905" cy="1781547"/>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19" name="Table 6">
            <a:extLst>
              <a:ext uri="{FF2B5EF4-FFF2-40B4-BE49-F238E27FC236}">
                <a16:creationId xmlns:a16="http://schemas.microsoft.com/office/drawing/2014/main" id="{099CC501-884A-2AE3-5009-F958B4CFA6A5}"/>
              </a:ext>
            </a:extLst>
          </p:cNvPr>
          <p:cNvGraphicFramePr>
            <a:graphicFrameLocks noGrp="1"/>
          </p:cNvGraphicFramePr>
          <p:nvPr>
            <p:extLst>
              <p:ext uri="{D42A27DB-BD31-4B8C-83A1-F6EECF244321}">
                <p14:modId xmlns:p14="http://schemas.microsoft.com/office/powerpoint/2010/main" val="2135445361"/>
              </p:ext>
            </p:extLst>
          </p:nvPr>
        </p:nvGraphicFramePr>
        <p:xfrm>
          <a:off x="6013172" y="4511934"/>
          <a:ext cx="5741386" cy="1657634"/>
        </p:xfrm>
        <a:graphic>
          <a:graphicData uri="http://schemas.openxmlformats.org/drawingml/2006/table">
            <a:tbl>
              <a:tblPr firstRow="1" bandRow="1">
                <a:tableStyleId>{3B4B98B0-60AC-42C2-AFA5-B58CD77FA1E5}</a:tableStyleId>
              </a:tblPr>
              <a:tblGrid>
                <a:gridCol w="2005432">
                  <a:extLst>
                    <a:ext uri="{9D8B030D-6E8A-4147-A177-3AD203B41FA5}">
                      <a16:colId xmlns:a16="http://schemas.microsoft.com/office/drawing/2014/main" val="2131702879"/>
                    </a:ext>
                  </a:extLst>
                </a:gridCol>
                <a:gridCol w="1012064">
                  <a:extLst>
                    <a:ext uri="{9D8B030D-6E8A-4147-A177-3AD203B41FA5}">
                      <a16:colId xmlns:a16="http://schemas.microsoft.com/office/drawing/2014/main" val="109579855"/>
                    </a:ext>
                  </a:extLst>
                </a:gridCol>
                <a:gridCol w="789468">
                  <a:extLst>
                    <a:ext uri="{9D8B030D-6E8A-4147-A177-3AD203B41FA5}">
                      <a16:colId xmlns:a16="http://schemas.microsoft.com/office/drawing/2014/main" val="2368129063"/>
                    </a:ext>
                  </a:extLst>
                </a:gridCol>
                <a:gridCol w="982637">
                  <a:extLst>
                    <a:ext uri="{9D8B030D-6E8A-4147-A177-3AD203B41FA5}">
                      <a16:colId xmlns:a16="http://schemas.microsoft.com/office/drawing/2014/main" val="1015831616"/>
                    </a:ext>
                  </a:extLst>
                </a:gridCol>
                <a:gridCol w="951785">
                  <a:extLst>
                    <a:ext uri="{9D8B030D-6E8A-4147-A177-3AD203B41FA5}">
                      <a16:colId xmlns:a16="http://schemas.microsoft.com/office/drawing/2014/main" val="3173316217"/>
                    </a:ext>
                  </a:extLst>
                </a:gridCol>
              </a:tblGrid>
              <a:tr h="391281">
                <a:tc>
                  <a:txBody>
                    <a:bodyPr/>
                    <a:lstStyle/>
                    <a:p>
                      <a:pPr marL="0" marR="0" indent="0" algn="ctr" defTabSz="914400" fontAlgn="t" latinLnBrk="0">
                        <a:lnSpc>
                          <a:spcPct val="100000"/>
                        </a:lnSpc>
                        <a:spcBef>
                          <a:spcPts val="0"/>
                        </a:spcBef>
                        <a:spcAft>
                          <a:spcPts val="0"/>
                        </a:spcAft>
                        <a:buClrTx/>
                        <a:buSzTx/>
                        <a:buFontTx/>
                        <a:buNone/>
                        <a:tabLst/>
                      </a:pPr>
                      <a:r>
                        <a:rPr lang="en-IN" sz="1100" b="1" u="none" strike="noStrike" cap="none" spc="0" baseline="0" dirty="0">
                          <a:solidFill>
                            <a:schemeClr val="bg1">
                              <a:lumMod val="95000"/>
                            </a:schemeClr>
                          </a:solidFill>
                          <a:effectLst/>
                          <a:uFillTx/>
                          <a:latin typeface="Arial Nova" panose="020B0504020202020204" pitchFamily="34" charset="0"/>
                          <a:sym typeface="Montserrat Regular"/>
                        </a:rPr>
                        <a:t>Top Decliners</a:t>
                      </a:r>
                      <a:endParaRPr lang="en-IN" sz="1100" b="1" i="0" u="none" strike="noStrike" cap="none" spc="0" baseline="0" dirty="0">
                        <a:solidFill>
                          <a:schemeClr val="bg1">
                            <a:lumMod val="95000"/>
                          </a:schemeClr>
                        </a:solidFill>
                        <a:effectLst/>
                        <a:uFillTx/>
                        <a:latin typeface="Arial Nova" panose="020B0504020202020204" pitchFamily="34" charset="0"/>
                        <a:ea typeface="+mn-ea"/>
                        <a:cs typeface="+mn-cs"/>
                        <a:sym typeface="Montserrat Regular"/>
                      </a:endParaRPr>
                    </a:p>
                  </a:txBody>
                  <a:tcPr marL="9525" marR="9525" marT="9525" marB="0" anchor="ctr">
                    <a:solidFill>
                      <a:srgbClr val="000738"/>
                    </a:solidFill>
                  </a:tcPr>
                </a:tc>
                <a:tc>
                  <a:txBody>
                    <a:bodyPr/>
                    <a:lstStyle/>
                    <a:p>
                      <a:pPr marL="0" marR="0" indent="0" algn="ctr" defTabSz="914400" fontAlgn="t" latinLnBrk="0">
                        <a:lnSpc>
                          <a:spcPct val="100000"/>
                        </a:lnSpc>
                        <a:spcBef>
                          <a:spcPts val="0"/>
                        </a:spcBef>
                        <a:spcAft>
                          <a:spcPts val="0"/>
                        </a:spcAft>
                        <a:buClrTx/>
                        <a:buSzTx/>
                        <a:buFontTx/>
                        <a:buNone/>
                        <a:tabLst/>
                      </a:pPr>
                      <a:r>
                        <a:rPr lang="en-IN" sz="1100" b="1" u="none" strike="noStrike" cap="none" spc="0" baseline="0" dirty="0">
                          <a:solidFill>
                            <a:schemeClr val="bg1">
                              <a:lumMod val="95000"/>
                            </a:schemeClr>
                          </a:solidFill>
                          <a:effectLst/>
                          <a:uFillTx/>
                          <a:latin typeface="Arial Nova" panose="020B0504020202020204" pitchFamily="34" charset="0"/>
                          <a:sym typeface="Montserrat Regular"/>
                        </a:rPr>
                        <a:t>Q4’25 Vials</a:t>
                      </a:r>
                      <a:endParaRPr lang="en-IN" sz="1100" b="1" i="0" u="none" strike="noStrike" cap="none" spc="0" baseline="0" dirty="0">
                        <a:solidFill>
                          <a:schemeClr val="bg1">
                            <a:lumMod val="95000"/>
                          </a:schemeClr>
                        </a:solidFill>
                        <a:effectLst/>
                        <a:uFillTx/>
                        <a:latin typeface="Arial Nova" panose="020B0504020202020204" pitchFamily="34" charset="0"/>
                        <a:ea typeface="+mn-ea"/>
                        <a:cs typeface="+mn-cs"/>
                        <a:sym typeface="Montserrat Regular"/>
                      </a:endParaRPr>
                    </a:p>
                  </a:txBody>
                  <a:tcPr marL="9525" marR="9525" marT="9525" marB="0" anchor="ctr">
                    <a:solidFill>
                      <a:srgbClr val="000738"/>
                    </a:solidFill>
                  </a:tcPr>
                </a:tc>
                <a:tc>
                  <a:txBody>
                    <a:bodyPr/>
                    <a:lstStyle/>
                    <a:p>
                      <a:pPr marL="0" marR="0" indent="0" algn="ctr" defTabSz="914400" fontAlgn="t" latinLnBrk="0">
                        <a:lnSpc>
                          <a:spcPct val="100000"/>
                        </a:lnSpc>
                        <a:spcBef>
                          <a:spcPts val="0"/>
                        </a:spcBef>
                        <a:spcAft>
                          <a:spcPts val="0"/>
                        </a:spcAft>
                        <a:buClrTx/>
                        <a:buSzTx/>
                        <a:buFontTx/>
                        <a:buNone/>
                        <a:tabLst/>
                      </a:pPr>
                      <a:r>
                        <a:rPr lang="en-IN" sz="1100" b="1" u="none" strike="noStrike" cap="none" spc="0" baseline="0" dirty="0">
                          <a:solidFill>
                            <a:schemeClr val="bg1">
                              <a:lumMod val="95000"/>
                            </a:schemeClr>
                          </a:solidFill>
                          <a:effectLst/>
                          <a:uFillTx/>
                          <a:latin typeface="Arial Nova" panose="020B0504020202020204" pitchFamily="34" charset="0"/>
                          <a:sym typeface="Montserrat Regular"/>
                        </a:rPr>
                        <a:t>Q1’26 Vials</a:t>
                      </a:r>
                      <a:endParaRPr lang="en-IN" sz="1100" b="1" i="0" u="none" strike="noStrike" cap="none" spc="0" baseline="0" dirty="0">
                        <a:solidFill>
                          <a:schemeClr val="bg1">
                            <a:lumMod val="95000"/>
                          </a:schemeClr>
                        </a:solidFill>
                        <a:effectLst/>
                        <a:uFillTx/>
                        <a:latin typeface="Arial Nova" panose="020B0504020202020204" pitchFamily="34" charset="0"/>
                        <a:ea typeface="+mn-ea"/>
                        <a:cs typeface="+mn-cs"/>
                        <a:sym typeface="Montserrat Regular"/>
                      </a:endParaRPr>
                    </a:p>
                  </a:txBody>
                  <a:tcPr marL="9525" marR="9525" marT="9525" marB="0" anchor="ctr">
                    <a:solidFill>
                      <a:srgbClr val="000738"/>
                    </a:solidFill>
                  </a:tcPr>
                </a:tc>
                <a:tc>
                  <a:txBody>
                    <a:bodyPr/>
                    <a:lstStyle/>
                    <a:p>
                      <a:pPr marL="0" marR="0" indent="0" algn="ctr" defTabSz="914400" fontAlgn="t" latinLnBrk="0">
                        <a:lnSpc>
                          <a:spcPct val="100000"/>
                        </a:lnSpc>
                        <a:spcBef>
                          <a:spcPts val="0"/>
                        </a:spcBef>
                        <a:spcAft>
                          <a:spcPts val="0"/>
                        </a:spcAft>
                        <a:buClrTx/>
                        <a:buSzTx/>
                        <a:buFontTx/>
                        <a:buNone/>
                        <a:tabLst/>
                      </a:pPr>
                      <a:r>
                        <a:rPr lang="en-IN" sz="1100" b="1" u="none" strike="noStrike" cap="none" spc="0" baseline="0" dirty="0">
                          <a:solidFill>
                            <a:schemeClr val="bg1">
                              <a:lumMod val="95000"/>
                            </a:schemeClr>
                          </a:solidFill>
                          <a:effectLst/>
                          <a:uFillTx/>
                          <a:latin typeface="Arial Nova" panose="020B0504020202020204" pitchFamily="34" charset="0"/>
                          <a:sym typeface="Montserrat Regular"/>
                        </a:rPr>
                        <a:t>Change</a:t>
                      </a:r>
                      <a:endParaRPr lang="en-IN" sz="1100" b="1" i="0" u="none" strike="noStrike" cap="none" spc="0" baseline="0" dirty="0">
                        <a:solidFill>
                          <a:schemeClr val="bg1">
                            <a:lumMod val="95000"/>
                          </a:schemeClr>
                        </a:solidFill>
                        <a:effectLst/>
                        <a:uFillTx/>
                        <a:latin typeface="Arial Nova" panose="020B0504020202020204" pitchFamily="34" charset="0"/>
                        <a:ea typeface="+mn-ea"/>
                        <a:cs typeface="+mn-cs"/>
                        <a:sym typeface="Montserrat Regular"/>
                      </a:endParaRPr>
                    </a:p>
                  </a:txBody>
                  <a:tcPr marL="9525" marR="9525" marT="9525" marB="0" anchor="ctr">
                    <a:solidFill>
                      <a:srgbClr val="000738"/>
                    </a:solidFill>
                  </a:tcPr>
                </a:tc>
                <a:tc>
                  <a:txBody>
                    <a:bodyPr/>
                    <a:lstStyle/>
                    <a:p>
                      <a:pPr marL="0" marR="0" indent="0" algn="ctr" defTabSz="914400" fontAlgn="t" latinLnBrk="0">
                        <a:lnSpc>
                          <a:spcPct val="100000"/>
                        </a:lnSpc>
                        <a:spcBef>
                          <a:spcPts val="0"/>
                        </a:spcBef>
                        <a:spcAft>
                          <a:spcPts val="0"/>
                        </a:spcAft>
                        <a:buClrTx/>
                        <a:buSzTx/>
                        <a:buFontTx/>
                        <a:buNone/>
                        <a:tabLst/>
                      </a:pPr>
                      <a:r>
                        <a:rPr lang="en-IN" sz="1100" b="1" u="none" strike="noStrike" cap="none" spc="0" baseline="0" dirty="0">
                          <a:solidFill>
                            <a:schemeClr val="bg1">
                              <a:lumMod val="95000"/>
                            </a:schemeClr>
                          </a:solidFill>
                          <a:effectLst/>
                          <a:uFillTx/>
                          <a:latin typeface="Arial Nova" panose="020B0504020202020204" pitchFamily="34" charset="0"/>
                          <a:sym typeface="Montserrat Regular"/>
                        </a:rPr>
                        <a:t>Change %</a:t>
                      </a:r>
                      <a:endParaRPr lang="en-IN" sz="1100" b="1" i="0" u="none" strike="noStrike" cap="none" spc="0" baseline="0" dirty="0">
                        <a:solidFill>
                          <a:schemeClr val="bg1">
                            <a:lumMod val="95000"/>
                          </a:schemeClr>
                        </a:solidFill>
                        <a:effectLst/>
                        <a:uFillTx/>
                        <a:latin typeface="Arial Nova" panose="020B0504020202020204" pitchFamily="34" charset="0"/>
                        <a:ea typeface="+mn-ea"/>
                        <a:cs typeface="+mn-cs"/>
                        <a:sym typeface="Montserrat Regular"/>
                      </a:endParaRPr>
                    </a:p>
                  </a:txBody>
                  <a:tcPr marL="9525" marR="9525" marT="9525" marB="0" anchor="ctr">
                    <a:solidFill>
                      <a:srgbClr val="000738"/>
                    </a:solidFill>
                  </a:tcPr>
                </a:tc>
                <a:extLst>
                  <a:ext uri="{0D108BD9-81ED-4DB2-BD59-A6C34878D82A}">
                    <a16:rowId xmlns:a16="http://schemas.microsoft.com/office/drawing/2014/main" val="3918405247"/>
                  </a:ext>
                </a:extLst>
              </a:tr>
              <a:tr h="459622">
                <a:tc>
                  <a:txBody>
                    <a:bodyPr/>
                    <a:lstStyle/>
                    <a:p>
                      <a:pPr algn="ctr" fontAlgn="b">
                        <a:buNone/>
                      </a:pPr>
                      <a:r>
                        <a:rPr lang="en-IN" sz="1100" b="1" i="0" u="none" strike="noStrike" dirty="0">
                          <a:solidFill>
                            <a:schemeClr val="tx1"/>
                          </a:solidFill>
                          <a:effectLst/>
                          <a:latin typeface="Aptos Narrow" panose="020B0004020202020204" pitchFamily="34" charset="0"/>
                        </a:rPr>
                        <a:t>University of Michigan</a:t>
                      </a:r>
                    </a:p>
                  </a:txBody>
                  <a:tcPr marL="0" marR="0" marT="0" marB="0" anchor="ctr"/>
                </a:tc>
                <a:tc>
                  <a:txBody>
                    <a:bodyPr/>
                    <a:lstStyle/>
                    <a:p>
                      <a:pPr algn="ctr" fontAlgn="b">
                        <a:buNone/>
                      </a:pPr>
                      <a:r>
                        <a:rPr lang="en-IN" sz="1100" b="0" i="0" u="none" strike="noStrike" dirty="0">
                          <a:solidFill>
                            <a:srgbClr val="000000"/>
                          </a:solidFill>
                          <a:effectLst/>
                          <a:latin typeface="Aptos Narrow" panose="020B0004020202020204" pitchFamily="34" charset="0"/>
                        </a:rPr>
                        <a:t>34</a:t>
                      </a:r>
                    </a:p>
                  </a:txBody>
                  <a:tcPr marL="0" marR="0" marT="0" marB="0" anchor="ctr"/>
                </a:tc>
                <a:tc>
                  <a:txBody>
                    <a:bodyPr/>
                    <a:lstStyle/>
                    <a:p>
                      <a:pPr algn="ctr" fontAlgn="b">
                        <a:buNone/>
                      </a:pPr>
                      <a:r>
                        <a:rPr lang="en-IN" sz="1100" b="0" i="0" u="none" strike="noStrike">
                          <a:solidFill>
                            <a:srgbClr val="000000"/>
                          </a:solidFill>
                          <a:effectLst/>
                          <a:latin typeface="Aptos Narrow" panose="020B0004020202020204" pitchFamily="34" charset="0"/>
                        </a:rPr>
                        <a:t>2</a:t>
                      </a:r>
                    </a:p>
                  </a:txBody>
                  <a:tcPr marL="0" marR="0" marT="0" marB="0" anchor="ctr"/>
                </a:tc>
                <a:tc>
                  <a:txBody>
                    <a:bodyPr/>
                    <a:lstStyle/>
                    <a:p>
                      <a:pPr algn="ctr" fontAlgn="b">
                        <a:buNone/>
                      </a:pPr>
                      <a:r>
                        <a:rPr lang="en-IN" sz="1100" b="1" i="0" u="none" strike="noStrike" dirty="0">
                          <a:solidFill>
                            <a:srgbClr val="FF0000"/>
                          </a:solidFill>
                          <a:effectLst/>
                          <a:latin typeface="Aptos Narrow" panose="020B0004020202020204" pitchFamily="34" charset="0"/>
                        </a:rPr>
                        <a:t>-32</a:t>
                      </a:r>
                    </a:p>
                  </a:txBody>
                  <a:tcPr marL="0" marR="0" marT="0" marB="0" anchor="ctr"/>
                </a:tc>
                <a:tc>
                  <a:txBody>
                    <a:bodyPr/>
                    <a:lstStyle/>
                    <a:p>
                      <a:pPr algn="ctr" fontAlgn="b">
                        <a:buNone/>
                      </a:pPr>
                      <a:r>
                        <a:rPr lang="en-IN" sz="1100" b="1" i="0" u="none" strike="noStrike" dirty="0">
                          <a:solidFill>
                            <a:srgbClr val="FF0000"/>
                          </a:solidFill>
                          <a:effectLst/>
                          <a:latin typeface="Aptos Narrow" panose="020B0004020202020204" pitchFamily="34" charset="0"/>
                        </a:rPr>
                        <a:t>-94%</a:t>
                      </a:r>
                    </a:p>
                  </a:txBody>
                  <a:tcPr marL="0" marR="0" marT="0" marB="0" anchor="ctr"/>
                </a:tc>
                <a:extLst>
                  <a:ext uri="{0D108BD9-81ED-4DB2-BD59-A6C34878D82A}">
                    <a16:rowId xmlns:a16="http://schemas.microsoft.com/office/drawing/2014/main" val="1685877761"/>
                  </a:ext>
                </a:extLst>
              </a:tr>
              <a:tr h="415450">
                <a:tc>
                  <a:txBody>
                    <a:bodyPr/>
                    <a:lstStyle/>
                    <a:p>
                      <a:pPr algn="ctr" fontAlgn="b">
                        <a:buNone/>
                      </a:pPr>
                      <a:r>
                        <a:rPr lang="en-US" sz="1100" b="1" i="0" u="none" strike="noStrike" dirty="0">
                          <a:solidFill>
                            <a:schemeClr val="tx1"/>
                          </a:solidFill>
                          <a:effectLst/>
                          <a:latin typeface="Aptos Narrow" panose="020B0004020202020204" pitchFamily="34" charset="0"/>
                        </a:rPr>
                        <a:t>Oncology-Hematology Associates of Central Illinois PC</a:t>
                      </a:r>
                    </a:p>
                  </a:txBody>
                  <a:tcPr marL="0" marR="0" marT="0" marB="0" anchor="ctr"/>
                </a:tc>
                <a:tc>
                  <a:txBody>
                    <a:bodyPr/>
                    <a:lstStyle/>
                    <a:p>
                      <a:pPr algn="ctr" fontAlgn="b">
                        <a:buNone/>
                      </a:pPr>
                      <a:r>
                        <a:rPr lang="en-IN" sz="1100" b="0" i="0" u="none" strike="noStrike" dirty="0">
                          <a:solidFill>
                            <a:srgbClr val="000000"/>
                          </a:solidFill>
                          <a:effectLst/>
                          <a:latin typeface="Aptos Narrow" panose="020B0004020202020204" pitchFamily="34" charset="0"/>
                        </a:rPr>
                        <a:t>18</a:t>
                      </a:r>
                    </a:p>
                  </a:txBody>
                  <a:tcPr marL="0" marR="0" marT="0" marB="0" anchor="ctr"/>
                </a:tc>
                <a:tc>
                  <a:txBody>
                    <a:bodyPr/>
                    <a:lstStyle/>
                    <a:p>
                      <a:pPr algn="ctr" fontAlgn="b">
                        <a:buNone/>
                      </a:pPr>
                      <a:r>
                        <a:rPr lang="en-IN" sz="1100" b="0" i="0" u="none" strike="noStrike" dirty="0">
                          <a:solidFill>
                            <a:srgbClr val="000000"/>
                          </a:solidFill>
                          <a:effectLst/>
                          <a:latin typeface="Aptos Narrow" panose="020B0004020202020204" pitchFamily="34" charset="0"/>
                        </a:rPr>
                        <a:t>0</a:t>
                      </a:r>
                    </a:p>
                  </a:txBody>
                  <a:tcPr marL="0" marR="0" marT="0" marB="0" anchor="ctr"/>
                </a:tc>
                <a:tc>
                  <a:txBody>
                    <a:bodyPr/>
                    <a:lstStyle/>
                    <a:p>
                      <a:pPr algn="ctr" fontAlgn="b">
                        <a:buNone/>
                      </a:pPr>
                      <a:r>
                        <a:rPr lang="en-IN" sz="1100" b="1" i="0" u="none" strike="noStrike">
                          <a:solidFill>
                            <a:srgbClr val="FF0000"/>
                          </a:solidFill>
                          <a:effectLst/>
                          <a:latin typeface="Aptos Narrow" panose="020B0004020202020204" pitchFamily="34" charset="0"/>
                        </a:rPr>
                        <a:t>-18</a:t>
                      </a:r>
                    </a:p>
                  </a:txBody>
                  <a:tcPr marL="0" marR="0" marT="0" marB="0" anchor="ctr"/>
                </a:tc>
                <a:tc>
                  <a:txBody>
                    <a:bodyPr/>
                    <a:lstStyle/>
                    <a:p>
                      <a:pPr algn="ctr" fontAlgn="b">
                        <a:buNone/>
                      </a:pPr>
                      <a:r>
                        <a:rPr lang="en-IN" sz="1100" b="1" i="0" u="none" strike="noStrike" dirty="0">
                          <a:solidFill>
                            <a:srgbClr val="FF0000"/>
                          </a:solidFill>
                          <a:effectLst/>
                          <a:latin typeface="Aptos Narrow" panose="020B0004020202020204" pitchFamily="34" charset="0"/>
                        </a:rPr>
                        <a:t>-100%</a:t>
                      </a:r>
                    </a:p>
                  </a:txBody>
                  <a:tcPr marL="0" marR="0" marT="0" marB="0" anchor="ctr"/>
                </a:tc>
                <a:extLst>
                  <a:ext uri="{0D108BD9-81ED-4DB2-BD59-A6C34878D82A}">
                    <a16:rowId xmlns:a16="http://schemas.microsoft.com/office/drawing/2014/main" val="2585532566"/>
                  </a:ext>
                </a:extLst>
              </a:tr>
              <a:tr h="391281">
                <a:tc>
                  <a:txBody>
                    <a:bodyPr/>
                    <a:lstStyle/>
                    <a:p>
                      <a:pPr algn="ctr" fontAlgn="b">
                        <a:buNone/>
                      </a:pPr>
                      <a:r>
                        <a:rPr lang="en-IN" sz="1100" b="1" i="0" u="none" strike="noStrike" dirty="0">
                          <a:solidFill>
                            <a:schemeClr val="tx1"/>
                          </a:solidFill>
                          <a:effectLst/>
                          <a:latin typeface="Aptos Narrow" panose="020B0004020202020204" pitchFamily="34" charset="0"/>
                        </a:rPr>
                        <a:t>Atrium Health</a:t>
                      </a:r>
                    </a:p>
                  </a:txBody>
                  <a:tcPr marL="0" marR="0" marT="0" marB="0" anchor="ctr"/>
                </a:tc>
                <a:tc>
                  <a:txBody>
                    <a:bodyPr/>
                    <a:lstStyle/>
                    <a:p>
                      <a:pPr algn="ctr" fontAlgn="b">
                        <a:buNone/>
                      </a:pPr>
                      <a:r>
                        <a:rPr lang="en-IN" sz="1100" b="0" i="0" u="none" strike="noStrike">
                          <a:solidFill>
                            <a:srgbClr val="000000"/>
                          </a:solidFill>
                          <a:effectLst/>
                          <a:latin typeface="Aptos Narrow" panose="020B0004020202020204" pitchFamily="34" charset="0"/>
                        </a:rPr>
                        <a:t>16</a:t>
                      </a:r>
                    </a:p>
                  </a:txBody>
                  <a:tcPr marL="0" marR="0" marT="0" marB="0" anchor="ctr"/>
                </a:tc>
                <a:tc>
                  <a:txBody>
                    <a:bodyPr/>
                    <a:lstStyle/>
                    <a:p>
                      <a:pPr algn="ctr" fontAlgn="b">
                        <a:buNone/>
                      </a:pPr>
                      <a:r>
                        <a:rPr lang="en-IN" sz="1100" b="0" i="0" u="none" strike="noStrike" dirty="0">
                          <a:solidFill>
                            <a:srgbClr val="000000"/>
                          </a:solidFill>
                          <a:effectLst/>
                          <a:latin typeface="Aptos Narrow" panose="020B0004020202020204" pitchFamily="34" charset="0"/>
                        </a:rPr>
                        <a:t>0</a:t>
                      </a:r>
                    </a:p>
                  </a:txBody>
                  <a:tcPr marL="0" marR="0" marT="0" marB="0" anchor="ctr"/>
                </a:tc>
                <a:tc>
                  <a:txBody>
                    <a:bodyPr/>
                    <a:lstStyle/>
                    <a:p>
                      <a:pPr algn="ctr" fontAlgn="b">
                        <a:buNone/>
                      </a:pPr>
                      <a:r>
                        <a:rPr lang="en-IN" sz="1100" b="1" i="0" u="none" strike="noStrike" dirty="0">
                          <a:solidFill>
                            <a:srgbClr val="FF0000"/>
                          </a:solidFill>
                          <a:effectLst/>
                          <a:latin typeface="Aptos Narrow" panose="020B0004020202020204" pitchFamily="34" charset="0"/>
                        </a:rPr>
                        <a:t>-16</a:t>
                      </a:r>
                    </a:p>
                  </a:txBody>
                  <a:tcPr marL="0" marR="0" marT="0" marB="0" anchor="ctr"/>
                </a:tc>
                <a:tc>
                  <a:txBody>
                    <a:bodyPr/>
                    <a:lstStyle/>
                    <a:p>
                      <a:pPr algn="ctr" fontAlgn="b">
                        <a:buNone/>
                      </a:pPr>
                      <a:r>
                        <a:rPr lang="en-IN" sz="1100" b="1" i="0" u="none" strike="noStrike" dirty="0">
                          <a:solidFill>
                            <a:srgbClr val="FF0000"/>
                          </a:solidFill>
                          <a:effectLst/>
                          <a:latin typeface="Aptos Narrow" panose="020B0004020202020204" pitchFamily="34" charset="0"/>
                        </a:rPr>
                        <a:t>-100%</a:t>
                      </a:r>
                    </a:p>
                  </a:txBody>
                  <a:tcPr marL="0" marR="0" marT="0" marB="0" anchor="ctr"/>
                </a:tc>
                <a:extLst>
                  <a:ext uri="{0D108BD9-81ED-4DB2-BD59-A6C34878D82A}">
                    <a16:rowId xmlns:a16="http://schemas.microsoft.com/office/drawing/2014/main" val="2777197226"/>
                  </a:ext>
                </a:extLst>
              </a:tr>
            </a:tbl>
          </a:graphicData>
        </a:graphic>
      </p:graphicFrame>
      <p:graphicFrame>
        <p:nvGraphicFramePr>
          <p:cNvPr id="20" name="Table 6">
            <a:extLst>
              <a:ext uri="{FF2B5EF4-FFF2-40B4-BE49-F238E27FC236}">
                <a16:creationId xmlns:a16="http://schemas.microsoft.com/office/drawing/2014/main" id="{59B7F262-D28B-31C5-4338-BC0A10DF67AC}"/>
              </a:ext>
            </a:extLst>
          </p:cNvPr>
          <p:cNvGraphicFramePr>
            <a:graphicFrameLocks noGrp="1"/>
          </p:cNvGraphicFramePr>
          <p:nvPr>
            <p:extLst>
              <p:ext uri="{D42A27DB-BD31-4B8C-83A1-F6EECF244321}">
                <p14:modId xmlns:p14="http://schemas.microsoft.com/office/powerpoint/2010/main" val="3047132473"/>
              </p:ext>
            </p:extLst>
          </p:nvPr>
        </p:nvGraphicFramePr>
        <p:xfrm>
          <a:off x="6013172" y="2997447"/>
          <a:ext cx="5741386" cy="1478902"/>
        </p:xfrm>
        <a:graphic>
          <a:graphicData uri="http://schemas.openxmlformats.org/drawingml/2006/table">
            <a:tbl>
              <a:tblPr firstRow="1" bandRow="1">
                <a:tableStyleId>{3B4B98B0-60AC-42C2-AFA5-B58CD77FA1E5}</a:tableStyleId>
              </a:tblPr>
              <a:tblGrid>
                <a:gridCol w="2005432">
                  <a:extLst>
                    <a:ext uri="{9D8B030D-6E8A-4147-A177-3AD203B41FA5}">
                      <a16:colId xmlns:a16="http://schemas.microsoft.com/office/drawing/2014/main" val="2131702879"/>
                    </a:ext>
                  </a:extLst>
                </a:gridCol>
                <a:gridCol w="1012064">
                  <a:extLst>
                    <a:ext uri="{9D8B030D-6E8A-4147-A177-3AD203B41FA5}">
                      <a16:colId xmlns:a16="http://schemas.microsoft.com/office/drawing/2014/main" val="109579855"/>
                    </a:ext>
                  </a:extLst>
                </a:gridCol>
                <a:gridCol w="789468">
                  <a:extLst>
                    <a:ext uri="{9D8B030D-6E8A-4147-A177-3AD203B41FA5}">
                      <a16:colId xmlns:a16="http://schemas.microsoft.com/office/drawing/2014/main" val="2368129063"/>
                    </a:ext>
                  </a:extLst>
                </a:gridCol>
                <a:gridCol w="982637">
                  <a:extLst>
                    <a:ext uri="{9D8B030D-6E8A-4147-A177-3AD203B41FA5}">
                      <a16:colId xmlns:a16="http://schemas.microsoft.com/office/drawing/2014/main" val="1015831616"/>
                    </a:ext>
                  </a:extLst>
                </a:gridCol>
                <a:gridCol w="951785">
                  <a:extLst>
                    <a:ext uri="{9D8B030D-6E8A-4147-A177-3AD203B41FA5}">
                      <a16:colId xmlns:a16="http://schemas.microsoft.com/office/drawing/2014/main" val="3173316217"/>
                    </a:ext>
                  </a:extLst>
                </a:gridCol>
              </a:tblGrid>
              <a:tr h="349092">
                <a:tc>
                  <a:txBody>
                    <a:bodyPr/>
                    <a:lstStyle/>
                    <a:p>
                      <a:pPr marL="0" marR="0" indent="0" algn="ctr" defTabSz="914400" fontAlgn="t" latinLnBrk="0">
                        <a:lnSpc>
                          <a:spcPct val="100000"/>
                        </a:lnSpc>
                        <a:spcBef>
                          <a:spcPts val="0"/>
                        </a:spcBef>
                        <a:spcAft>
                          <a:spcPts val="0"/>
                        </a:spcAft>
                        <a:buClrTx/>
                        <a:buSzTx/>
                        <a:buFontTx/>
                        <a:buNone/>
                        <a:tabLst/>
                      </a:pPr>
                      <a:r>
                        <a:rPr lang="en-IN" sz="1100" b="1" u="none" strike="noStrike" cap="none" spc="0" baseline="0" dirty="0">
                          <a:solidFill>
                            <a:schemeClr val="bg1">
                              <a:lumMod val="95000"/>
                            </a:schemeClr>
                          </a:solidFill>
                          <a:effectLst/>
                          <a:uFillTx/>
                          <a:latin typeface="Arial Nova" panose="020B0504020202020204" pitchFamily="34" charset="0"/>
                          <a:sym typeface="Montserrat Regular"/>
                        </a:rPr>
                        <a:t>Top Contributors to Growth</a:t>
                      </a:r>
                      <a:endParaRPr lang="en-IN" sz="1100" b="1" i="0" u="none" strike="noStrike" cap="none" spc="0" baseline="0" dirty="0">
                        <a:solidFill>
                          <a:schemeClr val="bg1">
                            <a:lumMod val="95000"/>
                          </a:schemeClr>
                        </a:solidFill>
                        <a:effectLst/>
                        <a:uFillTx/>
                        <a:latin typeface="Arial Nova" panose="020B0504020202020204" pitchFamily="34" charset="0"/>
                        <a:ea typeface="+mn-ea"/>
                        <a:cs typeface="+mn-cs"/>
                        <a:sym typeface="Montserrat Regular"/>
                      </a:endParaRPr>
                    </a:p>
                  </a:txBody>
                  <a:tcPr marL="9525" marR="9525" marT="9525" marB="0" anchor="ctr">
                    <a:solidFill>
                      <a:srgbClr val="000738"/>
                    </a:solidFill>
                  </a:tcPr>
                </a:tc>
                <a:tc>
                  <a:txBody>
                    <a:bodyPr/>
                    <a:lstStyle/>
                    <a:p>
                      <a:pPr marL="0" marR="0" indent="0" algn="ctr" defTabSz="914400" fontAlgn="t" latinLnBrk="0">
                        <a:lnSpc>
                          <a:spcPct val="100000"/>
                        </a:lnSpc>
                        <a:spcBef>
                          <a:spcPts val="0"/>
                        </a:spcBef>
                        <a:spcAft>
                          <a:spcPts val="0"/>
                        </a:spcAft>
                        <a:buClrTx/>
                        <a:buSzTx/>
                        <a:buFontTx/>
                        <a:buNone/>
                        <a:tabLst/>
                      </a:pPr>
                      <a:r>
                        <a:rPr lang="en-IN" sz="1100" b="1" u="none" strike="noStrike" cap="none" spc="0" baseline="0" dirty="0">
                          <a:solidFill>
                            <a:schemeClr val="bg1">
                              <a:lumMod val="95000"/>
                            </a:schemeClr>
                          </a:solidFill>
                          <a:effectLst/>
                          <a:uFillTx/>
                          <a:latin typeface="Arial Nova" panose="020B0504020202020204" pitchFamily="34" charset="0"/>
                          <a:sym typeface="Montserrat Regular"/>
                        </a:rPr>
                        <a:t>Q4’25 Vials</a:t>
                      </a:r>
                      <a:endParaRPr lang="en-IN" sz="1100" b="1" i="0" u="none" strike="noStrike" cap="none" spc="0" baseline="0" dirty="0">
                        <a:solidFill>
                          <a:schemeClr val="bg1">
                            <a:lumMod val="95000"/>
                          </a:schemeClr>
                        </a:solidFill>
                        <a:effectLst/>
                        <a:uFillTx/>
                        <a:latin typeface="Arial Nova" panose="020B0504020202020204" pitchFamily="34" charset="0"/>
                        <a:ea typeface="+mn-ea"/>
                        <a:cs typeface="+mn-cs"/>
                        <a:sym typeface="Montserrat Regular"/>
                      </a:endParaRPr>
                    </a:p>
                  </a:txBody>
                  <a:tcPr marL="9525" marR="9525" marT="9525" marB="0" anchor="ctr">
                    <a:solidFill>
                      <a:srgbClr val="000738"/>
                    </a:solidFill>
                  </a:tcPr>
                </a:tc>
                <a:tc>
                  <a:txBody>
                    <a:bodyPr/>
                    <a:lstStyle/>
                    <a:p>
                      <a:pPr marL="0" marR="0" indent="0" algn="ctr" defTabSz="914400" fontAlgn="t" latinLnBrk="0">
                        <a:lnSpc>
                          <a:spcPct val="100000"/>
                        </a:lnSpc>
                        <a:spcBef>
                          <a:spcPts val="0"/>
                        </a:spcBef>
                        <a:spcAft>
                          <a:spcPts val="0"/>
                        </a:spcAft>
                        <a:buClrTx/>
                        <a:buSzTx/>
                        <a:buFontTx/>
                        <a:buNone/>
                        <a:tabLst/>
                      </a:pPr>
                      <a:r>
                        <a:rPr lang="en-IN" sz="1100" b="1" u="none" strike="noStrike" cap="none" spc="0" baseline="0" dirty="0">
                          <a:solidFill>
                            <a:schemeClr val="bg1">
                              <a:lumMod val="95000"/>
                            </a:schemeClr>
                          </a:solidFill>
                          <a:effectLst/>
                          <a:uFillTx/>
                          <a:latin typeface="Arial Nova" panose="020B0504020202020204" pitchFamily="34" charset="0"/>
                          <a:sym typeface="Montserrat Regular"/>
                        </a:rPr>
                        <a:t>Q1’26 Vials</a:t>
                      </a:r>
                      <a:endParaRPr lang="en-IN" sz="1100" b="1" i="0" u="none" strike="noStrike" cap="none" spc="0" baseline="0" dirty="0">
                        <a:solidFill>
                          <a:schemeClr val="bg1">
                            <a:lumMod val="95000"/>
                          </a:schemeClr>
                        </a:solidFill>
                        <a:effectLst/>
                        <a:uFillTx/>
                        <a:latin typeface="Arial Nova" panose="020B0504020202020204" pitchFamily="34" charset="0"/>
                        <a:ea typeface="+mn-ea"/>
                        <a:cs typeface="+mn-cs"/>
                        <a:sym typeface="Montserrat Regular"/>
                      </a:endParaRPr>
                    </a:p>
                  </a:txBody>
                  <a:tcPr marL="9525" marR="9525" marT="9525" marB="0" anchor="ctr">
                    <a:solidFill>
                      <a:srgbClr val="000738"/>
                    </a:solidFill>
                  </a:tcPr>
                </a:tc>
                <a:tc>
                  <a:txBody>
                    <a:bodyPr/>
                    <a:lstStyle/>
                    <a:p>
                      <a:pPr marL="0" marR="0" indent="0" algn="ctr" defTabSz="914400" fontAlgn="t" latinLnBrk="0">
                        <a:lnSpc>
                          <a:spcPct val="100000"/>
                        </a:lnSpc>
                        <a:spcBef>
                          <a:spcPts val="0"/>
                        </a:spcBef>
                        <a:spcAft>
                          <a:spcPts val="0"/>
                        </a:spcAft>
                        <a:buClrTx/>
                        <a:buSzTx/>
                        <a:buFontTx/>
                        <a:buNone/>
                        <a:tabLst/>
                      </a:pPr>
                      <a:r>
                        <a:rPr lang="en-IN" sz="1100" b="1" u="none" strike="noStrike" cap="none" spc="0" baseline="0" dirty="0">
                          <a:solidFill>
                            <a:schemeClr val="bg1">
                              <a:lumMod val="95000"/>
                            </a:schemeClr>
                          </a:solidFill>
                          <a:effectLst/>
                          <a:uFillTx/>
                          <a:latin typeface="Arial Nova" panose="020B0504020202020204" pitchFamily="34" charset="0"/>
                          <a:sym typeface="Montserrat Regular"/>
                        </a:rPr>
                        <a:t>Change</a:t>
                      </a:r>
                      <a:endParaRPr lang="en-IN" sz="1100" b="1" i="0" u="none" strike="noStrike" cap="none" spc="0" baseline="0" dirty="0">
                        <a:solidFill>
                          <a:schemeClr val="bg1">
                            <a:lumMod val="95000"/>
                          </a:schemeClr>
                        </a:solidFill>
                        <a:effectLst/>
                        <a:uFillTx/>
                        <a:latin typeface="Arial Nova" panose="020B0504020202020204" pitchFamily="34" charset="0"/>
                        <a:ea typeface="+mn-ea"/>
                        <a:cs typeface="+mn-cs"/>
                        <a:sym typeface="Montserrat Regular"/>
                      </a:endParaRPr>
                    </a:p>
                  </a:txBody>
                  <a:tcPr marL="9525" marR="9525" marT="9525" marB="0" anchor="ctr">
                    <a:solidFill>
                      <a:srgbClr val="000738"/>
                    </a:solidFill>
                  </a:tcPr>
                </a:tc>
                <a:tc>
                  <a:txBody>
                    <a:bodyPr/>
                    <a:lstStyle/>
                    <a:p>
                      <a:pPr marL="0" marR="0" indent="0" algn="ctr" defTabSz="914400" fontAlgn="t" latinLnBrk="0">
                        <a:lnSpc>
                          <a:spcPct val="100000"/>
                        </a:lnSpc>
                        <a:spcBef>
                          <a:spcPts val="0"/>
                        </a:spcBef>
                        <a:spcAft>
                          <a:spcPts val="0"/>
                        </a:spcAft>
                        <a:buClrTx/>
                        <a:buSzTx/>
                        <a:buFontTx/>
                        <a:buNone/>
                        <a:tabLst/>
                      </a:pPr>
                      <a:r>
                        <a:rPr lang="en-IN" sz="1100" b="1" u="none" strike="noStrike" cap="none" spc="0" baseline="0" dirty="0">
                          <a:solidFill>
                            <a:schemeClr val="bg1">
                              <a:lumMod val="95000"/>
                            </a:schemeClr>
                          </a:solidFill>
                          <a:effectLst/>
                          <a:uFillTx/>
                          <a:latin typeface="Arial Nova" panose="020B0504020202020204" pitchFamily="34" charset="0"/>
                          <a:sym typeface="Montserrat Regular"/>
                        </a:rPr>
                        <a:t>Change %</a:t>
                      </a:r>
                      <a:endParaRPr lang="en-IN" sz="1100" b="1" i="0" u="none" strike="noStrike" cap="none" spc="0" baseline="0" dirty="0">
                        <a:solidFill>
                          <a:schemeClr val="bg1">
                            <a:lumMod val="95000"/>
                          </a:schemeClr>
                        </a:solidFill>
                        <a:effectLst/>
                        <a:uFillTx/>
                        <a:latin typeface="Arial Nova" panose="020B0504020202020204" pitchFamily="34" charset="0"/>
                        <a:ea typeface="+mn-ea"/>
                        <a:cs typeface="+mn-cs"/>
                        <a:sym typeface="Montserrat Regular"/>
                      </a:endParaRPr>
                    </a:p>
                  </a:txBody>
                  <a:tcPr marL="9525" marR="9525" marT="9525" marB="0" anchor="ctr">
                    <a:solidFill>
                      <a:srgbClr val="000738"/>
                    </a:solidFill>
                  </a:tcPr>
                </a:tc>
                <a:extLst>
                  <a:ext uri="{0D108BD9-81ED-4DB2-BD59-A6C34878D82A}">
                    <a16:rowId xmlns:a16="http://schemas.microsoft.com/office/drawing/2014/main" val="3918405247"/>
                  </a:ext>
                </a:extLst>
              </a:tr>
              <a:tr h="410063">
                <a:tc>
                  <a:txBody>
                    <a:bodyPr/>
                    <a:lstStyle/>
                    <a:p>
                      <a:pPr algn="ctr" fontAlgn="b">
                        <a:buNone/>
                      </a:pPr>
                      <a:r>
                        <a:rPr lang="en-US" sz="1100" b="1" i="0" u="none" strike="noStrike" dirty="0">
                          <a:solidFill>
                            <a:srgbClr val="000000"/>
                          </a:solidFill>
                          <a:effectLst/>
                          <a:latin typeface="Aptos Narrow" panose="020B0004020202020204" pitchFamily="34" charset="0"/>
                        </a:rPr>
                        <a:t>Cancer And Hematology Centers of Western Michigan PC</a:t>
                      </a:r>
                    </a:p>
                  </a:txBody>
                  <a:tcPr marL="0" marR="0" marT="0" marB="0" anchor="ctr"/>
                </a:tc>
                <a:tc>
                  <a:txBody>
                    <a:bodyPr/>
                    <a:lstStyle/>
                    <a:p>
                      <a:pPr algn="ctr" fontAlgn="b">
                        <a:buNone/>
                      </a:pPr>
                      <a:r>
                        <a:rPr lang="en-IN" sz="1100" b="0" i="0" u="none" strike="noStrike" dirty="0">
                          <a:solidFill>
                            <a:srgbClr val="000000"/>
                          </a:solidFill>
                          <a:effectLst/>
                          <a:latin typeface="Aptos Narrow" panose="020B0004020202020204" pitchFamily="34" charset="0"/>
                        </a:rPr>
                        <a:t>6</a:t>
                      </a:r>
                    </a:p>
                  </a:txBody>
                  <a:tcPr marL="0" marR="0" marT="0" marB="0" anchor="ctr"/>
                </a:tc>
                <a:tc>
                  <a:txBody>
                    <a:bodyPr/>
                    <a:lstStyle/>
                    <a:p>
                      <a:pPr algn="ctr" fontAlgn="b">
                        <a:buNone/>
                      </a:pPr>
                      <a:r>
                        <a:rPr lang="en-IN" sz="1100" b="0" i="0" u="none" strike="noStrike">
                          <a:solidFill>
                            <a:srgbClr val="000000"/>
                          </a:solidFill>
                          <a:effectLst/>
                          <a:latin typeface="Aptos Narrow" panose="020B0004020202020204" pitchFamily="34" charset="0"/>
                        </a:rPr>
                        <a:t>27</a:t>
                      </a:r>
                    </a:p>
                  </a:txBody>
                  <a:tcPr marL="0" marR="0" marT="0" marB="0" anchor="ctr"/>
                </a:tc>
                <a:tc>
                  <a:txBody>
                    <a:bodyPr/>
                    <a:lstStyle/>
                    <a:p>
                      <a:pPr algn="ctr" fontAlgn="b">
                        <a:buNone/>
                      </a:pPr>
                      <a:r>
                        <a:rPr lang="en-IN" sz="1100" b="1" i="0" u="none" strike="noStrike" dirty="0">
                          <a:solidFill>
                            <a:srgbClr val="00B050"/>
                          </a:solidFill>
                          <a:effectLst/>
                          <a:latin typeface="Aptos Narrow" panose="020B0004020202020204" pitchFamily="34" charset="0"/>
                        </a:rPr>
                        <a:t>21</a:t>
                      </a:r>
                    </a:p>
                  </a:txBody>
                  <a:tcPr marL="0" marR="0" marT="0" marB="0" anchor="ctr"/>
                </a:tc>
                <a:tc>
                  <a:txBody>
                    <a:bodyPr/>
                    <a:lstStyle/>
                    <a:p>
                      <a:pPr algn="ctr" fontAlgn="b">
                        <a:buNone/>
                      </a:pPr>
                      <a:r>
                        <a:rPr lang="en-IN" sz="1100" b="1" i="0" u="none" strike="noStrike" dirty="0">
                          <a:solidFill>
                            <a:srgbClr val="00B050"/>
                          </a:solidFill>
                          <a:effectLst/>
                          <a:latin typeface="Aptos Narrow" panose="020B0004020202020204" pitchFamily="34" charset="0"/>
                        </a:rPr>
                        <a:t>350%</a:t>
                      </a:r>
                    </a:p>
                  </a:txBody>
                  <a:tcPr marL="0" marR="0" marT="0" marB="0" anchor="ctr"/>
                </a:tc>
                <a:extLst>
                  <a:ext uri="{0D108BD9-81ED-4DB2-BD59-A6C34878D82A}">
                    <a16:rowId xmlns:a16="http://schemas.microsoft.com/office/drawing/2014/main" val="1685877761"/>
                  </a:ext>
                </a:extLst>
              </a:tr>
              <a:tr h="370655">
                <a:tc>
                  <a:txBody>
                    <a:bodyPr/>
                    <a:lstStyle/>
                    <a:p>
                      <a:pPr algn="ctr" fontAlgn="b">
                        <a:buNone/>
                      </a:pPr>
                      <a:r>
                        <a:rPr lang="en-IN" sz="1100" b="1" i="0" u="none" strike="noStrike" dirty="0">
                          <a:solidFill>
                            <a:srgbClr val="000000"/>
                          </a:solidFill>
                          <a:effectLst/>
                          <a:latin typeface="Aptos Narrow" panose="020B0004020202020204" pitchFamily="34" charset="0"/>
                        </a:rPr>
                        <a:t>Northwestern Medicine</a:t>
                      </a:r>
                    </a:p>
                  </a:txBody>
                  <a:tcPr marL="0" marR="0" marT="0" marB="0" anchor="ctr"/>
                </a:tc>
                <a:tc>
                  <a:txBody>
                    <a:bodyPr/>
                    <a:lstStyle/>
                    <a:p>
                      <a:pPr algn="ctr" fontAlgn="b">
                        <a:buNone/>
                      </a:pPr>
                      <a:r>
                        <a:rPr lang="en-IN" sz="1100" b="0" i="0" u="none" strike="noStrike" dirty="0">
                          <a:solidFill>
                            <a:srgbClr val="000000"/>
                          </a:solidFill>
                          <a:effectLst/>
                          <a:latin typeface="Aptos Narrow" panose="020B0004020202020204" pitchFamily="34" charset="0"/>
                        </a:rPr>
                        <a:t>22</a:t>
                      </a:r>
                    </a:p>
                  </a:txBody>
                  <a:tcPr marL="0" marR="0" marT="0" marB="0" anchor="ctr"/>
                </a:tc>
                <a:tc>
                  <a:txBody>
                    <a:bodyPr/>
                    <a:lstStyle/>
                    <a:p>
                      <a:pPr algn="ctr" fontAlgn="b">
                        <a:buNone/>
                      </a:pPr>
                      <a:r>
                        <a:rPr lang="en-IN" sz="1100" b="0" i="0" u="none" strike="noStrike">
                          <a:solidFill>
                            <a:srgbClr val="000000"/>
                          </a:solidFill>
                          <a:effectLst/>
                          <a:latin typeface="Aptos Narrow" panose="020B0004020202020204" pitchFamily="34" charset="0"/>
                        </a:rPr>
                        <a:t>40</a:t>
                      </a:r>
                    </a:p>
                  </a:txBody>
                  <a:tcPr marL="0" marR="0" marT="0" marB="0" anchor="ctr"/>
                </a:tc>
                <a:tc>
                  <a:txBody>
                    <a:bodyPr/>
                    <a:lstStyle/>
                    <a:p>
                      <a:pPr algn="ctr" fontAlgn="b">
                        <a:buNone/>
                      </a:pPr>
                      <a:r>
                        <a:rPr lang="en-IN" sz="1100" b="1" i="0" u="none" strike="noStrike" dirty="0">
                          <a:solidFill>
                            <a:srgbClr val="00B050"/>
                          </a:solidFill>
                          <a:effectLst/>
                          <a:latin typeface="Aptos Narrow" panose="020B0004020202020204" pitchFamily="34" charset="0"/>
                        </a:rPr>
                        <a:t>18</a:t>
                      </a:r>
                    </a:p>
                  </a:txBody>
                  <a:tcPr marL="0" marR="0" marT="0" marB="0" anchor="ctr"/>
                </a:tc>
                <a:tc>
                  <a:txBody>
                    <a:bodyPr/>
                    <a:lstStyle/>
                    <a:p>
                      <a:pPr algn="ctr" fontAlgn="b">
                        <a:buNone/>
                      </a:pPr>
                      <a:r>
                        <a:rPr lang="en-IN" sz="1100" b="1" i="0" u="none" strike="noStrike" dirty="0">
                          <a:solidFill>
                            <a:srgbClr val="00B050"/>
                          </a:solidFill>
                          <a:effectLst/>
                          <a:latin typeface="Aptos Narrow" panose="020B0004020202020204" pitchFamily="34" charset="0"/>
                        </a:rPr>
                        <a:t>82%</a:t>
                      </a:r>
                    </a:p>
                  </a:txBody>
                  <a:tcPr marL="0" marR="0" marT="0" marB="0" anchor="ctr"/>
                </a:tc>
                <a:extLst>
                  <a:ext uri="{0D108BD9-81ED-4DB2-BD59-A6C34878D82A}">
                    <a16:rowId xmlns:a16="http://schemas.microsoft.com/office/drawing/2014/main" val="2585532566"/>
                  </a:ext>
                </a:extLst>
              </a:tr>
              <a:tr h="349092">
                <a:tc>
                  <a:txBody>
                    <a:bodyPr/>
                    <a:lstStyle/>
                    <a:p>
                      <a:pPr algn="ctr" fontAlgn="b">
                        <a:buNone/>
                      </a:pPr>
                      <a:r>
                        <a:rPr lang="en-IN" sz="1100" b="1" i="0" u="none" strike="noStrike" dirty="0">
                          <a:solidFill>
                            <a:srgbClr val="000000"/>
                          </a:solidFill>
                          <a:effectLst/>
                          <a:latin typeface="Aptos Narrow" panose="020B0004020202020204" pitchFamily="34" charset="0"/>
                        </a:rPr>
                        <a:t>Texas Oncology PA</a:t>
                      </a:r>
                    </a:p>
                  </a:txBody>
                  <a:tcPr marL="0" marR="0" marT="0" marB="0" anchor="ctr"/>
                </a:tc>
                <a:tc>
                  <a:txBody>
                    <a:bodyPr/>
                    <a:lstStyle/>
                    <a:p>
                      <a:pPr algn="ctr" fontAlgn="b">
                        <a:buNone/>
                      </a:pPr>
                      <a:r>
                        <a:rPr lang="en-IN" sz="1100" b="0" i="0" u="none" strike="noStrike" dirty="0">
                          <a:solidFill>
                            <a:srgbClr val="000000"/>
                          </a:solidFill>
                          <a:effectLst/>
                          <a:latin typeface="Aptos Narrow" panose="020B0004020202020204" pitchFamily="34" charset="0"/>
                        </a:rPr>
                        <a:t>45</a:t>
                      </a:r>
                    </a:p>
                  </a:txBody>
                  <a:tcPr marL="0" marR="0" marT="0" marB="0" anchor="ctr"/>
                </a:tc>
                <a:tc>
                  <a:txBody>
                    <a:bodyPr/>
                    <a:lstStyle/>
                    <a:p>
                      <a:pPr algn="ctr" fontAlgn="b">
                        <a:buNone/>
                      </a:pPr>
                      <a:r>
                        <a:rPr lang="en-IN" sz="1100" b="0" i="0" u="none" strike="noStrike" dirty="0">
                          <a:solidFill>
                            <a:srgbClr val="000000"/>
                          </a:solidFill>
                          <a:effectLst/>
                          <a:latin typeface="Aptos Narrow" panose="020B0004020202020204" pitchFamily="34" charset="0"/>
                        </a:rPr>
                        <a:t>62</a:t>
                      </a:r>
                    </a:p>
                  </a:txBody>
                  <a:tcPr marL="0" marR="0" marT="0" marB="0" anchor="ctr"/>
                </a:tc>
                <a:tc>
                  <a:txBody>
                    <a:bodyPr/>
                    <a:lstStyle/>
                    <a:p>
                      <a:pPr algn="ctr" fontAlgn="b">
                        <a:buNone/>
                      </a:pPr>
                      <a:r>
                        <a:rPr lang="en-IN" sz="1100" b="1" i="0" u="none" strike="noStrike" dirty="0">
                          <a:solidFill>
                            <a:srgbClr val="00B050"/>
                          </a:solidFill>
                          <a:effectLst/>
                          <a:latin typeface="Aptos Narrow" panose="020B0004020202020204" pitchFamily="34" charset="0"/>
                        </a:rPr>
                        <a:t>17</a:t>
                      </a:r>
                    </a:p>
                  </a:txBody>
                  <a:tcPr marL="0" marR="0" marT="0" marB="0" anchor="ctr"/>
                </a:tc>
                <a:tc>
                  <a:txBody>
                    <a:bodyPr/>
                    <a:lstStyle/>
                    <a:p>
                      <a:pPr algn="ctr" fontAlgn="b">
                        <a:buNone/>
                      </a:pPr>
                      <a:r>
                        <a:rPr lang="en-IN" sz="1100" b="1" i="0" u="none" strike="noStrike" dirty="0">
                          <a:solidFill>
                            <a:srgbClr val="00B050"/>
                          </a:solidFill>
                          <a:effectLst/>
                          <a:latin typeface="Aptos Narrow" panose="020B0004020202020204" pitchFamily="34" charset="0"/>
                        </a:rPr>
                        <a:t>38%</a:t>
                      </a:r>
                    </a:p>
                  </a:txBody>
                  <a:tcPr marL="0" marR="0" marT="0" marB="0" anchor="ctr"/>
                </a:tc>
                <a:extLst>
                  <a:ext uri="{0D108BD9-81ED-4DB2-BD59-A6C34878D82A}">
                    <a16:rowId xmlns:a16="http://schemas.microsoft.com/office/drawing/2014/main" val="2777197226"/>
                  </a:ext>
                </a:extLst>
              </a:tr>
            </a:tbl>
          </a:graphicData>
        </a:graphic>
      </p:graphicFrame>
      <p:sp>
        <p:nvSpPr>
          <p:cNvPr id="25" name="Content Placeholder 5">
            <a:extLst>
              <a:ext uri="{FF2B5EF4-FFF2-40B4-BE49-F238E27FC236}">
                <a16:creationId xmlns:a16="http://schemas.microsoft.com/office/drawing/2014/main" id="{CA268F3D-921F-1114-AA0B-87656F229F1E}"/>
              </a:ext>
            </a:extLst>
          </p:cNvPr>
          <p:cNvSpPr txBox="1">
            <a:spLocks/>
          </p:cNvSpPr>
          <p:nvPr/>
        </p:nvSpPr>
        <p:spPr>
          <a:xfrm>
            <a:off x="6004338" y="1239289"/>
            <a:ext cx="5741386" cy="1722573"/>
          </a:xfrm>
          <a:prstGeom prst="rect">
            <a:avLst/>
          </a:prstGeom>
          <a:ln w="9525">
            <a:solidFill>
              <a:schemeClr val="bg1">
                <a:lumMod val="85000"/>
              </a:schemeClr>
            </a:solidFill>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20" rIns="45719" anchor="ctr">
            <a:noAutofit/>
          </a:bodyPr>
          <a:lstStyle>
            <a:lvl1pPr marL="228560" marR="0" indent="-228560" algn="l" defTabSz="914240" eaLnBrk="1" latinLnBrk="0" hangingPunct="1">
              <a:lnSpc>
                <a:spcPct val="90000"/>
              </a:lnSpc>
              <a:spcBef>
                <a:spcPts val="1000"/>
              </a:spcBef>
              <a:spcAft>
                <a:spcPts val="400"/>
              </a:spcAft>
              <a:buClr>
                <a:schemeClr val="accent4"/>
              </a:buClr>
              <a:buSzPct val="100000"/>
              <a:buFont typeface="Arial" panose="020B0604020202020204" pitchFamily="34" charset="0"/>
              <a:buChar char="•"/>
              <a:tabLst/>
              <a:defRPr sz="1600" b="0" i="0" u="none" strike="noStrike" cap="none" spc="0" baseline="0">
                <a:solidFill>
                  <a:schemeClr val="bg2"/>
                </a:solidFill>
                <a:uFillTx/>
                <a:latin typeface="Arial" panose="020B0604020202020204" pitchFamily="34" charset="0"/>
                <a:ea typeface="Arial" panose="020B0604020202020204" pitchFamily="34" charset="0"/>
                <a:cs typeface="Arial" panose="020B0604020202020204" pitchFamily="34" charset="0"/>
                <a:sym typeface="Avenir Book"/>
              </a:defRPr>
            </a:lvl1pPr>
            <a:lvl2pPr marL="463550" marR="0" indent="-165100" algn="l" defTabSz="914240" eaLnBrk="1" latinLnBrk="0" hangingPunct="1">
              <a:lnSpc>
                <a:spcPct val="90000"/>
              </a:lnSpc>
              <a:spcBef>
                <a:spcPts val="400"/>
              </a:spcBef>
              <a:spcAft>
                <a:spcPts val="400"/>
              </a:spcAft>
              <a:buClr>
                <a:schemeClr val="accent4"/>
              </a:buClr>
              <a:buSzPct val="100000"/>
              <a:buFont typeface="System Font Regular"/>
              <a:buChar char="–"/>
              <a:tabLst/>
              <a:defRPr sz="1400" b="0" i="0" u="none" strike="noStrike" cap="none" spc="0" baseline="0">
                <a:solidFill>
                  <a:schemeClr val="bg2"/>
                </a:solidFill>
                <a:uFillTx/>
                <a:latin typeface="Arial" panose="020B0604020202020204" pitchFamily="34" charset="0"/>
                <a:ea typeface="Arial" panose="020B0604020202020204" pitchFamily="34" charset="0"/>
                <a:cs typeface="Arial" panose="020B0604020202020204" pitchFamily="34" charset="0"/>
                <a:sym typeface="Avenir Book"/>
              </a:defRPr>
            </a:lvl2pPr>
            <a:lvl3pPr marL="687388" marR="0" indent="-173038" algn="l" defTabSz="914240" eaLnBrk="1" latinLnBrk="0" hangingPunct="1">
              <a:lnSpc>
                <a:spcPct val="90000"/>
              </a:lnSpc>
              <a:spcBef>
                <a:spcPts val="400"/>
              </a:spcBef>
              <a:spcAft>
                <a:spcPts val="400"/>
              </a:spcAft>
              <a:buClr>
                <a:schemeClr val="accent4"/>
              </a:buClr>
              <a:buSzPct val="100000"/>
              <a:buFont typeface="Arial" panose="020B0604020202020204" pitchFamily="34" charset="0"/>
              <a:buChar char="•"/>
              <a:tabLst/>
              <a:defRPr sz="1200" b="0" i="0" u="none" strike="noStrike" cap="none" spc="0" baseline="0">
                <a:solidFill>
                  <a:schemeClr val="bg2"/>
                </a:solidFill>
                <a:uFillTx/>
                <a:latin typeface="Arial" panose="020B0604020202020204" pitchFamily="34" charset="0"/>
                <a:ea typeface="Arial" panose="020B0604020202020204" pitchFamily="34" charset="0"/>
                <a:cs typeface="Arial" panose="020B0604020202020204" pitchFamily="34" charset="0"/>
                <a:sym typeface="Avenir Book"/>
              </a:defRPr>
            </a:lvl3pPr>
            <a:lvl4pPr marL="862013" marR="0" indent="-157163" algn="l" defTabSz="914240" eaLnBrk="1" latinLnBrk="0" hangingPunct="1">
              <a:lnSpc>
                <a:spcPct val="90000"/>
              </a:lnSpc>
              <a:spcBef>
                <a:spcPts val="400"/>
              </a:spcBef>
              <a:spcAft>
                <a:spcPts val="400"/>
              </a:spcAft>
              <a:buClr>
                <a:schemeClr val="accent4"/>
              </a:buClr>
              <a:buSzPct val="100000"/>
              <a:buFont typeface="System Font Regular"/>
              <a:buChar char="–"/>
              <a:tabLst/>
              <a:defRPr sz="1200" b="0" i="0" u="none" strike="noStrike" cap="none" spc="0" baseline="0">
                <a:solidFill>
                  <a:schemeClr val="bg2"/>
                </a:solidFill>
                <a:uFillTx/>
                <a:latin typeface="Arial" panose="020B0604020202020204" pitchFamily="34" charset="0"/>
                <a:ea typeface="Arial" panose="020B0604020202020204" pitchFamily="34" charset="0"/>
                <a:cs typeface="Arial" panose="020B0604020202020204" pitchFamily="34" charset="0"/>
                <a:sym typeface="Avenir Book"/>
              </a:defRPr>
            </a:lvl4pPr>
            <a:lvl5pPr marL="1085850" marR="0" indent="-157163" algn="l" defTabSz="914240" eaLnBrk="1" latinLnBrk="0" hangingPunct="1">
              <a:lnSpc>
                <a:spcPct val="90000"/>
              </a:lnSpc>
              <a:spcBef>
                <a:spcPts val="400"/>
              </a:spcBef>
              <a:spcAft>
                <a:spcPts val="400"/>
              </a:spcAft>
              <a:buClr>
                <a:schemeClr val="accent4"/>
              </a:buClr>
              <a:buSzPct val="100000"/>
              <a:buFont typeface="Arial" panose="020B0604020202020204" pitchFamily="34" charset="0"/>
              <a:buChar char="•"/>
              <a:tabLst/>
              <a:defRPr sz="1200" b="0" i="0" u="none" strike="noStrike" cap="none" spc="0" baseline="0">
                <a:solidFill>
                  <a:schemeClr val="bg2"/>
                </a:solidFill>
                <a:uFillTx/>
                <a:latin typeface="Arial" panose="020B0604020202020204" pitchFamily="34" charset="0"/>
                <a:ea typeface="Arial" panose="020B0604020202020204" pitchFamily="34" charset="0"/>
                <a:cs typeface="Arial" panose="020B0604020202020204" pitchFamily="34" charset="0"/>
                <a:sym typeface="Avenir Book"/>
              </a:defRPr>
            </a:lvl5pPr>
            <a:lvl6pPr marL="2502130" marR="0" indent="-216530" algn="l" defTabSz="914240" eaLnBrk="1" latinLnBrk="0" hangingPunct="1">
              <a:lnSpc>
                <a:spcPct val="90000"/>
              </a:lnSpc>
              <a:spcBef>
                <a:spcPts val="1000"/>
              </a:spcBef>
              <a:spcAft>
                <a:spcPts val="0"/>
              </a:spcAft>
              <a:buClrTx/>
              <a:buSzPct val="100000"/>
              <a:buFont typeface="Arial"/>
              <a:buChar char="•"/>
              <a:tabLst/>
              <a:defRPr sz="1800" b="0" i="0" u="none" strike="noStrike" cap="none" spc="0" baseline="0">
                <a:solidFill>
                  <a:srgbClr val="50626A"/>
                </a:solidFill>
                <a:uFillTx/>
                <a:latin typeface="Avenir Book"/>
                <a:ea typeface="Avenir Book"/>
                <a:cs typeface="Avenir Book"/>
                <a:sym typeface="Avenir Book"/>
              </a:defRPr>
            </a:lvl6pPr>
            <a:lvl7pPr marL="2959250" marR="0" indent="-216530" algn="l" defTabSz="914240" eaLnBrk="1" latinLnBrk="0" hangingPunct="1">
              <a:lnSpc>
                <a:spcPct val="90000"/>
              </a:lnSpc>
              <a:spcBef>
                <a:spcPts val="1000"/>
              </a:spcBef>
              <a:spcAft>
                <a:spcPts val="0"/>
              </a:spcAft>
              <a:buClrTx/>
              <a:buSzPct val="100000"/>
              <a:buFont typeface="Arial"/>
              <a:buChar char="•"/>
              <a:tabLst/>
              <a:defRPr sz="1800" b="0" i="0" u="none" strike="noStrike" cap="none" spc="0" baseline="0">
                <a:solidFill>
                  <a:srgbClr val="50626A"/>
                </a:solidFill>
                <a:uFillTx/>
                <a:latin typeface="Avenir Book"/>
                <a:ea typeface="Avenir Book"/>
                <a:cs typeface="Avenir Book"/>
                <a:sym typeface="Avenir Book"/>
              </a:defRPr>
            </a:lvl7pPr>
            <a:lvl8pPr marL="3416370" marR="0" indent="-216530" algn="l" defTabSz="914240" eaLnBrk="1" latinLnBrk="0" hangingPunct="1">
              <a:lnSpc>
                <a:spcPct val="90000"/>
              </a:lnSpc>
              <a:spcBef>
                <a:spcPts val="1000"/>
              </a:spcBef>
              <a:spcAft>
                <a:spcPts val="0"/>
              </a:spcAft>
              <a:buClrTx/>
              <a:buSzPct val="100000"/>
              <a:buFont typeface="Arial"/>
              <a:buChar char="•"/>
              <a:tabLst/>
              <a:defRPr sz="1800" b="0" i="0" u="none" strike="noStrike" cap="none" spc="0" baseline="0">
                <a:solidFill>
                  <a:srgbClr val="50626A"/>
                </a:solidFill>
                <a:uFillTx/>
                <a:latin typeface="Avenir Book"/>
                <a:ea typeface="Avenir Book"/>
                <a:cs typeface="Avenir Book"/>
                <a:sym typeface="Avenir Book"/>
              </a:defRPr>
            </a:lvl8pPr>
            <a:lvl9pPr marL="3873490" marR="0" indent="-216530" algn="l" defTabSz="914240" eaLnBrk="1" latinLnBrk="0" hangingPunct="1">
              <a:lnSpc>
                <a:spcPct val="90000"/>
              </a:lnSpc>
              <a:spcBef>
                <a:spcPts val="1000"/>
              </a:spcBef>
              <a:spcAft>
                <a:spcPts val="0"/>
              </a:spcAft>
              <a:buClrTx/>
              <a:buSzPct val="100000"/>
              <a:buFont typeface="Arial"/>
              <a:buChar char="•"/>
              <a:tabLst/>
              <a:defRPr sz="1800" b="0" i="0" u="none" strike="noStrike" cap="none" spc="0" baseline="0">
                <a:solidFill>
                  <a:srgbClr val="50626A"/>
                </a:solidFill>
                <a:uFillTx/>
                <a:latin typeface="Avenir Book"/>
                <a:ea typeface="Avenir Book"/>
                <a:cs typeface="Avenir Book"/>
                <a:sym typeface="Avenir Book"/>
              </a:defRPr>
            </a:lvl9pPr>
          </a:lstStyle>
          <a:p>
            <a:pPr lvl="0">
              <a:lnSpc>
                <a:spcPct val="150000"/>
              </a:lnSpc>
              <a:spcBef>
                <a:spcPts val="0"/>
              </a:spcBef>
              <a:spcAft>
                <a:spcPts val="0"/>
              </a:spcAft>
              <a:buClr>
                <a:srgbClr val="017298"/>
              </a:buClr>
              <a:buSzPct val="150000"/>
              <a:defRPr/>
            </a:pPr>
            <a:r>
              <a:rPr lang="en-US" sz="1000" dirty="0"/>
              <a:t>The overall breadth continues to stay strong, indicating a consistent base of ordering accounts over time (&gt;=40); minor dip in Q1 vs Q4</a:t>
            </a:r>
          </a:p>
          <a:p>
            <a:pPr lvl="0">
              <a:lnSpc>
                <a:spcPct val="150000"/>
              </a:lnSpc>
              <a:spcBef>
                <a:spcPts val="0"/>
              </a:spcBef>
              <a:spcAft>
                <a:spcPts val="0"/>
              </a:spcAft>
              <a:buClr>
                <a:srgbClr val="017298"/>
              </a:buClr>
              <a:buSzPct val="150000"/>
              <a:defRPr/>
            </a:pPr>
            <a:r>
              <a:rPr lang="en-US" sz="1000" dirty="0"/>
              <a:t>Minor depth declined in Q1, primarily driven by reduced activity from non–Top 25 accounts, which had higher contribution in Q4’25; additionally, long-standing accounts such as Oncology-Hematology Associates and Atrium reported zero orders in Q1</a:t>
            </a:r>
          </a:p>
          <a:p>
            <a:pPr lvl="0">
              <a:lnSpc>
                <a:spcPct val="150000"/>
              </a:lnSpc>
              <a:spcBef>
                <a:spcPts val="0"/>
              </a:spcBef>
              <a:spcAft>
                <a:spcPts val="0"/>
              </a:spcAft>
              <a:buClr>
                <a:srgbClr val="017298"/>
              </a:buClr>
              <a:buSzPct val="150000"/>
              <a:defRPr/>
            </a:pPr>
            <a:r>
              <a:rPr lang="en-US" sz="1000" dirty="0"/>
              <a:t>Cancer and Hematology Centers was the biggest growing account</a:t>
            </a:r>
          </a:p>
        </p:txBody>
      </p:sp>
      <p:sp>
        <p:nvSpPr>
          <p:cNvPr id="26" name="TextBox 1">
            <a:extLst>
              <a:ext uri="{FF2B5EF4-FFF2-40B4-BE49-F238E27FC236}">
                <a16:creationId xmlns:a16="http://schemas.microsoft.com/office/drawing/2014/main" id="{86B4A7F4-14F6-7440-5CA3-C9992AD40145}"/>
              </a:ext>
            </a:extLst>
          </p:cNvPr>
          <p:cNvSpPr txBox="1"/>
          <p:nvPr/>
        </p:nvSpPr>
        <p:spPr>
          <a:xfrm>
            <a:off x="2385758" y="5048534"/>
            <a:ext cx="572254" cy="24621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horz" wrap="square" lIns="45719" tIns="45719" rIns="45719" bIns="45719" numCol="1" spcCol="38100" rtlCol="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0">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FF0000"/>
                </a:solidFill>
                <a:effectLst/>
                <a:uLnTx/>
                <a:uFillTx/>
                <a:latin typeface="Arial Nova" panose="020B0504020202020204" pitchFamily="34" charset="0"/>
                <a:ea typeface="Arial"/>
                <a:cs typeface="Arial"/>
                <a:sym typeface="Arial"/>
              </a:rPr>
              <a:t>(-4%)</a:t>
            </a:r>
          </a:p>
        </p:txBody>
      </p:sp>
      <p:sp>
        <p:nvSpPr>
          <p:cNvPr id="27" name="Text Placeholder 7">
            <a:extLst>
              <a:ext uri="{FF2B5EF4-FFF2-40B4-BE49-F238E27FC236}">
                <a16:creationId xmlns:a16="http://schemas.microsoft.com/office/drawing/2014/main" id="{72CFF94C-5C2D-2519-006C-4EA24FA087F6}"/>
              </a:ext>
            </a:extLst>
          </p:cNvPr>
          <p:cNvSpPr txBox="1">
            <a:spLocks/>
          </p:cNvSpPr>
          <p:nvPr/>
        </p:nvSpPr>
        <p:spPr>
          <a:xfrm>
            <a:off x="3042580" y="4106851"/>
            <a:ext cx="2522817" cy="336442"/>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45720" rIns="45719" anchor="ctr">
            <a:noAutofit/>
          </a:bodyPr>
          <a:lstStyle>
            <a:lvl1pPr marL="0" marR="0" indent="0" algn="l" defTabSz="914240" eaLnBrk="1" latinLnBrk="0" hangingPunct="1">
              <a:lnSpc>
                <a:spcPct val="90000"/>
              </a:lnSpc>
              <a:spcBef>
                <a:spcPts val="1000"/>
              </a:spcBef>
              <a:spcAft>
                <a:spcPts val="400"/>
              </a:spcAft>
              <a:buClr>
                <a:schemeClr val="accent4"/>
              </a:buClr>
              <a:buSzPct val="100000"/>
              <a:buFont typeface="Arial" panose="020B0604020202020204" pitchFamily="34" charset="0"/>
              <a:buNone/>
              <a:tabLst/>
              <a:defRPr sz="2000" b="0" i="0" u="none" strike="noStrike" cap="none" spc="0" baseline="0">
                <a:solidFill>
                  <a:schemeClr val="accent4"/>
                </a:solidFill>
                <a:uFillTx/>
                <a:latin typeface="Arial" panose="020B0604020202020204" pitchFamily="34" charset="0"/>
                <a:ea typeface="Arial" panose="020B0604020202020204" pitchFamily="34" charset="0"/>
                <a:cs typeface="Arial" panose="020B0604020202020204" pitchFamily="34" charset="0"/>
                <a:sym typeface="Avenir Book"/>
              </a:defRPr>
            </a:lvl1pPr>
            <a:lvl2pPr marL="457200" marR="0" indent="0" algn="l" defTabSz="914240" eaLnBrk="1" latinLnBrk="0" hangingPunct="1">
              <a:lnSpc>
                <a:spcPct val="90000"/>
              </a:lnSpc>
              <a:spcBef>
                <a:spcPts val="400"/>
              </a:spcBef>
              <a:spcAft>
                <a:spcPts val="400"/>
              </a:spcAft>
              <a:buClr>
                <a:schemeClr val="accent4"/>
              </a:buClr>
              <a:buSzPct val="100000"/>
              <a:buFont typeface="System Font Regular"/>
              <a:buNone/>
              <a:tabLst/>
              <a:defRPr sz="2000" b="1" i="0" u="none" strike="noStrike" cap="none" spc="0" baseline="0">
                <a:solidFill>
                  <a:schemeClr val="bg2"/>
                </a:solidFill>
                <a:uFillTx/>
                <a:latin typeface="Arial" panose="020B0604020202020204" pitchFamily="34" charset="0"/>
                <a:ea typeface="Arial" panose="020B0604020202020204" pitchFamily="34" charset="0"/>
                <a:cs typeface="Arial" panose="020B0604020202020204" pitchFamily="34" charset="0"/>
                <a:sym typeface="Avenir Book"/>
              </a:defRPr>
            </a:lvl2pPr>
            <a:lvl3pPr marL="914400" marR="0" indent="0" algn="l" defTabSz="914240" eaLnBrk="1" latinLnBrk="0" hangingPunct="1">
              <a:lnSpc>
                <a:spcPct val="90000"/>
              </a:lnSpc>
              <a:spcBef>
                <a:spcPts val="400"/>
              </a:spcBef>
              <a:spcAft>
                <a:spcPts val="400"/>
              </a:spcAft>
              <a:buClr>
                <a:schemeClr val="accent4"/>
              </a:buClr>
              <a:buSzPct val="100000"/>
              <a:buFont typeface="Arial" panose="020B0604020202020204" pitchFamily="34" charset="0"/>
              <a:buNone/>
              <a:tabLst/>
              <a:defRPr sz="1800" b="1" i="0" u="none" strike="noStrike" cap="none" spc="0" baseline="0">
                <a:solidFill>
                  <a:schemeClr val="bg2"/>
                </a:solidFill>
                <a:uFillTx/>
                <a:latin typeface="Arial" panose="020B0604020202020204" pitchFamily="34" charset="0"/>
                <a:ea typeface="Arial" panose="020B0604020202020204" pitchFamily="34" charset="0"/>
                <a:cs typeface="Arial" panose="020B0604020202020204" pitchFamily="34" charset="0"/>
                <a:sym typeface="Avenir Book"/>
              </a:defRPr>
            </a:lvl3pPr>
            <a:lvl4pPr marL="1371600" marR="0" indent="0" algn="l" defTabSz="914240" eaLnBrk="1" latinLnBrk="0" hangingPunct="1">
              <a:lnSpc>
                <a:spcPct val="90000"/>
              </a:lnSpc>
              <a:spcBef>
                <a:spcPts val="400"/>
              </a:spcBef>
              <a:spcAft>
                <a:spcPts val="400"/>
              </a:spcAft>
              <a:buClr>
                <a:schemeClr val="accent4"/>
              </a:buClr>
              <a:buSzPct val="100000"/>
              <a:buFont typeface="System Font Regular"/>
              <a:buNone/>
              <a:tabLst/>
              <a:defRPr sz="1600" b="1" i="0" u="none" strike="noStrike" cap="none" spc="0" baseline="0">
                <a:solidFill>
                  <a:schemeClr val="bg2"/>
                </a:solidFill>
                <a:uFillTx/>
                <a:latin typeface="Arial" panose="020B0604020202020204" pitchFamily="34" charset="0"/>
                <a:ea typeface="Arial" panose="020B0604020202020204" pitchFamily="34" charset="0"/>
                <a:cs typeface="Arial" panose="020B0604020202020204" pitchFamily="34" charset="0"/>
                <a:sym typeface="Avenir Book"/>
              </a:defRPr>
            </a:lvl4pPr>
            <a:lvl5pPr marL="1828800" marR="0" indent="0" algn="l" defTabSz="914240" eaLnBrk="1" latinLnBrk="0" hangingPunct="1">
              <a:lnSpc>
                <a:spcPct val="90000"/>
              </a:lnSpc>
              <a:spcBef>
                <a:spcPts val="400"/>
              </a:spcBef>
              <a:spcAft>
                <a:spcPts val="400"/>
              </a:spcAft>
              <a:buClr>
                <a:schemeClr val="accent4"/>
              </a:buClr>
              <a:buSzPct val="100000"/>
              <a:buFont typeface="Arial" panose="020B0604020202020204" pitchFamily="34" charset="0"/>
              <a:buNone/>
              <a:tabLst/>
              <a:defRPr sz="1600" b="1" i="0" u="none" strike="noStrike" cap="none" spc="0" baseline="0">
                <a:solidFill>
                  <a:schemeClr val="bg2"/>
                </a:solidFill>
                <a:uFillTx/>
                <a:latin typeface="Arial" panose="020B0604020202020204" pitchFamily="34" charset="0"/>
                <a:ea typeface="Arial" panose="020B0604020202020204" pitchFamily="34" charset="0"/>
                <a:cs typeface="Arial" panose="020B0604020202020204" pitchFamily="34" charset="0"/>
                <a:sym typeface="Avenir Book"/>
              </a:defRPr>
            </a:lvl5pPr>
            <a:lvl6pPr marL="2286000" marR="0" indent="0" algn="l" defTabSz="914240" eaLnBrk="1" latinLnBrk="0" hangingPunct="1">
              <a:lnSpc>
                <a:spcPct val="90000"/>
              </a:lnSpc>
              <a:spcBef>
                <a:spcPts val="1000"/>
              </a:spcBef>
              <a:spcAft>
                <a:spcPts val="0"/>
              </a:spcAft>
              <a:buClrTx/>
              <a:buSzPct val="100000"/>
              <a:buFont typeface="Arial"/>
              <a:buNone/>
              <a:tabLst/>
              <a:defRPr sz="1600" b="1" i="0" u="none" strike="noStrike" cap="none" spc="0" baseline="0">
                <a:solidFill>
                  <a:srgbClr val="50626A"/>
                </a:solidFill>
                <a:uFillTx/>
                <a:latin typeface="Avenir Book"/>
                <a:ea typeface="Avenir Book"/>
                <a:cs typeface="Avenir Book"/>
                <a:sym typeface="Avenir Book"/>
              </a:defRPr>
            </a:lvl6pPr>
            <a:lvl7pPr marL="2743200" marR="0" indent="0" algn="l" defTabSz="914240" eaLnBrk="1" latinLnBrk="0" hangingPunct="1">
              <a:lnSpc>
                <a:spcPct val="90000"/>
              </a:lnSpc>
              <a:spcBef>
                <a:spcPts val="1000"/>
              </a:spcBef>
              <a:spcAft>
                <a:spcPts val="0"/>
              </a:spcAft>
              <a:buClrTx/>
              <a:buSzPct val="100000"/>
              <a:buFont typeface="Arial"/>
              <a:buNone/>
              <a:tabLst/>
              <a:defRPr sz="1600" b="1" i="0" u="none" strike="noStrike" cap="none" spc="0" baseline="0">
                <a:solidFill>
                  <a:srgbClr val="50626A"/>
                </a:solidFill>
                <a:uFillTx/>
                <a:latin typeface="Avenir Book"/>
                <a:ea typeface="Avenir Book"/>
                <a:cs typeface="Avenir Book"/>
                <a:sym typeface="Avenir Book"/>
              </a:defRPr>
            </a:lvl7pPr>
            <a:lvl8pPr marL="3200400" marR="0" indent="0" algn="l" defTabSz="914240" eaLnBrk="1" latinLnBrk="0" hangingPunct="1">
              <a:lnSpc>
                <a:spcPct val="90000"/>
              </a:lnSpc>
              <a:spcBef>
                <a:spcPts val="1000"/>
              </a:spcBef>
              <a:spcAft>
                <a:spcPts val="0"/>
              </a:spcAft>
              <a:buClrTx/>
              <a:buSzPct val="100000"/>
              <a:buFont typeface="Arial"/>
              <a:buNone/>
              <a:tabLst/>
              <a:defRPr sz="1600" b="1" i="0" u="none" strike="noStrike" cap="none" spc="0" baseline="0">
                <a:solidFill>
                  <a:srgbClr val="50626A"/>
                </a:solidFill>
                <a:uFillTx/>
                <a:latin typeface="Avenir Book"/>
                <a:ea typeface="Avenir Book"/>
                <a:cs typeface="Avenir Book"/>
                <a:sym typeface="Avenir Book"/>
              </a:defRPr>
            </a:lvl8pPr>
            <a:lvl9pPr marL="3657600" marR="0" indent="0" algn="l" defTabSz="914240" eaLnBrk="1" latinLnBrk="0" hangingPunct="1">
              <a:lnSpc>
                <a:spcPct val="90000"/>
              </a:lnSpc>
              <a:spcBef>
                <a:spcPts val="1000"/>
              </a:spcBef>
              <a:spcAft>
                <a:spcPts val="0"/>
              </a:spcAft>
              <a:buClrTx/>
              <a:buSzPct val="100000"/>
              <a:buFont typeface="Arial"/>
              <a:buNone/>
              <a:tabLst/>
              <a:defRPr sz="1600" b="1" i="0" u="none" strike="noStrike" cap="none" spc="0" baseline="0">
                <a:solidFill>
                  <a:srgbClr val="50626A"/>
                </a:solidFill>
                <a:uFillTx/>
                <a:latin typeface="Avenir Book"/>
                <a:ea typeface="Avenir Book"/>
                <a:cs typeface="Avenir Book"/>
                <a:sym typeface="Avenir Book"/>
              </a:defRPr>
            </a:lvl9pPr>
          </a:lstStyle>
          <a:p>
            <a:pPr lvl="0" algn="ctr">
              <a:buClr>
                <a:srgbClr val="017298"/>
              </a:buClr>
              <a:defRPr/>
            </a:pPr>
            <a:r>
              <a:rPr kumimoji="0" lang="en-US" sz="1400" b="1" i="0" u="none" strike="noStrike" kern="0" cap="none" spc="0" normalizeH="0" baseline="0" noProof="0" dirty="0">
                <a:ln>
                  <a:noFill/>
                </a:ln>
                <a:solidFill>
                  <a:srgbClr val="017298"/>
                </a:solidFill>
                <a:effectLst/>
                <a:uLnTx/>
                <a:uFillTx/>
                <a:latin typeface="Arial Nova" panose="020B0504020202020204" pitchFamily="34" charset="0"/>
                <a:cs typeface="Arial" panose="020B0604020202020204" pitchFamily="34" charset="0"/>
                <a:sym typeface="Avenir Book"/>
              </a:rPr>
              <a:t>Breadth</a:t>
            </a:r>
          </a:p>
        </p:txBody>
      </p:sp>
      <p:sp>
        <p:nvSpPr>
          <p:cNvPr id="28" name="TextBox 27">
            <a:extLst>
              <a:ext uri="{FF2B5EF4-FFF2-40B4-BE49-F238E27FC236}">
                <a16:creationId xmlns:a16="http://schemas.microsoft.com/office/drawing/2014/main" id="{823F2454-4E7E-9811-CA4F-038687CDEB0F}"/>
              </a:ext>
            </a:extLst>
          </p:cNvPr>
          <p:cNvSpPr txBox="1"/>
          <p:nvPr/>
        </p:nvSpPr>
        <p:spPr>
          <a:xfrm>
            <a:off x="492338" y="6147409"/>
            <a:ext cx="5234867" cy="3693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lvl="0" indent="0" algn="l" defTabSz="914400" rtl="0" eaLnBrk="1" fontAlgn="auto" latinLnBrk="0" hangingPunct="0">
              <a:lnSpc>
                <a:spcPct val="100000"/>
              </a:lnSpc>
              <a:spcBef>
                <a:spcPts val="0"/>
              </a:spcBef>
              <a:spcAft>
                <a:spcPts val="0"/>
              </a:spcAft>
              <a:buClrTx/>
              <a:buSzTx/>
              <a:buFontTx/>
              <a:buNone/>
              <a:tabLst/>
              <a:defRPr/>
            </a:pPr>
            <a:r>
              <a:rPr kumimoji="0" lang="en-GB" sz="900" b="1" i="0" u="none" strike="noStrike" kern="1200" cap="none" spc="0" normalizeH="0" baseline="0" noProof="0" dirty="0">
                <a:ln>
                  <a:noFill/>
                </a:ln>
                <a:solidFill>
                  <a:srgbClr val="000000">
                    <a:lumMod val="65000"/>
                    <a:lumOff val="35000"/>
                  </a:srgbClr>
                </a:solidFill>
                <a:effectLst/>
                <a:uLnTx/>
                <a:uFillTx/>
                <a:latin typeface="Arial Nova" panose="020B0504020202020204" pitchFamily="34" charset="0"/>
                <a:ea typeface="+mn-ea"/>
                <a:cs typeface="Arial"/>
                <a:sym typeface="Arial"/>
              </a:rPr>
              <a:t>Breadth is defined as #accounts with demand in respective quarter; </a:t>
            </a:r>
          </a:p>
          <a:p>
            <a:pPr marL="0" marR="0" lvl="0" indent="0" algn="l" defTabSz="914400" rtl="0" eaLnBrk="1" fontAlgn="auto" latinLnBrk="0" hangingPunct="0">
              <a:lnSpc>
                <a:spcPct val="100000"/>
              </a:lnSpc>
              <a:spcBef>
                <a:spcPts val="0"/>
              </a:spcBef>
              <a:spcAft>
                <a:spcPts val="0"/>
              </a:spcAft>
              <a:buClrTx/>
              <a:buSzTx/>
              <a:buFontTx/>
              <a:buNone/>
              <a:tabLst/>
              <a:defRPr/>
            </a:pPr>
            <a:r>
              <a:rPr kumimoji="0" lang="en-GB" sz="900" b="1" i="0" u="none" strike="noStrike" kern="1200" cap="none" spc="0" normalizeH="0" baseline="0" noProof="0" dirty="0">
                <a:ln>
                  <a:noFill/>
                </a:ln>
                <a:solidFill>
                  <a:srgbClr val="000000">
                    <a:lumMod val="65000"/>
                    <a:lumOff val="35000"/>
                  </a:srgbClr>
                </a:solidFill>
                <a:effectLst/>
                <a:uLnTx/>
                <a:uFillTx/>
                <a:latin typeface="Arial Nova" panose="020B0504020202020204" pitchFamily="34" charset="0"/>
                <a:ea typeface="+mn-ea"/>
                <a:cs typeface="Arial"/>
                <a:sym typeface="Arial"/>
              </a:rPr>
              <a:t>Depth is #vials per ordering account in respective quarter</a:t>
            </a:r>
            <a:endParaRPr kumimoji="0" lang="en-IN" sz="900" b="1" i="0" u="none" strike="noStrike" kern="1200" cap="none" spc="0" normalizeH="0" baseline="0" noProof="0" dirty="0">
              <a:ln>
                <a:noFill/>
              </a:ln>
              <a:solidFill>
                <a:srgbClr val="000000">
                  <a:lumMod val="65000"/>
                  <a:lumOff val="35000"/>
                </a:srgbClr>
              </a:solidFill>
              <a:effectLst/>
              <a:uLnTx/>
              <a:uFillTx/>
              <a:latin typeface="Arial" panose="020B0604020202020204"/>
              <a:ea typeface="+mn-ea"/>
              <a:cs typeface="+mn-cs"/>
              <a:sym typeface="Calibri"/>
            </a:endParaRPr>
          </a:p>
        </p:txBody>
      </p:sp>
      <p:sp>
        <p:nvSpPr>
          <p:cNvPr id="4" name="TextBox 1">
            <a:extLst>
              <a:ext uri="{FF2B5EF4-FFF2-40B4-BE49-F238E27FC236}">
                <a16:creationId xmlns:a16="http://schemas.microsoft.com/office/drawing/2014/main" id="{0D03E3C2-E1F8-F80B-09A4-BC8C27F3E709}"/>
              </a:ext>
            </a:extLst>
          </p:cNvPr>
          <p:cNvSpPr txBox="1"/>
          <p:nvPr/>
        </p:nvSpPr>
        <p:spPr>
          <a:xfrm>
            <a:off x="5109499" y="4905756"/>
            <a:ext cx="525997" cy="24621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horz" wrap="square" lIns="45719" tIns="45719" rIns="45719" bIns="45719" numCol="1" spcCol="38100" rtlCol="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0">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FF0000"/>
                </a:solidFill>
                <a:effectLst/>
                <a:uLnTx/>
                <a:uFillTx/>
                <a:latin typeface="Arial Nova" panose="020B0504020202020204" pitchFamily="34" charset="0"/>
                <a:ea typeface="Arial"/>
                <a:cs typeface="Arial"/>
                <a:sym typeface="Arial"/>
              </a:rPr>
              <a:t>(-</a:t>
            </a:r>
            <a:r>
              <a:rPr lang="en-US" sz="1000" b="1" dirty="0">
                <a:solidFill>
                  <a:srgbClr val="FF0000"/>
                </a:solidFill>
                <a:latin typeface="Arial Nova" panose="020B0504020202020204" pitchFamily="34" charset="0"/>
                <a:ea typeface="Arial"/>
                <a:cs typeface="Arial"/>
                <a:sym typeface="Arial"/>
              </a:rPr>
              <a:t>5</a:t>
            </a:r>
            <a:r>
              <a:rPr kumimoji="0" lang="en-US" sz="1000" b="1" i="0" u="none" strike="noStrike" kern="1200" cap="none" spc="0" normalizeH="0" baseline="0" noProof="0" dirty="0">
                <a:ln>
                  <a:noFill/>
                </a:ln>
                <a:solidFill>
                  <a:srgbClr val="FF0000"/>
                </a:solidFill>
                <a:effectLst/>
                <a:uLnTx/>
                <a:uFillTx/>
                <a:latin typeface="Arial Nova" panose="020B0504020202020204" pitchFamily="34" charset="0"/>
                <a:ea typeface="Arial"/>
                <a:cs typeface="Arial"/>
                <a:sym typeface="Arial"/>
              </a:rPr>
              <a:t>%)</a:t>
            </a:r>
          </a:p>
        </p:txBody>
      </p:sp>
    </p:spTree>
    <p:extLst>
      <p:ext uri="{BB962C8B-B14F-4D97-AF65-F5344CB8AC3E}">
        <p14:creationId xmlns:p14="http://schemas.microsoft.com/office/powerpoint/2010/main" val="4757375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0E9FF3-7F81-B8D8-3245-41B3C7AFD6D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03673A8-E682-E06D-1CBC-FB37CB383B97}"/>
              </a:ext>
            </a:extLst>
          </p:cNvPr>
          <p:cNvSpPr>
            <a:spLocks noGrp="1"/>
          </p:cNvSpPr>
          <p:nvPr>
            <p:ph type="title"/>
          </p:nvPr>
        </p:nvSpPr>
        <p:spPr>
          <a:xfrm>
            <a:off x="287701" y="79875"/>
            <a:ext cx="11536220" cy="808138"/>
          </a:xfrm>
        </p:spPr>
        <p:txBody>
          <a:bodyPr/>
          <a:lstStyle/>
          <a:p>
            <a:r>
              <a:rPr lang="en-US" dirty="0">
                <a:latin typeface="Arial Nova" panose="020B0504020202020204" pitchFamily="34" charset="0"/>
              </a:rPr>
              <a:t>Q1’26 Performance: East</a:t>
            </a:r>
          </a:p>
        </p:txBody>
      </p:sp>
      <p:sp>
        <p:nvSpPr>
          <p:cNvPr id="5" name="Footer Placeholder 4">
            <a:extLst>
              <a:ext uri="{FF2B5EF4-FFF2-40B4-BE49-F238E27FC236}">
                <a16:creationId xmlns:a16="http://schemas.microsoft.com/office/drawing/2014/main" id="{2CC297CA-111C-CF8E-ED1E-613A0B7E5B39}"/>
              </a:ext>
            </a:extLst>
          </p:cNvPr>
          <p:cNvSpPr>
            <a:spLocks noGrp="1"/>
          </p:cNvSpPr>
          <p:nvPr>
            <p:ph type="ftr" sz="quarter" idx="1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0000">
                    <a:lumMod val="50000"/>
                    <a:lumOff val="50000"/>
                  </a:srgbClr>
                </a:solidFill>
                <a:effectLst/>
                <a:uLnTx/>
                <a:uFillTx/>
                <a:latin typeface="Arial Nova" panose="020B0504020202020204" pitchFamily="34" charset="0"/>
                <a:ea typeface="+mn-ea"/>
                <a:cs typeface="+mn-cs"/>
              </a:rPr>
              <a:t>COPYRIGHT-CONFIDENTIAL</a:t>
            </a:r>
          </a:p>
        </p:txBody>
      </p:sp>
      <p:sp>
        <p:nvSpPr>
          <p:cNvPr id="10" name="Slide Number Placeholder 9">
            <a:extLst>
              <a:ext uri="{FF2B5EF4-FFF2-40B4-BE49-F238E27FC236}">
                <a16:creationId xmlns:a16="http://schemas.microsoft.com/office/drawing/2014/main" id="{AE946DC8-6AD7-8938-439E-DE21ADBAD265}"/>
              </a:ext>
            </a:extLst>
          </p:cNvPr>
          <p:cNvSpPr>
            <a:spLocks noGrp="1"/>
          </p:cNvSpPr>
          <p:nvPr>
            <p:ph type="sldNum" sz="quarter" idx="1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20236F65-F317-9F47-AE3D-2E2BFE1DF150}" type="slidenum">
              <a:rPr kumimoji="0" lang="en-US" sz="900" b="0" i="0" u="none" strike="noStrike" kern="1200" cap="none" spc="0" normalizeH="0" baseline="0" noProof="0" smtClean="0">
                <a:ln>
                  <a:noFill/>
                </a:ln>
                <a:solidFill>
                  <a:srgbClr val="FFFFFF">
                    <a:lumMod val="50000"/>
                  </a:srgbClr>
                </a:solidFill>
                <a:effectLst/>
                <a:uLnTx/>
                <a:uFillTx/>
                <a:latin typeface="Arial Nova" panose="020B0504020202020204" pitchFamily="34"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9</a:t>
            </a:fld>
            <a:endParaRPr kumimoji="0" lang="en-US" sz="900" b="0" i="0" u="none" strike="noStrike" kern="1200" cap="none" spc="0" normalizeH="0" baseline="0" noProof="0">
              <a:ln>
                <a:noFill/>
              </a:ln>
              <a:solidFill>
                <a:srgbClr val="FFFFFF">
                  <a:lumMod val="50000"/>
                </a:srgbClr>
              </a:solidFill>
              <a:effectLst/>
              <a:uLnTx/>
              <a:uFillTx/>
              <a:latin typeface="Arial Nova" panose="020B0504020202020204" pitchFamily="34" charset="0"/>
              <a:ea typeface="+mn-ea"/>
              <a:cs typeface="+mn-cs"/>
            </a:endParaRPr>
          </a:p>
        </p:txBody>
      </p:sp>
      <p:sp>
        <p:nvSpPr>
          <p:cNvPr id="11" name="Text Placeholder 5">
            <a:extLst>
              <a:ext uri="{FF2B5EF4-FFF2-40B4-BE49-F238E27FC236}">
                <a16:creationId xmlns:a16="http://schemas.microsoft.com/office/drawing/2014/main" id="{7ED4AEE2-AA66-6155-F58A-C49116D7836A}"/>
              </a:ext>
            </a:extLst>
          </p:cNvPr>
          <p:cNvSpPr txBox="1">
            <a:spLocks/>
          </p:cNvSpPr>
          <p:nvPr/>
        </p:nvSpPr>
        <p:spPr>
          <a:xfrm>
            <a:off x="331687" y="511825"/>
            <a:ext cx="11823921" cy="295514"/>
          </a:xfrm>
          <a:prstGeom prst="rect">
            <a:avLst/>
          </a:prstGeom>
          <a:ln w="12700">
            <a:miter lim="400000"/>
          </a:ln>
        </p:spPr>
        <p:txBody>
          <a:bodyPr lIns="45720" rIns="45719" anchor="ctr">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defTabSz="914240" eaLnBrk="1" hangingPunct="1">
              <a:lnSpc>
                <a:spcPct val="90000"/>
              </a:lnSpc>
              <a:spcBef>
                <a:spcPts val="1000"/>
              </a:spcBef>
              <a:spcAft>
                <a:spcPts val="400"/>
              </a:spcAft>
              <a:buClr>
                <a:schemeClr val="accent4"/>
              </a:buClr>
              <a:buSzPct val="100000"/>
              <a:buFont typeface="Arial" panose="020B0604020202020204" pitchFamily="34" charset="0"/>
              <a:defRPr i="1">
                <a:solidFill>
                  <a:schemeClr val="accent4"/>
                </a:solidFill>
                <a:latin typeface="Arial" panose="020B0604020202020204" pitchFamily="34" charset="0"/>
                <a:ea typeface="Arial" panose="020B0604020202020204" pitchFamily="34" charset="0"/>
                <a:cs typeface="Arial" panose="020B0604020202020204" pitchFamily="34" charset="0"/>
                <a:sym typeface="Avenir Book"/>
              </a:defRPr>
            </a:lvl1pPr>
            <a:lvl2pPr marL="463550" indent="-165100" defTabSz="914240" eaLnBrk="1" hangingPunct="1">
              <a:lnSpc>
                <a:spcPct val="90000"/>
              </a:lnSpc>
              <a:spcBef>
                <a:spcPts val="400"/>
              </a:spcBef>
              <a:spcAft>
                <a:spcPts val="400"/>
              </a:spcAft>
              <a:buClr>
                <a:schemeClr val="accent4"/>
              </a:buClr>
              <a:buSzPct val="100000"/>
              <a:buFont typeface="System Font Regular"/>
              <a:buChar char="–"/>
              <a:defRPr sz="1400">
                <a:solidFill>
                  <a:schemeClr val="bg2"/>
                </a:solidFill>
                <a:latin typeface="Arial" panose="020B0604020202020204" pitchFamily="34" charset="0"/>
                <a:ea typeface="Arial" panose="020B0604020202020204" pitchFamily="34" charset="0"/>
                <a:cs typeface="Arial" panose="020B0604020202020204" pitchFamily="34" charset="0"/>
                <a:sym typeface="Avenir Book"/>
              </a:defRPr>
            </a:lvl2pPr>
            <a:lvl3pPr marL="687388" indent="-173038" defTabSz="914240" eaLnBrk="1" hangingPunct="1">
              <a:lnSpc>
                <a:spcPct val="90000"/>
              </a:lnSpc>
              <a:spcBef>
                <a:spcPts val="400"/>
              </a:spcBef>
              <a:spcAft>
                <a:spcPts val="400"/>
              </a:spcAft>
              <a:buClr>
                <a:schemeClr val="accent4"/>
              </a:buClr>
              <a:buSzPct val="100000"/>
              <a:buFont typeface="Arial" panose="020B0604020202020204" pitchFamily="34" charset="0"/>
              <a:buChar char="•"/>
              <a:defRPr sz="1200">
                <a:solidFill>
                  <a:schemeClr val="bg2"/>
                </a:solidFill>
                <a:latin typeface="Arial" panose="020B0604020202020204" pitchFamily="34" charset="0"/>
                <a:ea typeface="Arial" panose="020B0604020202020204" pitchFamily="34" charset="0"/>
                <a:cs typeface="Arial" panose="020B0604020202020204" pitchFamily="34" charset="0"/>
                <a:sym typeface="Avenir Book"/>
              </a:defRPr>
            </a:lvl3pPr>
            <a:lvl4pPr marL="862013" indent="-157163" defTabSz="914240" eaLnBrk="1" hangingPunct="1">
              <a:lnSpc>
                <a:spcPct val="90000"/>
              </a:lnSpc>
              <a:spcBef>
                <a:spcPts val="400"/>
              </a:spcBef>
              <a:spcAft>
                <a:spcPts val="400"/>
              </a:spcAft>
              <a:buClr>
                <a:schemeClr val="accent4"/>
              </a:buClr>
              <a:buSzPct val="100000"/>
              <a:buFont typeface="System Font Regular"/>
              <a:buChar char="–"/>
              <a:defRPr sz="1200">
                <a:solidFill>
                  <a:schemeClr val="bg2"/>
                </a:solidFill>
                <a:latin typeface="Arial" panose="020B0604020202020204" pitchFamily="34" charset="0"/>
                <a:ea typeface="Arial" panose="020B0604020202020204" pitchFamily="34" charset="0"/>
                <a:cs typeface="Arial" panose="020B0604020202020204" pitchFamily="34" charset="0"/>
                <a:sym typeface="Avenir Book"/>
              </a:defRPr>
            </a:lvl4pPr>
            <a:lvl5pPr marL="1085850" indent="-157163" defTabSz="914240" eaLnBrk="1" hangingPunct="1">
              <a:lnSpc>
                <a:spcPct val="90000"/>
              </a:lnSpc>
              <a:spcBef>
                <a:spcPts val="400"/>
              </a:spcBef>
              <a:spcAft>
                <a:spcPts val="400"/>
              </a:spcAft>
              <a:buClr>
                <a:schemeClr val="accent4"/>
              </a:buClr>
              <a:buSzPct val="100000"/>
              <a:buFont typeface="Arial" panose="020B0604020202020204" pitchFamily="34" charset="0"/>
              <a:buChar char="•"/>
              <a:defRPr sz="1200">
                <a:solidFill>
                  <a:schemeClr val="bg2"/>
                </a:solidFill>
                <a:latin typeface="Arial" panose="020B0604020202020204" pitchFamily="34" charset="0"/>
                <a:ea typeface="Arial" panose="020B0604020202020204" pitchFamily="34" charset="0"/>
                <a:cs typeface="Arial" panose="020B0604020202020204" pitchFamily="34" charset="0"/>
                <a:sym typeface="Avenir Book"/>
              </a:defRPr>
            </a:lvl5pPr>
            <a:lvl6pPr marL="2502130" indent="-216530" defTabSz="914240" eaLnBrk="1" hangingPunct="1">
              <a:lnSpc>
                <a:spcPct val="90000"/>
              </a:lnSpc>
              <a:spcBef>
                <a:spcPts val="1000"/>
              </a:spcBef>
              <a:buSzPct val="100000"/>
              <a:buFont typeface="Arial"/>
              <a:buChar char="•"/>
              <a:defRPr>
                <a:solidFill>
                  <a:srgbClr val="50626A"/>
                </a:solidFill>
                <a:latin typeface="Avenir Book"/>
                <a:ea typeface="Avenir Book"/>
                <a:cs typeface="Avenir Book"/>
                <a:sym typeface="Avenir Book"/>
              </a:defRPr>
            </a:lvl6pPr>
            <a:lvl7pPr marL="2959250" indent="-216530" defTabSz="914240" eaLnBrk="1" hangingPunct="1">
              <a:lnSpc>
                <a:spcPct val="90000"/>
              </a:lnSpc>
              <a:spcBef>
                <a:spcPts val="1000"/>
              </a:spcBef>
              <a:buSzPct val="100000"/>
              <a:buFont typeface="Arial"/>
              <a:buChar char="•"/>
              <a:defRPr>
                <a:solidFill>
                  <a:srgbClr val="50626A"/>
                </a:solidFill>
                <a:latin typeface="Avenir Book"/>
                <a:ea typeface="Avenir Book"/>
                <a:cs typeface="Avenir Book"/>
                <a:sym typeface="Avenir Book"/>
              </a:defRPr>
            </a:lvl7pPr>
            <a:lvl8pPr marL="3416370" indent="-216530" defTabSz="914240" eaLnBrk="1" hangingPunct="1">
              <a:lnSpc>
                <a:spcPct val="90000"/>
              </a:lnSpc>
              <a:spcBef>
                <a:spcPts val="1000"/>
              </a:spcBef>
              <a:buSzPct val="100000"/>
              <a:buFont typeface="Arial"/>
              <a:buChar char="•"/>
              <a:defRPr>
                <a:solidFill>
                  <a:srgbClr val="50626A"/>
                </a:solidFill>
                <a:latin typeface="Avenir Book"/>
                <a:ea typeface="Avenir Book"/>
                <a:cs typeface="Avenir Book"/>
                <a:sym typeface="Avenir Book"/>
              </a:defRPr>
            </a:lvl8pPr>
            <a:lvl9pPr marL="3873490" indent="-216530" defTabSz="914240" eaLnBrk="1" hangingPunct="1">
              <a:lnSpc>
                <a:spcPct val="90000"/>
              </a:lnSpc>
              <a:spcBef>
                <a:spcPts val="1000"/>
              </a:spcBef>
              <a:buSzPct val="100000"/>
              <a:buFont typeface="Arial"/>
              <a:buChar char="•"/>
              <a:defRPr>
                <a:solidFill>
                  <a:srgbClr val="50626A"/>
                </a:solidFill>
                <a:latin typeface="Avenir Book"/>
                <a:ea typeface="Avenir Book"/>
                <a:cs typeface="Avenir Book"/>
                <a:sym typeface="Avenir Book"/>
              </a:defRPr>
            </a:lvl9pPr>
          </a:lstStyle>
          <a:p>
            <a:pPr lvl="0">
              <a:buClr>
                <a:srgbClr val="017298"/>
              </a:buClr>
              <a:defRPr/>
            </a:pPr>
            <a:r>
              <a:rPr lang="en-US" sz="1600" dirty="0"/>
              <a:t>Demand grew by 7% in Q1, continuing its upward trend</a:t>
            </a:r>
            <a:endParaRPr kumimoji="0" lang="en-US" sz="1600" b="0" i="1" u="none" strike="noStrike" kern="1200" cap="none" spc="0" normalizeH="0" baseline="0" noProof="0" dirty="0">
              <a:ln>
                <a:noFill/>
              </a:ln>
              <a:solidFill>
                <a:srgbClr val="017298"/>
              </a:solidFill>
              <a:effectLst/>
              <a:uLnTx/>
              <a:uFillTx/>
              <a:latin typeface="Arial Nova" panose="020B0504020202020204" pitchFamily="34" charset="0"/>
              <a:cs typeface="Arial" panose="020B0604020202020204" pitchFamily="34" charset="0"/>
              <a:sym typeface="Avenir Book"/>
            </a:endParaRPr>
          </a:p>
        </p:txBody>
      </p:sp>
      <p:sp>
        <p:nvSpPr>
          <p:cNvPr id="21" name="TextBox 20">
            <a:extLst>
              <a:ext uri="{FF2B5EF4-FFF2-40B4-BE49-F238E27FC236}">
                <a16:creationId xmlns:a16="http://schemas.microsoft.com/office/drawing/2014/main" id="{44CB3364-CB27-87F2-A782-DF4F545AC96C}"/>
              </a:ext>
            </a:extLst>
          </p:cNvPr>
          <p:cNvSpPr txBox="1"/>
          <p:nvPr/>
        </p:nvSpPr>
        <p:spPr>
          <a:xfrm>
            <a:off x="793048" y="950339"/>
            <a:ext cx="4512239" cy="313932"/>
          </a:xfrm>
          <a:prstGeom prst="rect">
            <a:avLst/>
          </a:prstGeom>
          <a:ln w="12700">
            <a:miter lim="400000"/>
          </a:ln>
        </p:spPr>
        <p:txBody>
          <a:bodyPr lIns="45720" rIns="45719" anchor="b">
            <a:noAutofit/>
          </a:bodyPr>
          <a:lstStyle>
            <a:lvl1pPr marR="0" indent="0" defTabSz="914240">
              <a:lnSpc>
                <a:spcPct val="90000"/>
              </a:lnSpc>
              <a:spcBef>
                <a:spcPts val="1000"/>
              </a:spcBef>
              <a:spcAft>
                <a:spcPts val="400"/>
              </a:spcAft>
              <a:buClr>
                <a:schemeClr val="accent4"/>
              </a:buClr>
              <a:buSzPct val="100000"/>
              <a:buFont typeface="Arial" panose="020B0604020202020204" pitchFamily="34" charset="0"/>
              <a:buNone/>
              <a:tabLst/>
              <a:defRPr sz="1600" b="0" i="0" u="none" strike="noStrike" cap="none" spc="0" baseline="0">
                <a:solidFill>
                  <a:schemeClr val="accent4"/>
                </a:solidFill>
                <a:uFillTx/>
                <a:latin typeface="Arial" panose="020B0604020202020204" pitchFamily="34" charset="0"/>
                <a:ea typeface="Arial" panose="020B0604020202020204" pitchFamily="34" charset="0"/>
                <a:cs typeface="Arial" panose="020B0604020202020204" pitchFamily="34" charset="0"/>
                <a:sym typeface="Avenir Book"/>
              </a:defRPr>
            </a:lvl1pPr>
            <a:lvl2pPr marR="0" indent="0" defTabSz="914240">
              <a:lnSpc>
                <a:spcPct val="90000"/>
              </a:lnSpc>
              <a:spcBef>
                <a:spcPts val="400"/>
              </a:spcBef>
              <a:spcAft>
                <a:spcPts val="400"/>
              </a:spcAft>
              <a:buClr>
                <a:schemeClr val="accent4"/>
              </a:buClr>
              <a:buSzPct val="100000"/>
              <a:buFont typeface="System Font Regular"/>
              <a:buNone/>
              <a:tabLst/>
              <a:defRPr sz="2000" b="1" i="0" u="none" strike="noStrike" cap="none" spc="0" baseline="0">
                <a:solidFill>
                  <a:schemeClr val="bg2"/>
                </a:solidFill>
                <a:uFillTx/>
                <a:latin typeface="Arial" panose="020B0604020202020204" pitchFamily="34" charset="0"/>
                <a:ea typeface="Arial" panose="020B0604020202020204" pitchFamily="34" charset="0"/>
                <a:cs typeface="Arial" panose="020B0604020202020204" pitchFamily="34" charset="0"/>
                <a:sym typeface="Avenir Book"/>
              </a:defRPr>
            </a:lvl2pPr>
            <a:lvl3pPr marR="0" indent="0" defTabSz="914240">
              <a:lnSpc>
                <a:spcPct val="90000"/>
              </a:lnSpc>
              <a:spcBef>
                <a:spcPts val="400"/>
              </a:spcBef>
              <a:spcAft>
                <a:spcPts val="400"/>
              </a:spcAft>
              <a:buClr>
                <a:schemeClr val="accent4"/>
              </a:buClr>
              <a:buSzPct val="100000"/>
              <a:buFont typeface="Arial" panose="020B0604020202020204" pitchFamily="34" charset="0"/>
              <a:buNone/>
              <a:tabLst/>
              <a:defRPr b="1" i="0" u="none" strike="noStrike" cap="none" spc="0" baseline="0">
                <a:solidFill>
                  <a:schemeClr val="bg2"/>
                </a:solidFill>
                <a:uFillTx/>
                <a:latin typeface="Arial" panose="020B0604020202020204" pitchFamily="34" charset="0"/>
                <a:ea typeface="Arial" panose="020B0604020202020204" pitchFamily="34" charset="0"/>
                <a:cs typeface="Arial" panose="020B0604020202020204" pitchFamily="34" charset="0"/>
                <a:sym typeface="Avenir Book"/>
              </a:defRPr>
            </a:lvl3pPr>
            <a:lvl4pPr marR="0" indent="0" defTabSz="914240">
              <a:lnSpc>
                <a:spcPct val="90000"/>
              </a:lnSpc>
              <a:spcBef>
                <a:spcPts val="400"/>
              </a:spcBef>
              <a:spcAft>
                <a:spcPts val="400"/>
              </a:spcAft>
              <a:buClr>
                <a:schemeClr val="accent4"/>
              </a:buClr>
              <a:buSzPct val="100000"/>
              <a:buFont typeface="System Font Regular"/>
              <a:buNone/>
              <a:tabLst/>
              <a:defRPr sz="1600" b="1" i="0" u="none" strike="noStrike" cap="none" spc="0" baseline="0">
                <a:solidFill>
                  <a:schemeClr val="bg2"/>
                </a:solidFill>
                <a:uFillTx/>
                <a:latin typeface="Arial" panose="020B0604020202020204" pitchFamily="34" charset="0"/>
                <a:ea typeface="Arial" panose="020B0604020202020204" pitchFamily="34" charset="0"/>
                <a:cs typeface="Arial" panose="020B0604020202020204" pitchFamily="34" charset="0"/>
                <a:sym typeface="Avenir Book"/>
              </a:defRPr>
            </a:lvl4pPr>
            <a:lvl5pPr marR="0" indent="0" defTabSz="914240">
              <a:lnSpc>
                <a:spcPct val="90000"/>
              </a:lnSpc>
              <a:spcBef>
                <a:spcPts val="400"/>
              </a:spcBef>
              <a:spcAft>
                <a:spcPts val="400"/>
              </a:spcAft>
              <a:buClr>
                <a:schemeClr val="accent4"/>
              </a:buClr>
              <a:buSzPct val="100000"/>
              <a:buFont typeface="Arial" panose="020B0604020202020204" pitchFamily="34" charset="0"/>
              <a:buNone/>
              <a:tabLst/>
              <a:defRPr sz="1600" b="1" i="0" u="none" strike="noStrike" cap="none" spc="0" baseline="0">
                <a:solidFill>
                  <a:schemeClr val="bg2"/>
                </a:solidFill>
                <a:uFillTx/>
                <a:latin typeface="Arial" panose="020B0604020202020204" pitchFamily="34" charset="0"/>
                <a:ea typeface="Arial" panose="020B0604020202020204" pitchFamily="34" charset="0"/>
                <a:cs typeface="Arial" panose="020B0604020202020204" pitchFamily="34" charset="0"/>
                <a:sym typeface="Avenir Book"/>
              </a:defRPr>
            </a:lvl5pPr>
            <a:lvl6pPr marR="0" indent="0" defTabSz="914240">
              <a:lnSpc>
                <a:spcPct val="90000"/>
              </a:lnSpc>
              <a:spcBef>
                <a:spcPts val="1000"/>
              </a:spcBef>
              <a:spcAft>
                <a:spcPts val="0"/>
              </a:spcAft>
              <a:buClrTx/>
              <a:buSzPct val="100000"/>
              <a:buFont typeface="Arial"/>
              <a:buNone/>
              <a:tabLst/>
              <a:defRPr sz="1600" b="1" i="0" u="none" strike="noStrike" cap="none" spc="0" baseline="0">
                <a:solidFill>
                  <a:srgbClr val="50626A"/>
                </a:solidFill>
                <a:uFillTx/>
                <a:latin typeface="Avenir Book"/>
                <a:ea typeface="Avenir Book"/>
                <a:cs typeface="Avenir Book"/>
                <a:sym typeface="Avenir Book"/>
              </a:defRPr>
            </a:lvl6pPr>
            <a:lvl7pPr marR="0" indent="0" defTabSz="914240">
              <a:lnSpc>
                <a:spcPct val="90000"/>
              </a:lnSpc>
              <a:spcBef>
                <a:spcPts val="1000"/>
              </a:spcBef>
              <a:spcAft>
                <a:spcPts val="0"/>
              </a:spcAft>
              <a:buClrTx/>
              <a:buSzPct val="100000"/>
              <a:buFont typeface="Arial"/>
              <a:buNone/>
              <a:tabLst/>
              <a:defRPr sz="1600" b="1" i="0" u="none" strike="noStrike" cap="none" spc="0" baseline="0">
                <a:solidFill>
                  <a:srgbClr val="50626A"/>
                </a:solidFill>
                <a:uFillTx/>
                <a:latin typeface="Avenir Book"/>
                <a:ea typeface="Avenir Book"/>
                <a:cs typeface="Avenir Book"/>
                <a:sym typeface="Avenir Book"/>
              </a:defRPr>
            </a:lvl7pPr>
            <a:lvl8pPr marR="0" indent="0" defTabSz="914240">
              <a:lnSpc>
                <a:spcPct val="90000"/>
              </a:lnSpc>
              <a:spcBef>
                <a:spcPts val="1000"/>
              </a:spcBef>
              <a:spcAft>
                <a:spcPts val="0"/>
              </a:spcAft>
              <a:buClrTx/>
              <a:buSzPct val="100000"/>
              <a:buFont typeface="Arial"/>
              <a:buNone/>
              <a:tabLst/>
              <a:defRPr sz="1600" b="1" i="0" u="none" strike="noStrike" cap="none" spc="0" baseline="0">
                <a:solidFill>
                  <a:srgbClr val="50626A"/>
                </a:solidFill>
                <a:uFillTx/>
                <a:latin typeface="Avenir Book"/>
                <a:ea typeface="Avenir Book"/>
                <a:cs typeface="Avenir Book"/>
                <a:sym typeface="Avenir Book"/>
              </a:defRPr>
            </a:lvl8pPr>
            <a:lvl9pPr marR="0" indent="0" defTabSz="914240">
              <a:lnSpc>
                <a:spcPct val="90000"/>
              </a:lnSpc>
              <a:spcBef>
                <a:spcPts val="1000"/>
              </a:spcBef>
              <a:spcAft>
                <a:spcPts val="0"/>
              </a:spcAft>
              <a:buClrTx/>
              <a:buSzPct val="100000"/>
              <a:buFont typeface="Arial"/>
              <a:buNone/>
              <a:tabLst/>
              <a:defRPr sz="1600" b="1" i="0" u="none" strike="noStrike" cap="none" spc="0" baseline="0">
                <a:solidFill>
                  <a:srgbClr val="50626A"/>
                </a:solidFill>
                <a:uFillTx/>
                <a:latin typeface="Avenir Book"/>
                <a:ea typeface="Avenir Book"/>
                <a:cs typeface="Avenir Book"/>
                <a:sym typeface="Avenir Book"/>
              </a:defRPr>
            </a:lvl9pPr>
          </a:lstStyle>
          <a:p>
            <a:pPr marL="0" marR="0" lvl="0" indent="0" algn="ctr" defTabSz="914240" rtl="0" eaLnBrk="1" fontAlgn="auto" latinLnBrk="0" hangingPunct="1">
              <a:lnSpc>
                <a:spcPct val="90000"/>
              </a:lnSpc>
              <a:spcBef>
                <a:spcPts val="1000"/>
              </a:spcBef>
              <a:spcAft>
                <a:spcPts val="400"/>
              </a:spcAft>
              <a:buClr>
                <a:srgbClr val="017298"/>
              </a:buClr>
              <a:buSzPct val="100000"/>
              <a:buFont typeface="Arial" panose="020B0604020202020204" pitchFamily="34" charset="0"/>
              <a:buNone/>
              <a:tabLst/>
              <a:defRPr/>
            </a:pPr>
            <a:r>
              <a:rPr kumimoji="0" lang="en-US" sz="1400" b="1" i="0" u="none" strike="noStrike" kern="1200" cap="none" spc="0" normalizeH="0" baseline="0" noProof="0" dirty="0">
                <a:ln>
                  <a:noFill/>
                </a:ln>
                <a:solidFill>
                  <a:srgbClr val="017298"/>
                </a:solidFill>
                <a:effectLst/>
                <a:uLnTx/>
                <a:uFillTx/>
                <a:latin typeface="Arial Nova" panose="020B0504020202020204" pitchFamily="34" charset="0"/>
                <a:cs typeface="Arial" panose="020B0604020202020204" pitchFamily="34" charset="0"/>
                <a:sym typeface="Avenir Book"/>
              </a:rPr>
              <a:t>Demand Vials by Quarter</a:t>
            </a:r>
          </a:p>
        </p:txBody>
      </p:sp>
      <p:graphicFrame>
        <p:nvGraphicFramePr>
          <p:cNvPr id="3" name="Chart 2">
            <a:extLst>
              <a:ext uri="{FF2B5EF4-FFF2-40B4-BE49-F238E27FC236}">
                <a16:creationId xmlns:a16="http://schemas.microsoft.com/office/drawing/2014/main" id="{457C7573-1018-45F6-F4E0-B3077FA5B19B}"/>
              </a:ext>
            </a:extLst>
          </p:cNvPr>
          <p:cNvGraphicFramePr/>
          <p:nvPr>
            <p:extLst>
              <p:ext uri="{D42A27DB-BD31-4B8C-83A1-F6EECF244321}">
                <p14:modId xmlns:p14="http://schemas.microsoft.com/office/powerpoint/2010/main" val="1066867255"/>
              </p:ext>
            </p:extLst>
          </p:nvPr>
        </p:nvGraphicFramePr>
        <p:xfrm>
          <a:off x="492338" y="4395304"/>
          <a:ext cx="2261905" cy="1781547"/>
        </p:xfrm>
        <a:graphic>
          <a:graphicData uri="http://schemas.openxmlformats.org/drawingml/2006/chart">
            <c:chart xmlns:c="http://schemas.openxmlformats.org/drawingml/2006/chart" xmlns:r="http://schemas.openxmlformats.org/officeDocument/2006/relationships" r:id="rId3"/>
          </a:graphicData>
        </a:graphic>
      </p:graphicFrame>
      <p:sp>
        <p:nvSpPr>
          <p:cNvPr id="8" name="Text Placeholder 7">
            <a:extLst>
              <a:ext uri="{FF2B5EF4-FFF2-40B4-BE49-F238E27FC236}">
                <a16:creationId xmlns:a16="http://schemas.microsoft.com/office/drawing/2014/main" id="{8456B01B-F6A2-45D6-CE1A-E0681A0283FA}"/>
              </a:ext>
            </a:extLst>
          </p:cNvPr>
          <p:cNvSpPr txBox="1">
            <a:spLocks/>
          </p:cNvSpPr>
          <p:nvPr/>
        </p:nvSpPr>
        <p:spPr>
          <a:xfrm>
            <a:off x="361881" y="4106851"/>
            <a:ext cx="2522817" cy="336442"/>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45720" rIns="45719" anchor="ctr">
            <a:noAutofit/>
          </a:bodyPr>
          <a:lstStyle>
            <a:lvl1pPr marL="0" marR="0" indent="0" algn="l" defTabSz="914240" eaLnBrk="1" latinLnBrk="0" hangingPunct="1">
              <a:lnSpc>
                <a:spcPct val="90000"/>
              </a:lnSpc>
              <a:spcBef>
                <a:spcPts val="1000"/>
              </a:spcBef>
              <a:spcAft>
                <a:spcPts val="400"/>
              </a:spcAft>
              <a:buClr>
                <a:schemeClr val="accent4"/>
              </a:buClr>
              <a:buSzPct val="100000"/>
              <a:buFont typeface="Arial" panose="020B0604020202020204" pitchFamily="34" charset="0"/>
              <a:buNone/>
              <a:tabLst/>
              <a:defRPr sz="2000" b="0" i="0" u="none" strike="noStrike" cap="none" spc="0" baseline="0">
                <a:solidFill>
                  <a:schemeClr val="accent4"/>
                </a:solidFill>
                <a:uFillTx/>
                <a:latin typeface="Arial" panose="020B0604020202020204" pitchFamily="34" charset="0"/>
                <a:ea typeface="Arial" panose="020B0604020202020204" pitchFamily="34" charset="0"/>
                <a:cs typeface="Arial" panose="020B0604020202020204" pitchFamily="34" charset="0"/>
                <a:sym typeface="Avenir Book"/>
              </a:defRPr>
            </a:lvl1pPr>
            <a:lvl2pPr marL="457200" marR="0" indent="0" algn="l" defTabSz="914240" eaLnBrk="1" latinLnBrk="0" hangingPunct="1">
              <a:lnSpc>
                <a:spcPct val="90000"/>
              </a:lnSpc>
              <a:spcBef>
                <a:spcPts val="400"/>
              </a:spcBef>
              <a:spcAft>
                <a:spcPts val="400"/>
              </a:spcAft>
              <a:buClr>
                <a:schemeClr val="accent4"/>
              </a:buClr>
              <a:buSzPct val="100000"/>
              <a:buFont typeface="System Font Regular"/>
              <a:buNone/>
              <a:tabLst/>
              <a:defRPr sz="2000" b="1" i="0" u="none" strike="noStrike" cap="none" spc="0" baseline="0">
                <a:solidFill>
                  <a:schemeClr val="bg2"/>
                </a:solidFill>
                <a:uFillTx/>
                <a:latin typeface="Arial" panose="020B0604020202020204" pitchFamily="34" charset="0"/>
                <a:ea typeface="Arial" panose="020B0604020202020204" pitchFamily="34" charset="0"/>
                <a:cs typeface="Arial" panose="020B0604020202020204" pitchFamily="34" charset="0"/>
                <a:sym typeface="Avenir Book"/>
              </a:defRPr>
            </a:lvl2pPr>
            <a:lvl3pPr marL="914400" marR="0" indent="0" algn="l" defTabSz="914240" eaLnBrk="1" latinLnBrk="0" hangingPunct="1">
              <a:lnSpc>
                <a:spcPct val="90000"/>
              </a:lnSpc>
              <a:spcBef>
                <a:spcPts val="400"/>
              </a:spcBef>
              <a:spcAft>
                <a:spcPts val="400"/>
              </a:spcAft>
              <a:buClr>
                <a:schemeClr val="accent4"/>
              </a:buClr>
              <a:buSzPct val="100000"/>
              <a:buFont typeface="Arial" panose="020B0604020202020204" pitchFamily="34" charset="0"/>
              <a:buNone/>
              <a:tabLst/>
              <a:defRPr sz="1800" b="1" i="0" u="none" strike="noStrike" cap="none" spc="0" baseline="0">
                <a:solidFill>
                  <a:schemeClr val="bg2"/>
                </a:solidFill>
                <a:uFillTx/>
                <a:latin typeface="Arial" panose="020B0604020202020204" pitchFamily="34" charset="0"/>
                <a:ea typeface="Arial" panose="020B0604020202020204" pitchFamily="34" charset="0"/>
                <a:cs typeface="Arial" panose="020B0604020202020204" pitchFamily="34" charset="0"/>
                <a:sym typeface="Avenir Book"/>
              </a:defRPr>
            </a:lvl3pPr>
            <a:lvl4pPr marL="1371600" marR="0" indent="0" algn="l" defTabSz="914240" eaLnBrk="1" latinLnBrk="0" hangingPunct="1">
              <a:lnSpc>
                <a:spcPct val="90000"/>
              </a:lnSpc>
              <a:spcBef>
                <a:spcPts val="400"/>
              </a:spcBef>
              <a:spcAft>
                <a:spcPts val="400"/>
              </a:spcAft>
              <a:buClr>
                <a:schemeClr val="accent4"/>
              </a:buClr>
              <a:buSzPct val="100000"/>
              <a:buFont typeface="System Font Regular"/>
              <a:buNone/>
              <a:tabLst/>
              <a:defRPr sz="1600" b="1" i="0" u="none" strike="noStrike" cap="none" spc="0" baseline="0">
                <a:solidFill>
                  <a:schemeClr val="bg2"/>
                </a:solidFill>
                <a:uFillTx/>
                <a:latin typeface="Arial" panose="020B0604020202020204" pitchFamily="34" charset="0"/>
                <a:ea typeface="Arial" panose="020B0604020202020204" pitchFamily="34" charset="0"/>
                <a:cs typeface="Arial" panose="020B0604020202020204" pitchFamily="34" charset="0"/>
                <a:sym typeface="Avenir Book"/>
              </a:defRPr>
            </a:lvl4pPr>
            <a:lvl5pPr marL="1828800" marR="0" indent="0" algn="l" defTabSz="914240" eaLnBrk="1" latinLnBrk="0" hangingPunct="1">
              <a:lnSpc>
                <a:spcPct val="90000"/>
              </a:lnSpc>
              <a:spcBef>
                <a:spcPts val="400"/>
              </a:spcBef>
              <a:spcAft>
                <a:spcPts val="400"/>
              </a:spcAft>
              <a:buClr>
                <a:schemeClr val="accent4"/>
              </a:buClr>
              <a:buSzPct val="100000"/>
              <a:buFont typeface="Arial" panose="020B0604020202020204" pitchFamily="34" charset="0"/>
              <a:buNone/>
              <a:tabLst/>
              <a:defRPr sz="1600" b="1" i="0" u="none" strike="noStrike" cap="none" spc="0" baseline="0">
                <a:solidFill>
                  <a:schemeClr val="bg2"/>
                </a:solidFill>
                <a:uFillTx/>
                <a:latin typeface="Arial" panose="020B0604020202020204" pitchFamily="34" charset="0"/>
                <a:ea typeface="Arial" panose="020B0604020202020204" pitchFamily="34" charset="0"/>
                <a:cs typeface="Arial" panose="020B0604020202020204" pitchFamily="34" charset="0"/>
                <a:sym typeface="Avenir Book"/>
              </a:defRPr>
            </a:lvl5pPr>
            <a:lvl6pPr marL="2286000" marR="0" indent="0" algn="l" defTabSz="914240" eaLnBrk="1" latinLnBrk="0" hangingPunct="1">
              <a:lnSpc>
                <a:spcPct val="90000"/>
              </a:lnSpc>
              <a:spcBef>
                <a:spcPts val="1000"/>
              </a:spcBef>
              <a:spcAft>
                <a:spcPts val="0"/>
              </a:spcAft>
              <a:buClrTx/>
              <a:buSzPct val="100000"/>
              <a:buFont typeface="Arial"/>
              <a:buNone/>
              <a:tabLst/>
              <a:defRPr sz="1600" b="1" i="0" u="none" strike="noStrike" cap="none" spc="0" baseline="0">
                <a:solidFill>
                  <a:srgbClr val="50626A"/>
                </a:solidFill>
                <a:uFillTx/>
                <a:latin typeface="Avenir Book"/>
                <a:ea typeface="Avenir Book"/>
                <a:cs typeface="Avenir Book"/>
                <a:sym typeface="Avenir Book"/>
              </a:defRPr>
            </a:lvl6pPr>
            <a:lvl7pPr marL="2743200" marR="0" indent="0" algn="l" defTabSz="914240" eaLnBrk="1" latinLnBrk="0" hangingPunct="1">
              <a:lnSpc>
                <a:spcPct val="90000"/>
              </a:lnSpc>
              <a:spcBef>
                <a:spcPts val="1000"/>
              </a:spcBef>
              <a:spcAft>
                <a:spcPts val="0"/>
              </a:spcAft>
              <a:buClrTx/>
              <a:buSzPct val="100000"/>
              <a:buFont typeface="Arial"/>
              <a:buNone/>
              <a:tabLst/>
              <a:defRPr sz="1600" b="1" i="0" u="none" strike="noStrike" cap="none" spc="0" baseline="0">
                <a:solidFill>
                  <a:srgbClr val="50626A"/>
                </a:solidFill>
                <a:uFillTx/>
                <a:latin typeface="Avenir Book"/>
                <a:ea typeface="Avenir Book"/>
                <a:cs typeface="Avenir Book"/>
                <a:sym typeface="Avenir Book"/>
              </a:defRPr>
            </a:lvl7pPr>
            <a:lvl8pPr marL="3200400" marR="0" indent="0" algn="l" defTabSz="914240" eaLnBrk="1" latinLnBrk="0" hangingPunct="1">
              <a:lnSpc>
                <a:spcPct val="90000"/>
              </a:lnSpc>
              <a:spcBef>
                <a:spcPts val="1000"/>
              </a:spcBef>
              <a:spcAft>
                <a:spcPts val="0"/>
              </a:spcAft>
              <a:buClrTx/>
              <a:buSzPct val="100000"/>
              <a:buFont typeface="Arial"/>
              <a:buNone/>
              <a:tabLst/>
              <a:defRPr sz="1600" b="1" i="0" u="none" strike="noStrike" cap="none" spc="0" baseline="0">
                <a:solidFill>
                  <a:srgbClr val="50626A"/>
                </a:solidFill>
                <a:uFillTx/>
                <a:latin typeface="Avenir Book"/>
                <a:ea typeface="Avenir Book"/>
                <a:cs typeface="Avenir Book"/>
                <a:sym typeface="Avenir Book"/>
              </a:defRPr>
            </a:lvl8pPr>
            <a:lvl9pPr marL="3657600" marR="0" indent="0" algn="l" defTabSz="914240" eaLnBrk="1" latinLnBrk="0" hangingPunct="1">
              <a:lnSpc>
                <a:spcPct val="90000"/>
              </a:lnSpc>
              <a:spcBef>
                <a:spcPts val="1000"/>
              </a:spcBef>
              <a:spcAft>
                <a:spcPts val="0"/>
              </a:spcAft>
              <a:buClrTx/>
              <a:buSzPct val="100000"/>
              <a:buFont typeface="Arial"/>
              <a:buNone/>
              <a:tabLst/>
              <a:defRPr sz="1600" b="1" i="0" u="none" strike="noStrike" cap="none" spc="0" baseline="0">
                <a:solidFill>
                  <a:srgbClr val="50626A"/>
                </a:solidFill>
                <a:uFillTx/>
                <a:latin typeface="Avenir Book"/>
                <a:ea typeface="Avenir Book"/>
                <a:cs typeface="Avenir Book"/>
                <a:sym typeface="Avenir Book"/>
              </a:defRPr>
            </a:lvl9pPr>
          </a:lstStyle>
          <a:p>
            <a:pPr marL="0" marR="0" lvl="0" indent="0" algn="ctr" defTabSz="914240" rtl="0" eaLnBrk="1" fontAlgn="auto" latinLnBrk="0" hangingPunct="1">
              <a:lnSpc>
                <a:spcPct val="90000"/>
              </a:lnSpc>
              <a:spcBef>
                <a:spcPts val="1000"/>
              </a:spcBef>
              <a:spcAft>
                <a:spcPts val="400"/>
              </a:spcAft>
              <a:buClr>
                <a:srgbClr val="017298"/>
              </a:buClr>
              <a:buSzPct val="100000"/>
              <a:buFont typeface="Arial" panose="020B0604020202020204" pitchFamily="34" charset="0"/>
              <a:buNone/>
              <a:tabLst/>
              <a:defRPr/>
            </a:pPr>
            <a:r>
              <a:rPr kumimoji="0" lang="en-US" sz="1400" b="1" i="0" u="none" strike="noStrike" kern="0" cap="none" spc="0" normalizeH="0" baseline="0" noProof="0" dirty="0">
                <a:ln>
                  <a:noFill/>
                </a:ln>
                <a:solidFill>
                  <a:srgbClr val="017298"/>
                </a:solidFill>
                <a:effectLst/>
                <a:uLnTx/>
                <a:uFillTx/>
                <a:latin typeface="Arial Nova" panose="020B0504020202020204" pitchFamily="34" charset="0"/>
                <a:cs typeface="Arial" panose="020B0604020202020204" pitchFamily="34" charset="0"/>
                <a:sym typeface="Avenir Book"/>
              </a:rPr>
              <a:t>Depth</a:t>
            </a:r>
          </a:p>
        </p:txBody>
      </p:sp>
      <p:sp>
        <p:nvSpPr>
          <p:cNvPr id="12" name="Rectangle: Rounded Corners 11">
            <a:extLst>
              <a:ext uri="{FF2B5EF4-FFF2-40B4-BE49-F238E27FC236}">
                <a16:creationId xmlns:a16="http://schemas.microsoft.com/office/drawing/2014/main" id="{80E0F4D6-B7CD-1D3D-ACDA-AD90B79DE8C2}"/>
              </a:ext>
            </a:extLst>
          </p:cNvPr>
          <p:cNvSpPr/>
          <p:nvPr/>
        </p:nvSpPr>
        <p:spPr>
          <a:xfrm>
            <a:off x="1870397" y="4928378"/>
            <a:ext cx="488921" cy="223597"/>
          </a:xfrm>
          <a:prstGeom prst="roundRect">
            <a:avLst/>
          </a:prstGeom>
          <a:noFill/>
          <a:ln w="19050" cap="flat">
            <a:solidFill>
              <a:srgbClr val="00B050"/>
            </a:solidFill>
            <a:prstDash val="sysDash"/>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lstStyle/>
          <a:p>
            <a:pPr marL="0" marR="0" lvl="0" indent="0" algn="ctr" defTabSz="914400" rtl="0" eaLnBrk="1" fontAlgn="auto" latinLnBrk="0" hangingPunct="0">
              <a:lnSpc>
                <a:spcPct val="100000"/>
              </a:lnSpc>
              <a:spcBef>
                <a:spcPts val="0"/>
              </a:spcBef>
              <a:spcAft>
                <a:spcPts val="0"/>
              </a:spcAft>
              <a:buClrTx/>
              <a:buSzTx/>
              <a:buFontTx/>
              <a:buNone/>
              <a:tabLst/>
              <a:defRPr/>
            </a:pPr>
            <a:endParaRPr kumimoji="0" lang="en-US" sz="1200" b="0" i="0" u="none" strike="noStrike" kern="1200" cap="none" spc="0" normalizeH="0" baseline="0" noProof="0" dirty="0" err="1">
              <a:ln>
                <a:noFill/>
              </a:ln>
              <a:solidFill>
                <a:srgbClr val="50626A"/>
              </a:solidFill>
              <a:effectLst/>
              <a:uLnTx/>
              <a:uFillTx/>
              <a:latin typeface="Arial Nova" panose="020B0504020202020204" pitchFamily="34" charset="0"/>
              <a:ea typeface="+mn-ea"/>
              <a:cs typeface="+mn-cs"/>
              <a:sym typeface="Calibri"/>
            </a:endParaRPr>
          </a:p>
        </p:txBody>
      </p:sp>
      <p:graphicFrame>
        <p:nvGraphicFramePr>
          <p:cNvPr id="16" name="Chart 15">
            <a:extLst>
              <a:ext uri="{FF2B5EF4-FFF2-40B4-BE49-F238E27FC236}">
                <a16:creationId xmlns:a16="http://schemas.microsoft.com/office/drawing/2014/main" id="{6BF72B1A-E4FC-C2CC-DF88-B0BFCAE6CD86}"/>
              </a:ext>
            </a:extLst>
          </p:cNvPr>
          <p:cNvGraphicFramePr/>
          <p:nvPr>
            <p:extLst>
              <p:ext uri="{D42A27DB-BD31-4B8C-83A1-F6EECF244321}">
                <p14:modId xmlns:p14="http://schemas.microsoft.com/office/powerpoint/2010/main" val="1411779169"/>
              </p:ext>
            </p:extLst>
          </p:nvPr>
        </p:nvGraphicFramePr>
        <p:xfrm>
          <a:off x="492338" y="1239290"/>
          <a:ext cx="4998479" cy="2798206"/>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7" name="Chart 16">
            <a:extLst>
              <a:ext uri="{FF2B5EF4-FFF2-40B4-BE49-F238E27FC236}">
                <a16:creationId xmlns:a16="http://schemas.microsoft.com/office/drawing/2014/main" id="{A7615ECD-8CE3-4D4D-4787-14D92845C8FF}"/>
              </a:ext>
            </a:extLst>
          </p:cNvPr>
          <p:cNvGraphicFramePr/>
          <p:nvPr>
            <p:extLst>
              <p:ext uri="{D42A27DB-BD31-4B8C-83A1-F6EECF244321}">
                <p14:modId xmlns:p14="http://schemas.microsoft.com/office/powerpoint/2010/main" val="757341329"/>
              </p:ext>
            </p:extLst>
          </p:nvPr>
        </p:nvGraphicFramePr>
        <p:xfrm>
          <a:off x="3228912" y="4395303"/>
          <a:ext cx="2261905" cy="1781547"/>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19" name="Table 6">
            <a:extLst>
              <a:ext uri="{FF2B5EF4-FFF2-40B4-BE49-F238E27FC236}">
                <a16:creationId xmlns:a16="http://schemas.microsoft.com/office/drawing/2014/main" id="{F77D3FA9-E8D8-2BD8-7B3D-F96EEB2D5F42}"/>
              </a:ext>
            </a:extLst>
          </p:cNvPr>
          <p:cNvGraphicFramePr>
            <a:graphicFrameLocks noGrp="1"/>
          </p:cNvGraphicFramePr>
          <p:nvPr>
            <p:extLst>
              <p:ext uri="{D42A27DB-BD31-4B8C-83A1-F6EECF244321}">
                <p14:modId xmlns:p14="http://schemas.microsoft.com/office/powerpoint/2010/main" val="3246212684"/>
              </p:ext>
            </p:extLst>
          </p:nvPr>
        </p:nvGraphicFramePr>
        <p:xfrm>
          <a:off x="6013172" y="4561144"/>
          <a:ext cx="5741386" cy="1608423"/>
        </p:xfrm>
        <a:graphic>
          <a:graphicData uri="http://schemas.openxmlformats.org/drawingml/2006/table">
            <a:tbl>
              <a:tblPr firstRow="1" bandRow="1">
                <a:tableStyleId>{3B4B98B0-60AC-42C2-AFA5-B58CD77FA1E5}</a:tableStyleId>
              </a:tblPr>
              <a:tblGrid>
                <a:gridCol w="2005432">
                  <a:extLst>
                    <a:ext uri="{9D8B030D-6E8A-4147-A177-3AD203B41FA5}">
                      <a16:colId xmlns:a16="http://schemas.microsoft.com/office/drawing/2014/main" val="2131702879"/>
                    </a:ext>
                  </a:extLst>
                </a:gridCol>
                <a:gridCol w="1012064">
                  <a:extLst>
                    <a:ext uri="{9D8B030D-6E8A-4147-A177-3AD203B41FA5}">
                      <a16:colId xmlns:a16="http://schemas.microsoft.com/office/drawing/2014/main" val="109579855"/>
                    </a:ext>
                  </a:extLst>
                </a:gridCol>
                <a:gridCol w="789468">
                  <a:extLst>
                    <a:ext uri="{9D8B030D-6E8A-4147-A177-3AD203B41FA5}">
                      <a16:colId xmlns:a16="http://schemas.microsoft.com/office/drawing/2014/main" val="2368129063"/>
                    </a:ext>
                  </a:extLst>
                </a:gridCol>
                <a:gridCol w="982637">
                  <a:extLst>
                    <a:ext uri="{9D8B030D-6E8A-4147-A177-3AD203B41FA5}">
                      <a16:colId xmlns:a16="http://schemas.microsoft.com/office/drawing/2014/main" val="1015831616"/>
                    </a:ext>
                  </a:extLst>
                </a:gridCol>
                <a:gridCol w="951785">
                  <a:extLst>
                    <a:ext uri="{9D8B030D-6E8A-4147-A177-3AD203B41FA5}">
                      <a16:colId xmlns:a16="http://schemas.microsoft.com/office/drawing/2014/main" val="3173316217"/>
                    </a:ext>
                  </a:extLst>
                </a:gridCol>
              </a:tblGrid>
              <a:tr h="379665">
                <a:tc>
                  <a:txBody>
                    <a:bodyPr/>
                    <a:lstStyle/>
                    <a:p>
                      <a:pPr marL="0" marR="0" indent="0" algn="ctr" defTabSz="914400" fontAlgn="t" latinLnBrk="0">
                        <a:lnSpc>
                          <a:spcPct val="100000"/>
                        </a:lnSpc>
                        <a:spcBef>
                          <a:spcPts val="0"/>
                        </a:spcBef>
                        <a:spcAft>
                          <a:spcPts val="0"/>
                        </a:spcAft>
                        <a:buClrTx/>
                        <a:buSzTx/>
                        <a:buFontTx/>
                        <a:buNone/>
                        <a:tabLst/>
                      </a:pPr>
                      <a:r>
                        <a:rPr lang="en-IN" sz="1100" b="1" u="none" strike="noStrike" cap="none" spc="0" baseline="0" dirty="0">
                          <a:solidFill>
                            <a:schemeClr val="bg1">
                              <a:lumMod val="95000"/>
                            </a:schemeClr>
                          </a:solidFill>
                          <a:effectLst/>
                          <a:uFillTx/>
                          <a:latin typeface="Arial Nova" panose="020B0504020202020204" pitchFamily="34" charset="0"/>
                          <a:sym typeface="Montserrat Regular"/>
                        </a:rPr>
                        <a:t>Top Decliners</a:t>
                      </a:r>
                      <a:endParaRPr lang="en-IN" sz="1100" b="1" i="0" u="none" strike="noStrike" cap="none" spc="0" baseline="0" dirty="0">
                        <a:solidFill>
                          <a:schemeClr val="bg1">
                            <a:lumMod val="95000"/>
                          </a:schemeClr>
                        </a:solidFill>
                        <a:effectLst/>
                        <a:uFillTx/>
                        <a:latin typeface="Arial Nova" panose="020B0504020202020204" pitchFamily="34" charset="0"/>
                        <a:ea typeface="+mn-ea"/>
                        <a:cs typeface="+mn-cs"/>
                        <a:sym typeface="Montserrat Regular"/>
                      </a:endParaRPr>
                    </a:p>
                  </a:txBody>
                  <a:tcPr marL="9525" marR="9525" marT="9525" marB="0" anchor="ctr">
                    <a:solidFill>
                      <a:srgbClr val="000738"/>
                    </a:solidFill>
                  </a:tcPr>
                </a:tc>
                <a:tc>
                  <a:txBody>
                    <a:bodyPr/>
                    <a:lstStyle/>
                    <a:p>
                      <a:pPr marL="0" marR="0" indent="0" algn="ctr" defTabSz="914400" fontAlgn="t" latinLnBrk="0">
                        <a:lnSpc>
                          <a:spcPct val="100000"/>
                        </a:lnSpc>
                        <a:spcBef>
                          <a:spcPts val="0"/>
                        </a:spcBef>
                        <a:spcAft>
                          <a:spcPts val="0"/>
                        </a:spcAft>
                        <a:buClrTx/>
                        <a:buSzTx/>
                        <a:buFontTx/>
                        <a:buNone/>
                        <a:tabLst/>
                      </a:pPr>
                      <a:r>
                        <a:rPr lang="en-IN" sz="1100" b="1" u="none" strike="noStrike" cap="none" spc="0" baseline="0" dirty="0">
                          <a:solidFill>
                            <a:schemeClr val="bg1">
                              <a:lumMod val="95000"/>
                            </a:schemeClr>
                          </a:solidFill>
                          <a:effectLst/>
                          <a:uFillTx/>
                          <a:latin typeface="Arial Nova" panose="020B0504020202020204" pitchFamily="34" charset="0"/>
                          <a:sym typeface="Montserrat Regular"/>
                        </a:rPr>
                        <a:t>Q4’25 Vials</a:t>
                      </a:r>
                      <a:endParaRPr lang="en-IN" sz="1100" b="1" i="0" u="none" strike="noStrike" cap="none" spc="0" baseline="0" dirty="0">
                        <a:solidFill>
                          <a:schemeClr val="bg1">
                            <a:lumMod val="95000"/>
                          </a:schemeClr>
                        </a:solidFill>
                        <a:effectLst/>
                        <a:uFillTx/>
                        <a:latin typeface="Arial Nova" panose="020B0504020202020204" pitchFamily="34" charset="0"/>
                        <a:ea typeface="+mn-ea"/>
                        <a:cs typeface="+mn-cs"/>
                        <a:sym typeface="Montserrat Regular"/>
                      </a:endParaRPr>
                    </a:p>
                  </a:txBody>
                  <a:tcPr marL="9525" marR="9525" marT="9525" marB="0" anchor="ctr">
                    <a:solidFill>
                      <a:srgbClr val="000738"/>
                    </a:solidFill>
                  </a:tcPr>
                </a:tc>
                <a:tc>
                  <a:txBody>
                    <a:bodyPr/>
                    <a:lstStyle/>
                    <a:p>
                      <a:pPr marL="0" marR="0" indent="0" algn="ctr" defTabSz="914400" fontAlgn="t" latinLnBrk="0">
                        <a:lnSpc>
                          <a:spcPct val="100000"/>
                        </a:lnSpc>
                        <a:spcBef>
                          <a:spcPts val="0"/>
                        </a:spcBef>
                        <a:spcAft>
                          <a:spcPts val="0"/>
                        </a:spcAft>
                        <a:buClrTx/>
                        <a:buSzTx/>
                        <a:buFontTx/>
                        <a:buNone/>
                        <a:tabLst/>
                      </a:pPr>
                      <a:r>
                        <a:rPr lang="en-IN" sz="1100" b="1" u="none" strike="noStrike" cap="none" spc="0" baseline="0" dirty="0">
                          <a:solidFill>
                            <a:schemeClr val="bg1">
                              <a:lumMod val="95000"/>
                            </a:schemeClr>
                          </a:solidFill>
                          <a:effectLst/>
                          <a:uFillTx/>
                          <a:latin typeface="Arial Nova" panose="020B0504020202020204" pitchFamily="34" charset="0"/>
                          <a:sym typeface="Montserrat Regular"/>
                        </a:rPr>
                        <a:t>Q1’26 Vials</a:t>
                      </a:r>
                      <a:endParaRPr lang="en-IN" sz="1100" b="1" i="0" u="none" strike="noStrike" cap="none" spc="0" baseline="0" dirty="0">
                        <a:solidFill>
                          <a:schemeClr val="bg1">
                            <a:lumMod val="95000"/>
                          </a:schemeClr>
                        </a:solidFill>
                        <a:effectLst/>
                        <a:uFillTx/>
                        <a:latin typeface="Arial Nova" panose="020B0504020202020204" pitchFamily="34" charset="0"/>
                        <a:ea typeface="+mn-ea"/>
                        <a:cs typeface="+mn-cs"/>
                        <a:sym typeface="Montserrat Regular"/>
                      </a:endParaRPr>
                    </a:p>
                  </a:txBody>
                  <a:tcPr marL="9525" marR="9525" marT="9525" marB="0" anchor="ctr">
                    <a:solidFill>
                      <a:srgbClr val="000738"/>
                    </a:solidFill>
                  </a:tcPr>
                </a:tc>
                <a:tc>
                  <a:txBody>
                    <a:bodyPr/>
                    <a:lstStyle/>
                    <a:p>
                      <a:pPr marL="0" marR="0" indent="0" algn="ctr" defTabSz="914400" fontAlgn="t" latinLnBrk="0">
                        <a:lnSpc>
                          <a:spcPct val="100000"/>
                        </a:lnSpc>
                        <a:spcBef>
                          <a:spcPts val="0"/>
                        </a:spcBef>
                        <a:spcAft>
                          <a:spcPts val="0"/>
                        </a:spcAft>
                        <a:buClrTx/>
                        <a:buSzTx/>
                        <a:buFontTx/>
                        <a:buNone/>
                        <a:tabLst/>
                      </a:pPr>
                      <a:r>
                        <a:rPr lang="en-IN" sz="1100" b="1" u="none" strike="noStrike" cap="none" spc="0" baseline="0" dirty="0">
                          <a:solidFill>
                            <a:schemeClr val="bg1">
                              <a:lumMod val="95000"/>
                            </a:schemeClr>
                          </a:solidFill>
                          <a:effectLst/>
                          <a:uFillTx/>
                          <a:latin typeface="Arial Nova" panose="020B0504020202020204" pitchFamily="34" charset="0"/>
                          <a:sym typeface="Montserrat Regular"/>
                        </a:rPr>
                        <a:t>Change</a:t>
                      </a:r>
                      <a:endParaRPr lang="en-IN" sz="1100" b="1" i="0" u="none" strike="noStrike" cap="none" spc="0" baseline="0" dirty="0">
                        <a:solidFill>
                          <a:schemeClr val="bg1">
                            <a:lumMod val="95000"/>
                          </a:schemeClr>
                        </a:solidFill>
                        <a:effectLst/>
                        <a:uFillTx/>
                        <a:latin typeface="Arial Nova" panose="020B0504020202020204" pitchFamily="34" charset="0"/>
                        <a:ea typeface="+mn-ea"/>
                        <a:cs typeface="+mn-cs"/>
                        <a:sym typeface="Montserrat Regular"/>
                      </a:endParaRPr>
                    </a:p>
                  </a:txBody>
                  <a:tcPr marL="9525" marR="9525" marT="9525" marB="0" anchor="ctr">
                    <a:solidFill>
                      <a:srgbClr val="000738"/>
                    </a:solidFill>
                  </a:tcPr>
                </a:tc>
                <a:tc>
                  <a:txBody>
                    <a:bodyPr/>
                    <a:lstStyle/>
                    <a:p>
                      <a:pPr marL="0" marR="0" indent="0" algn="ctr" defTabSz="914400" fontAlgn="t" latinLnBrk="0">
                        <a:lnSpc>
                          <a:spcPct val="100000"/>
                        </a:lnSpc>
                        <a:spcBef>
                          <a:spcPts val="0"/>
                        </a:spcBef>
                        <a:spcAft>
                          <a:spcPts val="0"/>
                        </a:spcAft>
                        <a:buClrTx/>
                        <a:buSzTx/>
                        <a:buFontTx/>
                        <a:buNone/>
                        <a:tabLst/>
                      </a:pPr>
                      <a:r>
                        <a:rPr lang="en-IN" sz="1100" b="1" u="none" strike="noStrike" cap="none" spc="0" baseline="0" dirty="0">
                          <a:solidFill>
                            <a:schemeClr val="bg1">
                              <a:lumMod val="95000"/>
                            </a:schemeClr>
                          </a:solidFill>
                          <a:effectLst/>
                          <a:uFillTx/>
                          <a:latin typeface="Arial Nova" panose="020B0504020202020204" pitchFamily="34" charset="0"/>
                          <a:sym typeface="Montserrat Regular"/>
                        </a:rPr>
                        <a:t>Change %</a:t>
                      </a:r>
                      <a:endParaRPr lang="en-IN" sz="1100" b="1" i="0" u="none" strike="noStrike" cap="none" spc="0" baseline="0" dirty="0">
                        <a:solidFill>
                          <a:schemeClr val="bg1">
                            <a:lumMod val="95000"/>
                          </a:schemeClr>
                        </a:solidFill>
                        <a:effectLst/>
                        <a:uFillTx/>
                        <a:latin typeface="Arial Nova" panose="020B0504020202020204" pitchFamily="34" charset="0"/>
                        <a:ea typeface="+mn-ea"/>
                        <a:cs typeface="+mn-cs"/>
                        <a:sym typeface="Montserrat Regular"/>
                      </a:endParaRPr>
                    </a:p>
                  </a:txBody>
                  <a:tcPr marL="9525" marR="9525" marT="9525" marB="0" anchor="ctr">
                    <a:solidFill>
                      <a:srgbClr val="000738"/>
                    </a:solidFill>
                  </a:tcPr>
                </a:tc>
                <a:extLst>
                  <a:ext uri="{0D108BD9-81ED-4DB2-BD59-A6C34878D82A}">
                    <a16:rowId xmlns:a16="http://schemas.microsoft.com/office/drawing/2014/main" val="3918405247"/>
                  </a:ext>
                </a:extLst>
              </a:tr>
              <a:tr h="445977">
                <a:tc>
                  <a:txBody>
                    <a:bodyPr/>
                    <a:lstStyle/>
                    <a:p>
                      <a:pPr algn="ctr" fontAlgn="b">
                        <a:buNone/>
                      </a:pPr>
                      <a:r>
                        <a:rPr lang="en-IN" sz="1100" b="1" i="0" u="none" strike="noStrike" dirty="0">
                          <a:solidFill>
                            <a:schemeClr val="tx1"/>
                          </a:solidFill>
                          <a:effectLst/>
                          <a:latin typeface="Aptos Narrow" panose="020B0004020202020204" pitchFamily="34" charset="0"/>
                        </a:rPr>
                        <a:t>Johns Hopkins Medicine</a:t>
                      </a:r>
                    </a:p>
                  </a:txBody>
                  <a:tcPr marL="0" marR="0" marT="0" marB="0" anchor="ctr"/>
                </a:tc>
                <a:tc>
                  <a:txBody>
                    <a:bodyPr/>
                    <a:lstStyle/>
                    <a:p>
                      <a:pPr algn="ctr" fontAlgn="b">
                        <a:buNone/>
                      </a:pPr>
                      <a:r>
                        <a:rPr lang="en-IN" sz="1100" b="0" i="0" u="none" strike="noStrike" dirty="0">
                          <a:solidFill>
                            <a:srgbClr val="000000"/>
                          </a:solidFill>
                          <a:effectLst/>
                          <a:latin typeface="Aptos Narrow" panose="020B0004020202020204" pitchFamily="34" charset="0"/>
                        </a:rPr>
                        <a:t>16</a:t>
                      </a:r>
                    </a:p>
                  </a:txBody>
                  <a:tcPr marL="0" marR="0" marT="0" marB="0" anchor="ctr"/>
                </a:tc>
                <a:tc>
                  <a:txBody>
                    <a:bodyPr/>
                    <a:lstStyle/>
                    <a:p>
                      <a:pPr algn="ctr" fontAlgn="b">
                        <a:buNone/>
                      </a:pPr>
                      <a:r>
                        <a:rPr lang="en-IN" sz="1100" b="0" i="0" u="none" strike="noStrike">
                          <a:solidFill>
                            <a:srgbClr val="000000"/>
                          </a:solidFill>
                          <a:effectLst/>
                          <a:latin typeface="Aptos Narrow" panose="020B0004020202020204" pitchFamily="34" charset="0"/>
                        </a:rPr>
                        <a:t>0</a:t>
                      </a:r>
                    </a:p>
                  </a:txBody>
                  <a:tcPr marL="0" marR="0" marT="0" marB="0" anchor="ctr"/>
                </a:tc>
                <a:tc>
                  <a:txBody>
                    <a:bodyPr/>
                    <a:lstStyle/>
                    <a:p>
                      <a:pPr algn="ctr" fontAlgn="b">
                        <a:buNone/>
                      </a:pPr>
                      <a:r>
                        <a:rPr lang="en-IN" sz="1100" b="1" i="0" u="none" strike="noStrike" dirty="0">
                          <a:solidFill>
                            <a:srgbClr val="FF0000"/>
                          </a:solidFill>
                          <a:effectLst/>
                          <a:latin typeface="Aptos Narrow" panose="020B0004020202020204" pitchFamily="34" charset="0"/>
                        </a:rPr>
                        <a:t>-16</a:t>
                      </a:r>
                    </a:p>
                  </a:txBody>
                  <a:tcPr marL="0" marR="0" marT="0" marB="0" anchor="ctr"/>
                </a:tc>
                <a:tc>
                  <a:txBody>
                    <a:bodyPr/>
                    <a:lstStyle/>
                    <a:p>
                      <a:pPr algn="ctr" fontAlgn="b">
                        <a:buNone/>
                      </a:pPr>
                      <a:r>
                        <a:rPr lang="en-IN" sz="1100" b="1" i="0" u="none" strike="noStrike" dirty="0">
                          <a:solidFill>
                            <a:srgbClr val="FF0000"/>
                          </a:solidFill>
                          <a:effectLst/>
                          <a:latin typeface="Aptos Narrow" panose="020B0004020202020204" pitchFamily="34" charset="0"/>
                        </a:rPr>
                        <a:t>-100%</a:t>
                      </a:r>
                    </a:p>
                  </a:txBody>
                  <a:tcPr marL="0" marR="0" marT="0" marB="0" anchor="ctr"/>
                </a:tc>
                <a:extLst>
                  <a:ext uri="{0D108BD9-81ED-4DB2-BD59-A6C34878D82A}">
                    <a16:rowId xmlns:a16="http://schemas.microsoft.com/office/drawing/2014/main" val="1685877761"/>
                  </a:ext>
                </a:extLst>
              </a:tr>
              <a:tr h="403116">
                <a:tc>
                  <a:txBody>
                    <a:bodyPr/>
                    <a:lstStyle/>
                    <a:p>
                      <a:pPr algn="ctr" fontAlgn="b">
                        <a:buNone/>
                      </a:pPr>
                      <a:r>
                        <a:rPr lang="en-US" sz="1100" b="1" i="0" u="none" strike="noStrike" dirty="0">
                          <a:solidFill>
                            <a:schemeClr val="tx1"/>
                          </a:solidFill>
                          <a:effectLst/>
                          <a:latin typeface="Aptos Narrow" panose="020B0004020202020204" pitchFamily="34" charset="0"/>
                        </a:rPr>
                        <a:t>University of Virginia Main Campus</a:t>
                      </a:r>
                    </a:p>
                  </a:txBody>
                  <a:tcPr marL="0" marR="0" marT="0" marB="0" anchor="ctr"/>
                </a:tc>
                <a:tc>
                  <a:txBody>
                    <a:bodyPr/>
                    <a:lstStyle/>
                    <a:p>
                      <a:pPr algn="ctr" fontAlgn="b">
                        <a:buNone/>
                      </a:pPr>
                      <a:r>
                        <a:rPr lang="en-IN" sz="1100" b="0" i="0" u="none" strike="noStrike" dirty="0">
                          <a:solidFill>
                            <a:srgbClr val="000000"/>
                          </a:solidFill>
                          <a:effectLst/>
                          <a:latin typeface="Aptos Narrow" panose="020B0004020202020204" pitchFamily="34" charset="0"/>
                        </a:rPr>
                        <a:t>16</a:t>
                      </a:r>
                    </a:p>
                  </a:txBody>
                  <a:tcPr marL="0" marR="0" marT="0" marB="0" anchor="ctr"/>
                </a:tc>
                <a:tc>
                  <a:txBody>
                    <a:bodyPr/>
                    <a:lstStyle/>
                    <a:p>
                      <a:pPr algn="ctr" fontAlgn="b">
                        <a:buNone/>
                      </a:pPr>
                      <a:r>
                        <a:rPr lang="en-IN" sz="1100" b="0" i="0" u="none" strike="noStrike" dirty="0">
                          <a:solidFill>
                            <a:srgbClr val="000000"/>
                          </a:solidFill>
                          <a:effectLst/>
                          <a:latin typeface="Aptos Narrow" panose="020B0004020202020204" pitchFamily="34" charset="0"/>
                        </a:rPr>
                        <a:t>0</a:t>
                      </a:r>
                    </a:p>
                  </a:txBody>
                  <a:tcPr marL="0" marR="0" marT="0" marB="0" anchor="ctr"/>
                </a:tc>
                <a:tc>
                  <a:txBody>
                    <a:bodyPr/>
                    <a:lstStyle/>
                    <a:p>
                      <a:pPr algn="ctr" fontAlgn="b">
                        <a:buNone/>
                      </a:pPr>
                      <a:r>
                        <a:rPr lang="en-IN" sz="1100" b="1" i="0" u="none" strike="noStrike" dirty="0">
                          <a:solidFill>
                            <a:srgbClr val="FF0000"/>
                          </a:solidFill>
                          <a:effectLst/>
                          <a:latin typeface="Aptos Narrow" panose="020B0004020202020204" pitchFamily="34" charset="0"/>
                        </a:rPr>
                        <a:t>-16</a:t>
                      </a:r>
                    </a:p>
                  </a:txBody>
                  <a:tcPr marL="0" marR="0" marT="0" marB="0" anchor="ctr"/>
                </a:tc>
                <a:tc>
                  <a:txBody>
                    <a:bodyPr/>
                    <a:lstStyle/>
                    <a:p>
                      <a:pPr algn="ctr" fontAlgn="b">
                        <a:buNone/>
                      </a:pPr>
                      <a:r>
                        <a:rPr lang="en-IN" sz="1100" b="1" i="0" u="none" strike="noStrike" dirty="0">
                          <a:solidFill>
                            <a:srgbClr val="FF0000"/>
                          </a:solidFill>
                          <a:effectLst/>
                          <a:latin typeface="Aptos Narrow" panose="020B0004020202020204" pitchFamily="34" charset="0"/>
                        </a:rPr>
                        <a:t>-100%</a:t>
                      </a:r>
                    </a:p>
                  </a:txBody>
                  <a:tcPr marL="0" marR="0" marT="0" marB="0" anchor="ctr"/>
                </a:tc>
                <a:extLst>
                  <a:ext uri="{0D108BD9-81ED-4DB2-BD59-A6C34878D82A}">
                    <a16:rowId xmlns:a16="http://schemas.microsoft.com/office/drawing/2014/main" val="2585532566"/>
                  </a:ext>
                </a:extLst>
              </a:tr>
              <a:tr h="379665">
                <a:tc>
                  <a:txBody>
                    <a:bodyPr/>
                    <a:lstStyle/>
                    <a:p>
                      <a:pPr algn="ctr" fontAlgn="b">
                        <a:buNone/>
                      </a:pPr>
                      <a:r>
                        <a:rPr lang="en-IN" sz="1100" b="1" i="0" u="none" strike="noStrike" dirty="0">
                          <a:solidFill>
                            <a:schemeClr val="tx1"/>
                          </a:solidFill>
                          <a:effectLst/>
                          <a:latin typeface="Aptos Narrow" panose="020B0004020202020204" pitchFamily="34" charset="0"/>
                        </a:rPr>
                        <a:t>Regional Cancer Care Associates LLC</a:t>
                      </a:r>
                    </a:p>
                  </a:txBody>
                  <a:tcPr marL="0" marR="0" marT="0" marB="0" anchor="ctr"/>
                </a:tc>
                <a:tc>
                  <a:txBody>
                    <a:bodyPr/>
                    <a:lstStyle/>
                    <a:p>
                      <a:pPr algn="ctr" fontAlgn="b">
                        <a:buNone/>
                      </a:pPr>
                      <a:r>
                        <a:rPr lang="en-IN" sz="1100" b="0" i="0" u="none" strike="noStrike">
                          <a:solidFill>
                            <a:srgbClr val="000000"/>
                          </a:solidFill>
                          <a:effectLst/>
                          <a:latin typeface="Aptos Narrow" panose="020B0004020202020204" pitchFamily="34" charset="0"/>
                        </a:rPr>
                        <a:t>16</a:t>
                      </a:r>
                    </a:p>
                  </a:txBody>
                  <a:tcPr marL="0" marR="0" marT="0" marB="0" anchor="ctr"/>
                </a:tc>
                <a:tc>
                  <a:txBody>
                    <a:bodyPr/>
                    <a:lstStyle/>
                    <a:p>
                      <a:pPr algn="ctr" fontAlgn="b">
                        <a:buNone/>
                      </a:pPr>
                      <a:r>
                        <a:rPr lang="en-IN" sz="1100" b="0" i="0" u="none" strike="noStrike" dirty="0">
                          <a:solidFill>
                            <a:srgbClr val="000000"/>
                          </a:solidFill>
                          <a:effectLst/>
                          <a:latin typeface="Aptos Narrow" panose="020B0004020202020204" pitchFamily="34" charset="0"/>
                        </a:rPr>
                        <a:t>2</a:t>
                      </a:r>
                    </a:p>
                  </a:txBody>
                  <a:tcPr marL="0" marR="0" marT="0" marB="0" anchor="ctr"/>
                </a:tc>
                <a:tc>
                  <a:txBody>
                    <a:bodyPr/>
                    <a:lstStyle/>
                    <a:p>
                      <a:pPr algn="ctr" fontAlgn="b">
                        <a:buNone/>
                      </a:pPr>
                      <a:r>
                        <a:rPr lang="en-IN" sz="1100" b="1" i="0" u="none" strike="noStrike" dirty="0">
                          <a:solidFill>
                            <a:srgbClr val="FF0000"/>
                          </a:solidFill>
                          <a:effectLst/>
                          <a:latin typeface="Aptos Narrow" panose="020B0004020202020204" pitchFamily="34" charset="0"/>
                        </a:rPr>
                        <a:t>-14</a:t>
                      </a:r>
                    </a:p>
                  </a:txBody>
                  <a:tcPr marL="0" marR="0" marT="0" marB="0" anchor="ctr"/>
                </a:tc>
                <a:tc>
                  <a:txBody>
                    <a:bodyPr/>
                    <a:lstStyle/>
                    <a:p>
                      <a:pPr algn="ctr" fontAlgn="b">
                        <a:buNone/>
                      </a:pPr>
                      <a:r>
                        <a:rPr lang="en-IN" sz="1100" b="1" i="0" u="none" strike="noStrike" dirty="0">
                          <a:solidFill>
                            <a:srgbClr val="FF0000"/>
                          </a:solidFill>
                          <a:effectLst/>
                          <a:latin typeface="Aptos Narrow" panose="020B0004020202020204" pitchFamily="34" charset="0"/>
                        </a:rPr>
                        <a:t>-88%</a:t>
                      </a:r>
                    </a:p>
                  </a:txBody>
                  <a:tcPr marL="0" marR="0" marT="0" marB="0" anchor="ctr"/>
                </a:tc>
                <a:extLst>
                  <a:ext uri="{0D108BD9-81ED-4DB2-BD59-A6C34878D82A}">
                    <a16:rowId xmlns:a16="http://schemas.microsoft.com/office/drawing/2014/main" val="2777197226"/>
                  </a:ext>
                </a:extLst>
              </a:tr>
            </a:tbl>
          </a:graphicData>
        </a:graphic>
      </p:graphicFrame>
      <p:graphicFrame>
        <p:nvGraphicFramePr>
          <p:cNvPr id="20" name="Table 6">
            <a:extLst>
              <a:ext uri="{FF2B5EF4-FFF2-40B4-BE49-F238E27FC236}">
                <a16:creationId xmlns:a16="http://schemas.microsoft.com/office/drawing/2014/main" id="{EC786A4E-8A8B-26BF-0115-765F56ADF180}"/>
              </a:ext>
            </a:extLst>
          </p:cNvPr>
          <p:cNvGraphicFramePr>
            <a:graphicFrameLocks noGrp="1"/>
          </p:cNvGraphicFramePr>
          <p:nvPr>
            <p:extLst>
              <p:ext uri="{D42A27DB-BD31-4B8C-83A1-F6EECF244321}">
                <p14:modId xmlns:p14="http://schemas.microsoft.com/office/powerpoint/2010/main" val="243248331"/>
              </p:ext>
            </p:extLst>
          </p:nvPr>
        </p:nvGraphicFramePr>
        <p:xfrm>
          <a:off x="6013172" y="2990443"/>
          <a:ext cx="5741386" cy="1419556"/>
        </p:xfrm>
        <a:graphic>
          <a:graphicData uri="http://schemas.openxmlformats.org/drawingml/2006/table">
            <a:tbl>
              <a:tblPr firstRow="1" bandRow="1">
                <a:tableStyleId>{3B4B98B0-60AC-42C2-AFA5-B58CD77FA1E5}</a:tableStyleId>
              </a:tblPr>
              <a:tblGrid>
                <a:gridCol w="2005432">
                  <a:extLst>
                    <a:ext uri="{9D8B030D-6E8A-4147-A177-3AD203B41FA5}">
                      <a16:colId xmlns:a16="http://schemas.microsoft.com/office/drawing/2014/main" val="2131702879"/>
                    </a:ext>
                  </a:extLst>
                </a:gridCol>
                <a:gridCol w="1012064">
                  <a:extLst>
                    <a:ext uri="{9D8B030D-6E8A-4147-A177-3AD203B41FA5}">
                      <a16:colId xmlns:a16="http://schemas.microsoft.com/office/drawing/2014/main" val="109579855"/>
                    </a:ext>
                  </a:extLst>
                </a:gridCol>
                <a:gridCol w="789468">
                  <a:extLst>
                    <a:ext uri="{9D8B030D-6E8A-4147-A177-3AD203B41FA5}">
                      <a16:colId xmlns:a16="http://schemas.microsoft.com/office/drawing/2014/main" val="2368129063"/>
                    </a:ext>
                  </a:extLst>
                </a:gridCol>
                <a:gridCol w="982637">
                  <a:extLst>
                    <a:ext uri="{9D8B030D-6E8A-4147-A177-3AD203B41FA5}">
                      <a16:colId xmlns:a16="http://schemas.microsoft.com/office/drawing/2014/main" val="1015831616"/>
                    </a:ext>
                  </a:extLst>
                </a:gridCol>
                <a:gridCol w="951785">
                  <a:extLst>
                    <a:ext uri="{9D8B030D-6E8A-4147-A177-3AD203B41FA5}">
                      <a16:colId xmlns:a16="http://schemas.microsoft.com/office/drawing/2014/main" val="3173316217"/>
                    </a:ext>
                  </a:extLst>
                </a:gridCol>
              </a:tblGrid>
              <a:tr h="335083">
                <a:tc>
                  <a:txBody>
                    <a:bodyPr/>
                    <a:lstStyle/>
                    <a:p>
                      <a:pPr marL="0" marR="0" indent="0" algn="ctr" defTabSz="914400" fontAlgn="t" latinLnBrk="0">
                        <a:lnSpc>
                          <a:spcPct val="100000"/>
                        </a:lnSpc>
                        <a:spcBef>
                          <a:spcPts val="0"/>
                        </a:spcBef>
                        <a:spcAft>
                          <a:spcPts val="0"/>
                        </a:spcAft>
                        <a:buClrTx/>
                        <a:buSzTx/>
                        <a:buFontTx/>
                        <a:buNone/>
                        <a:tabLst/>
                      </a:pPr>
                      <a:r>
                        <a:rPr lang="en-IN" sz="1100" b="1" u="none" strike="noStrike" cap="none" spc="0" baseline="0" dirty="0">
                          <a:solidFill>
                            <a:schemeClr val="bg1">
                              <a:lumMod val="95000"/>
                            </a:schemeClr>
                          </a:solidFill>
                          <a:effectLst/>
                          <a:uFillTx/>
                          <a:latin typeface="Arial Nova" panose="020B0504020202020204" pitchFamily="34" charset="0"/>
                          <a:sym typeface="Montserrat Regular"/>
                        </a:rPr>
                        <a:t>Top Contributors to Growth</a:t>
                      </a:r>
                      <a:endParaRPr lang="en-IN" sz="1100" b="1" i="0" u="none" strike="noStrike" cap="none" spc="0" baseline="0" dirty="0">
                        <a:solidFill>
                          <a:schemeClr val="bg1">
                            <a:lumMod val="95000"/>
                          </a:schemeClr>
                        </a:solidFill>
                        <a:effectLst/>
                        <a:uFillTx/>
                        <a:latin typeface="Arial Nova" panose="020B0504020202020204" pitchFamily="34" charset="0"/>
                        <a:ea typeface="+mn-ea"/>
                        <a:cs typeface="+mn-cs"/>
                        <a:sym typeface="Montserrat Regular"/>
                      </a:endParaRPr>
                    </a:p>
                  </a:txBody>
                  <a:tcPr marL="9525" marR="9525" marT="9525" marB="0" anchor="ctr">
                    <a:solidFill>
                      <a:srgbClr val="000738"/>
                    </a:solidFill>
                  </a:tcPr>
                </a:tc>
                <a:tc>
                  <a:txBody>
                    <a:bodyPr/>
                    <a:lstStyle/>
                    <a:p>
                      <a:pPr marL="0" marR="0" indent="0" algn="ctr" defTabSz="914400" fontAlgn="t" latinLnBrk="0">
                        <a:lnSpc>
                          <a:spcPct val="100000"/>
                        </a:lnSpc>
                        <a:spcBef>
                          <a:spcPts val="0"/>
                        </a:spcBef>
                        <a:spcAft>
                          <a:spcPts val="0"/>
                        </a:spcAft>
                        <a:buClrTx/>
                        <a:buSzTx/>
                        <a:buFontTx/>
                        <a:buNone/>
                        <a:tabLst/>
                      </a:pPr>
                      <a:r>
                        <a:rPr lang="en-IN" sz="1100" b="1" u="none" strike="noStrike" cap="none" spc="0" baseline="0" dirty="0">
                          <a:solidFill>
                            <a:schemeClr val="bg1">
                              <a:lumMod val="95000"/>
                            </a:schemeClr>
                          </a:solidFill>
                          <a:effectLst/>
                          <a:uFillTx/>
                          <a:latin typeface="Arial Nova" panose="020B0504020202020204" pitchFamily="34" charset="0"/>
                          <a:sym typeface="Montserrat Regular"/>
                        </a:rPr>
                        <a:t>Q4’25 Vials</a:t>
                      </a:r>
                      <a:endParaRPr lang="en-IN" sz="1100" b="1" i="0" u="none" strike="noStrike" cap="none" spc="0" baseline="0" dirty="0">
                        <a:solidFill>
                          <a:schemeClr val="bg1">
                            <a:lumMod val="95000"/>
                          </a:schemeClr>
                        </a:solidFill>
                        <a:effectLst/>
                        <a:uFillTx/>
                        <a:latin typeface="Arial Nova" panose="020B0504020202020204" pitchFamily="34" charset="0"/>
                        <a:ea typeface="+mn-ea"/>
                        <a:cs typeface="+mn-cs"/>
                        <a:sym typeface="Montserrat Regular"/>
                      </a:endParaRPr>
                    </a:p>
                  </a:txBody>
                  <a:tcPr marL="9525" marR="9525" marT="9525" marB="0" anchor="ctr">
                    <a:solidFill>
                      <a:srgbClr val="000738"/>
                    </a:solidFill>
                  </a:tcPr>
                </a:tc>
                <a:tc>
                  <a:txBody>
                    <a:bodyPr/>
                    <a:lstStyle/>
                    <a:p>
                      <a:pPr marL="0" marR="0" indent="0" algn="ctr" defTabSz="914400" fontAlgn="t" latinLnBrk="0">
                        <a:lnSpc>
                          <a:spcPct val="100000"/>
                        </a:lnSpc>
                        <a:spcBef>
                          <a:spcPts val="0"/>
                        </a:spcBef>
                        <a:spcAft>
                          <a:spcPts val="0"/>
                        </a:spcAft>
                        <a:buClrTx/>
                        <a:buSzTx/>
                        <a:buFontTx/>
                        <a:buNone/>
                        <a:tabLst/>
                      </a:pPr>
                      <a:r>
                        <a:rPr lang="en-IN" sz="1100" b="1" u="none" strike="noStrike" cap="none" spc="0" baseline="0" dirty="0">
                          <a:solidFill>
                            <a:schemeClr val="bg1">
                              <a:lumMod val="95000"/>
                            </a:schemeClr>
                          </a:solidFill>
                          <a:effectLst/>
                          <a:uFillTx/>
                          <a:latin typeface="Arial Nova" panose="020B0504020202020204" pitchFamily="34" charset="0"/>
                          <a:sym typeface="Montserrat Regular"/>
                        </a:rPr>
                        <a:t>Q1’26 Vials</a:t>
                      </a:r>
                      <a:endParaRPr lang="en-IN" sz="1100" b="1" i="0" u="none" strike="noStrike" cap="none" spc="0" baseline="0" dirty="0">
                        <a:solidFill>
                          <a:schemeClr val="bg1">
                            <a:lumMod val="95000"/>
                          </a:schemeClr>
                        </a:solidFill>
                        <a:effectLst/>
                        <a:uFillTx/>
                        <a:latin typeface="Arial Nova" panose="020B0504020202020204" pitchFamily="34" charset="0"/>
                        <a:ea typeface="+mn-ea"/>
                        <a:cs typeface="+mn-cs"/>
                        <a:sym typeface="Montserrat Regular"/>
                      </a:endParaRPr>
                    </a:p>
                  </a:txBody>
                  <a:tcPr marL="9525" marR="9525" marT="9525" marB="0" anchor="ctr">
                    <a:solidFill>
                      <a:srgbClr val="000738"/>
                    </a:solidFill>
                  </a:tcPr>
                </a:tc>
                <a:tc>
                  <a:txBody>
                    <a:bodyPr/>
                    <a:lstStyle/>
                    <a:p>
                      <a:pPr marL="0" marR="0" indent="0" algn="ctr" defTabSz="914400" fontAlgn="t" latinLnBrk="0">
                        <a:lnSpc>
                          <a:spcPct val="100000"/>
                        </a:lnSpc>
                        <a:spcBef>
                          <a:spcPts val="0"/>
                        </a:spcBef>
                        <a:spcAft>
                          <a:spcPts val="0"/>
                        </a:spcAft>
                        <a:buClrTx/>
                        <a:buSzTx/>
                        <a:buFontTx/>
                        <a:buNone/>
                        <a:tabLst/>
                      </a:pPr>
                      <a:r>
                        <a:rPr lang="en-IN" sz="1100" b="1" u="none" strike="noStrike" cap="none" spc="0" baseline="0" dirty="0">
                          <a:solidFill>
                            <a:schemeClr val="bg1">
                              <a:lumMod val="95000"/>
                            </a:schemeClr>
                          </a:solidFill>
                          <a:effectLst/>
                          <a:uFillTx/>
                          <a:latin typeface="Arial Nova" panose="020B0504020202020204" pitchFamily="34" charset="0"/>
                          <a:sym typeface="Montserrat Regular"/>
                        </a:rPr>
                        <a:t>Change</a:t>
                      </a:r>
                      <a:endParaRPr lang="en-IN" sz="1100" b="1" i="0" u="none" strike="noStrike" cap="none" spc="0" baseline="0" dirty="0">
                        <a:solidFill>
                          <a:schemeClr val="bg1">
                            <a:lumMod val="95000"/>
                          </a:schemeClr>
                        </a:solidFill>
                        <a:effectLst/>
                        <a:uFillTx/>
                        <a:latin typeface="Arial Nova" panose="020B0504020202020204" pitchFamily="34" charset="0"/>
                        <a:ea typeface="+mn-ea"/>
                        <a:cs typeface="+mn-cs"/>
                        <a:sym typeface="Montserrat Regular"/>
                      </a:endParaRPr>
                    </a:p>
                  </a:txBody>
                  <a:tcPr marL="9525" marR="9525" marT="9525" marB="0" anchor="ctr">
                    <a:solidFill>
                      <a:srgbClr val="000738"/>
                    </a:solidFill>
                  </a:tcPr>
                </a:tc>
                <a:tc>
                  <a:txBody>
                    <a:bodyPr/>
                    <a:lstStyle/>
                    <a:p>
                      <a:pPr marL="0" marR="0" indent="0" algn="ctr" defTabSz="914400" fontAlgn="t" latinLnBrk="0">
                        <a:lnSpc>
                          <a:spcPct val="100000"/>
                        </a:lnSpc>
                        <a:spcBef>
                          <a:spcPts val="0"/>
                        </a:spcBef>
                        <a:spcAft>
                          <a:spcPts val="0"/>
                        </a:spcAft>
                        <a:buClrTx/>
                        <a:buSzTx/>
                        <a:buFontTx/>
                        <a:buNone/>
                        <a:tabLst/>
                      </a:pPr>
                      <a:r>
                        <a:rPr lang="en-IN" sz="1100" b="1" u="none" strike="noStrike" cap="none" spc="0" baseline="0" dirty="0">
                          <a:solidFill>
                            <a:schemeClr val="bg1">
                              <a:lumMod val="95000"/>
                            </a:schemeClr>
                          </a:solidFill>
                          <a:effectLst/>
                          <a:uFillTx/>
                          <a:latin typeface="Arial Nova" panose="020B0504020202020204" pitchFamily="34" charset="0"/>
                          <a:sym typeface="Montserrat Regular"/>
                        </a:rPr>
                        <a:t>Change %</a:t>
                      </a:r>
                      <a:endParaRPr lang="en-IN" sz="1100" b="1" i="0" u="none" strike="noStrike" cap="none" spc="0" baseline="0" dirty="0">
                        <a:solidFill>
                          <a:schemeClr val="bg1">
                            <a:lumMod val="95000"/>
                          </a:schemeClr>
                        </a:solidFill>
                        <a:effectLst/>
                        <a:uFillTx/>
                        <a:latin typeface="Arial Nova" panose="020B0504020202020204" pitchFamily="34" charset="0"/>
                        <a:ea typeface="+mn-ea"/>
                        <a:cs typeface="+mn-cs"/>
                        <a:sym typeface="Montserrat Regular"/>
                      </a:endParaRPr>
                    </a:p>
                  </a:txBody>
                  <a:tcPr marL="9525" marR="9525" marT="9525" marB="0" anchor="ctr">
                    <a:solidFill>
                      <a:srgbClr val="000738"/>
                    </a:solidFill>
                  </a:tcPr>
                </a:tc>
                <a:extLst>
                  <a:ext uri="{0D108BD9-81ED-4DB2-BD59-A6C34878D82A}">
                    <a16:rowId xmlns:a16="http://schemas.microsoft.com/office/drawing/2014/main" val="3918405247"/>
                  </a:ext>
                </a:extLst>
              </a:tr>
              <a:tr h="393609">
                <a:tc>
                  <a:txBody>
                    <a:bodyPr/>
                    <a:lstStyle/>
                    <a:p>
                      <a:pPr algn="ctr" fontAlgn="b">
                        <a:buNone/>
                      </a:pPr>
                      <a:r>
                        <a:rPr lang="en-IN" sz="1100" b="1" i="0" u="none" strike="noStrike" dirty="0">
                          <a:solidFill>
                            <a:srgbClr val="000000"/>
                          </a:solidFill>
                          <a:effectLst/>
                          <a:latin typeface="Aptos Narrow" panose="020B0004020202020204" pitchFamily="34" charset="0"/>
                        </a:rPr>
                        <a:t>Mass General Brigham Inc</a:t>
                      </a:r>
                    </a:p>
                  </a:txBody>
                  <a:tcPr marL="0" marR="0" marT="0" marB="0" anchor="ctr"/>
                </a:tc>
                <a:tc>
                  <a:txBody>
                    <a:bodyPr/>
                    <a:lstStyle/>
                    <a:p>
                      <a:pPr algn="ctr" fontAlgn="b">
                        <a:buNone/>
                      </a:pPr>
                      <a:r>
                        <a:rPr lang="en-IN" sz="1100" b="0" i="0" u="none" strike="noStrike" dirty="0">
                          <a:solidFill>
                            <a:srgbClr val="000000"/>
                          </a:solidFill>
                          <a:effectLst/>
                          <a:latin typeface="Aptos Narrow" panose="020B0004020202020204" pitchFamily="34" charset="0"/>
                        </a:rPr>
                        <a:t>0</a:t>
                      </a:r>
                    </a:p>
                  </a:txBody>
                  <a:tcPr marL="0" marR="0" marT="0" marB="0" anchor="ctr"/>
                </a:tc>
                <a:tc>
                  <a:txBody>
                    <a:bodyPr/>
                    <a:lstStyle/>
                    <a:p>
                      <a:pPr algn="ctr" fontAlgn="b">
                        <a:buNone/>
                      </a:pPr>
                      <a:r>
                        <a:rPr lang="en-IN" sz="1100" b="0" i="0" u="none" strike="noStrike" dirty="0">
                          <a:solidFill>
                            <a:srgbClr val="000000"/>
                          </a:solidFill>
                          <a:effectLst/>
                          <a:latin typeface="Aptos Narrow" panose="020B0004020202020204" pitchFamily="34" charset="0"/>
                        </a:rPr>
                        <a:t>26</a:t>
                      </a:r>
                    </a:p>
                  </a:txBody>
                  <a:tcPr marL="0" marR="0" marT="0" marB="0" anchor="ctr"/>
                </a:tc>
                <a:tc>
                  <a:txBody>
                    <a:bodyPr/>
                    <a:lstStyle/>
                    <a:p>
                      <a:pPr algn="ctr" fontAlgn="b">
                        <a:buNone/>
                      </a:pPr>
                      <a:r>
                        <a:rPr lang="en-IN" sz="1100" b="1" i="0" u="none" strike="noStrike" dirty="0">
                          <a:solidFill>
                            <a:srgbClr val="00B050"/>
                          </a:solidFill>
                          <a:effectLst/>
                          <a:latin typeface="Aptos Narrow" panose="020B0004020202020204" pitchFamily="34" charset="0"/>
                        </a:rPr>
                        <a:t>26</a:t>
                      </a:r>
                    </a:p>
                  </a:txBody>
                  <a:tcPr marL="0" marR="0" marT="0" marB="0" anchor="ctr"/>
                </a:tc>
                <a:tc>
                  <a:txBody>
                    <a:bodyPr/>
                    <a:lstStyle/>
                    <a:p>
                      <a:pPr algn="ctr" fontAlgn="b">
                        <a:buNone/>
                      </a:pPr>
                      <a:r>
                        <a:rPr lang="en-IN" sz="1100" b="1" i="0" u="none" strike="noStrike" dirty="0">
                          <a:solidFill>
                            <a:srgbClr val="00B050"/>
                          </a:solidFill>
                          <a:effectLst/>
                          <a:latin typeface="Aptos Narrow" panose="020B0004020202020204" pitchFamily="34" charset="0"/>
                        </a:rPr>
                        <a:t>Reactivated</a:t>
                      </a:r>
                    </a:p>
                  </a:txBody>
                  <a:tcPr marL="0" marR="0" marT="0" marB="0" anchor="ctr"/>
                </a:tc>
                <a:extLst>
                  <a:ext uri="{0D108BD9-81ED-4DB2-BD59-A6C34878D82A}">
                    <a16:rowId xmlns:a16="http://schemas.microsoft.com/office/drawing/2014/main" val="1685877761"/>
                  </a:ext>
                </a:extLst>
              </a:tr>
              <a:tr h="355781">
                <a:tc>
                  <a:txBody>
                    <a:bodyPr/>
                    <a:lstStyle/>
                    <a:p>
                      <a:pPr algn="ctr" fontAlgn="b">
                        <a:buNone/>
                      </a:pPr>
                      <a:r>
                        <a:rPr lang="en-IN" sz="1100" b="1" i="0" u="none" strike="noStrike" dirty="0">
                          <a:solidFill>
                            <a:srgbClr val="000000"/>
                          </a:solidFill>
                          <a:effectLst/>
                          <a:latin typeface="Aptos Narrow" panose="020B0004020202020204" pitchFamily="34" charset="0"/>
                        </a:rPr>
                        <a:t>NYU Langone Health</a:t>
                      </a:r>
                    </a:p>
                  </a:txBody>
                  <a:tcPr marL="0" marR="0" marT="0" marB="0" anchor="ctr"/>
                </a:tc>
                <a:tc>
                  <a:txBody>
                    <a:bodyPr/>
                    <a:lstStyle/>
                    <a:p>
                      <a:pPr algn="ctr" fontAlgn="b">
                        <a:buNone/>
                      </a:pPr>
                      <a:r>
                        <a:rPr lang="en-IN" sz="1100" b="0" i="0" u="none" strike="noStrike" dirty="0">
                          <a:solidFill>
                            <a:srgbClr val="000000"/>
                          </a:solidFill>
                          <a:effectLst/>
                          <a:latin typeface="Aptos Narrow" panose="020B0004020202020204" pitchFamily="34" charset="0"/>
                        </a:rPr>
                        <a:t>12</a:t>
                      </a:r>
                    </a:p>
                  </a:txBody>
                  <a:tcPr marL="0" marR="0" marT="0" marB="0" anchor="ctr"/>
                </a:tc>
                <a:tc>
                  <a:txBody>
                    <a:bodyPr/>
                    <a:lstStyle/>
                    <a:p>
                      <a:pPr algn="ctr" fontAlgn="b">
                        <a:buNone/>
                      </a:pPr>
                      <a:r>
                        <a:rPr lang="en-IN" sz="1100" b="0" i="0" u="none" strike="noStrike" dirty="0">
                          <a:solidFill>
                            <a:srgbClr val="000000"/>
                          </a:solidFill>
                          <a:effectLst/>
                          <a:latin typeface="Aptos Narrow" panose="020B0004020202020204" pitchFamily="34" charset="0"/>
                        </a:rPr>
                        <a:t>28</a:t>
                      </a:r>
                    </a:p>
                  </a:txBody>
                  <a:tcPr marL="0" marR="0" marT="0" marB="0" anchor="ctr"/>
                </a:tc>
                <a:tc>
                  <a:txBody>
                    <a:bodyPr/>
                    <a:lstStyle/>
                    <a:p>
                      <a:pPr algn="ctr" fontAlgn="b">
                        <a:buNone/>
                      </a:pPr>
                      <a:r>
                        <a:rPr lang="en-IN" sz="1100" b="1" i="0" u="none" strike="noStrike" dirty="0">
                          <a:solidFill>
                            <a:srgbClr val="00B050"/>
                          </a:solidFill>
                          <a:effectLst/>
                          <a:latin typeface="Aptos Narrow" panose="020B0004020202020204" pitchFamily="34" charset="0"/>
                        </a:rPr>
                        <a:t>16</a:t>
                      </a:r>
                    </a:p>
                  </a:txBody>
                  <a:tcPr marL="0" marR="0" marT="0" marB="0" anchor="ctr"/>
                </a:tc>
                <a:tc>
                  <a:txBody>
                    <a:bodyPr/>
                    <a:lstStyle/>
                    <a:p>
                      <a:pPr algn="ctr" fontAlgn="b">
                        <a:buNone/>
                      </a:pPr>
                      <a:r>
                        <a:rPr lang="en-IN" sz="1100" b="1" i="0" u="none" strike="noStrike">
                          <a:solidFill>
                            <a:srgbClr val="00B050"/>
                          </a:solidFill>
                          <a:effectLst/>
                          <a:latin typeface="Aptos Narrow" panose="020B0004020202020204" pitchFamily="34" charset="0"/>
                        </a:rPr>
                        <a:t>133%</a:t>
                      </a:r>
                    </a:p>
                  </a:txBody>
                  <a:tcPr marL="0" marR="0" marT="0" marB="0" anchor="ctr"/>
                </a:tc>
                <a:extLst>
                  <a:ext uri="{0D108BD9-81ED-4DB2-BD59-A6C34878D82A}">
                    <a16:rowId xmlns:a16="http://schemas.microsoft.com/office/drawing/2014/main" val="2585532566"/>
                  </a:ext>
                </a:extLst>
              </a:tr>
              <a:tr h="335083">
                <a:tc>
                  <a:txBody>
                    <a:bodyPr/>
                    <a:lstStyle/>
                    <a:p>
                      <a:pPr algn="ctr" fontAlgn="b">
                        <a:buNone/>
                      </a:pPr>
                      <a:r>
                        <a:rPr lang="en-IN" sz="1100" b="1" i="0" u="none" strike="noStrike" dirty="0">
                          <a:solidFill>
                            <a:srgbClr val="000000"/>
                          </a:solidFill>
                          <a:effectLst/>
                          <a:latin typeface="Aptos Narrow" panose="020B0004020202020204" pitchFamily="34" charset="0"/>
                        </a:rPr>
                        <a:t>University of Rochester Medicine</a:t>
                      </a:r>
                    </a:p>
                  </a:txBody>
                  <a:tcPr marL="0" marR="0" marT="0" marB="0" anchor="ctr"/>
                </a:tc>
                <a:tc>
                  <a:txBody>
                    <a:bodyPr/>
                    <a:lstStyle/>
                    <a:p>
                      <a:pPr algn="ctr" fontAlgn="b">
                        <a:buNone/>
                      </a:pPr>
                      <a:r>
                        <a:rPr lang="en-IN" sz="1100" b="0" i="0" u="none" strike="noStrike">
                          <a:solidFill>
                            <a:srgbClr val="000000"/>
                          </a:solidFill>
                          <a:effectLst/>
                          <a:latin typeface="Aptos Narrow" panose="020B0004020202020204" pitchFamily="34" charset="0"/>
                        </a:rPr>
                        <a:t>6</a:t>
                      </a:r>
                    </a:p>
                  </a:txBody>
                  <a:tcPr marL="0" marR="0" marT="0" marB="0" anchor="ctr"/>
                </a:tc>
                <a:tc>
                  <a:txBody>
                    <a:bodyPr/>
                    <a:lstStyle/>
                    <a:p>
                      <a:pPr algn="ctr" fontAlgn="b">
                        <a:buNone/>
                      </a:pPr>
                      <a:r>
                        <a:rPr lang="en-IN" sz="1100" b="0" i="0" u="none" strike="noStrike" dirty="0">
                          <a:solidFill>
                            <a:srgbClr val="000000"/>
                          </a:solidFill>
                          <a:effectLst/>
                          <a:latin typeface="Aptos Narrow" panose="020B0004020202020204" pitchFamily="34" charset="0"/>
                        </a:rPr>
                        <a:t>22</a:t>
                      </a:r>
                    </a:p>
                  </a:txBody>
                  <a:tcPr marL="0" marR="0" marT="0" marB="0" anchor="ctr"/>
                </a:tc>
                <a:tc>
                  <a:txBody>
                    <a:bodyPr/>
                    <a:lstStyle/>
                    <a:p>
                      <a:pPr algn="ctr" fontAlgn="b">
                        <a:buNone/>
                      </a:pPr>
                      <a:r>
                        <a:rPr lang="en-IN" sz="1100" b="1" i="0" u="none" strike="noStrike" dirty="0">
                          <a:solidFill>
                            <a:srgbClr val="00B050"/>
                          </a:solidFill>
                          <a:effectLst/>
                          <a:latin typeface="Aptos Narrow" panose="020B0004020202020204" pitchFamily="34" charset="0"/>
                        </a:rPr>
                        <a:t>16</a:t>
                      </a:r>
                    </a:p>
                  </a:txBody>
                  <a:tcPr marL="0" marR="0" marT="0" marB="0" anchor="ctr"/>
                </a:tc>
                <a:tc>
                  <a:txBody>
                    <a:bodyPr/>
                    <a:lstStyle/>
                    <a:p>
                      <a:pPr algn="ctr" fontAlgn="b">
                        <a:buNone/>
                      </a:pPr>
                      <a:r>
                        <a:rPr lang="en-IN" sz="1100" b="1" i="0" u="none" strike="noStrike" dirty="0">
                          <a:solidFill>
                            <a:srgbClr val="00B050"/>
                          </a:solidFill>
                          <a:effectLst/>
                          <a:latin typeface="Aptos Narrow" panose="020B0004020202020204" pitchFamily="34" charset="0"/>
                        </a:rPr>
                        <a:t>267%</a:t>
                      </a:r>
                    </a:p>
                  </a:txBody>
                  <a:tcPr marL="0" marR="0" marT="0" marB="0" anchor="ctr"/>
                </a:tc>
                <a:extLst>
                  <a:ext uri="{0D108BD9-81ED-4DB2-BD59-A6C34878D82A}">
                    <a16:rowId xmlns:a16="http://schemas.microsoft.com/office/drawing/2014/main" val="2777197226"/>
                  </a:ext>
                </a:extLst>
              </a:tr>
            </a:tbl>
          </a:graphicData>
        </a:graphic>
      </p:graphicFrame>
      <p:sp>
        <p:nvSpPr>
          <p:cNvPr id="25" name="Content Placeholder 5">
            <a:extLst>
              <a:ext uri="{FF2B5EF4-FFF2-40B4-BE49-F238E27FC236}">
                <a16:creationId xmlns:a16="http://schemas.microsoft.com/office/drawing/2014/main" id="{2287D9A4-F8C9-C8D8-FF6D-20B2E3C102FA}"/>
              </a:ext>
            </a:extLst>
          </p:cNvPr>
          <p:cNvSpPr txBox="1">
            <a:spLocks/>
          </p:cNvSpPr>
          <p:nvPr/>
        </p:nvSpPr>
        <p:spPr>
          <a:xfrm>
            <a:off x="6004338" y="1239289"/>
            <a:ext cx="5741386" cy="1683120"/>
          </a:xfrm>
          <a:prstGeom prst="rect">
            <a:avLst/>
          </a:prstGeom>
          <a:ln w="9525">
            <a:solidFill>
              <a:schemeClr val="bg1">
                <a:lumMod val="85000"/>
              </a:schemeClr>
            </a:solidFill>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20" rIns="45719" anchor="ctr">
            <a:noAutofit/>
          </a:bodyPr>
          <a:lstStyle>
            <a:lvl1pPr marL="228560" marR="0" indent="-228560" algn="l" defTabSz="914240" eaLnBrk="1" latinLnBrk="0" hangingPunct="1">
              <a:lnSpc>
                <a:spcPct val="90000"/>
              </a:lnSpc>
              <a:spcBef>
                <a:spcPts val="1000"/>
              </a:spcBef>
              <a:spcAft>
                <a:spcPts val="400"/>
              </a:spcAft>
              <a:buClr>
                <a:schemeClr val="accent4"/>
              </a:buClr>
              <a:buSzPct val="100000"/>
              <a:buFont typeface="Arial" panose="020B0604020202020204" pitchFamily="34" charset="0"/>
              <a:buChar char="•"/>
              <a:tabLst/>
              <a:defRPr sz="1600" b="0" i="0" u="none" strike="noStrike" cap="none" spc="0" baseline="0">
                <a:solidFill>
                  <a:schemeClr val="bg2"/>
                </a:solidFill>
                <a:uFillTx/>
                <a:latin typeface="Arial" panose="020B0604020202020204" pitchFamily="34" charset="0"/>
                <a:ea typeface="Arial" panose="020B0604020202020204" pitchFamily="34" charset="0"/>
                <a:cs typeface="Arial" panose="020B0604020202020204" pitchFamily="34" charset="0"/>
                <a:sym typeface="Avenir Book"/>
              </a:defRPr>
            </a:lvl1pPr>
            <a:lvl2pPr marL="463550" marR="0" indent="-165100" algn="l" defTabSz="914240" eaLnBrk="1" latinLnBrk="0" hangingPunct="1">
              <a:lnSpc>
                <a:spcPct val="90000"/>
              </a:lnSpc>
              <a:spcBef>
                <a:spcPts val="400"/>
              </a:spcBef>
              <a:spcAft>
                <a:spcPts val="400"/>
              </a:spcAft>
              <a:buClr>
                <a:schemeClr val="accent4"/>
              </a:buClr>
              <a:buSzPct val="100000"/>
              <a:buFont typeface="System Font Regular"/>
              <a:buChar char="–"/>
              <a:tabLst/>
              <a:defRPr sz="1400" b="0" i="0" u="none" strike="noStrike" cap="none" spc="0" baseline="0">
                <a:solidFill>
                  <a:schemeClr val="bg2"/>
                </a:solidFill>
                <a:uFillTx/>
                <a:latin typeface="Arial" panose="020B0604020202020204" pitchFamily="34" charset="0"/>
                <a:ea typeface="Arial" panose="020B0604020202020204" pitchFamily="34" charset="0"/>
                <a:cs typeface="Arial" panose="020B0604020202020204" pitchFamily="34" charset="0"/>
                <a:sym typeface="Avenir Book"/>
              </a:defRPr>
            </a:lvl2pPr>
            <a:lvl3pPr marL="687388" marR="0" indent="-173038" algn="l" defTabSz="914240" eaLnBrk="1" latinLnBrk="0" hangingPunct="1">
              <a:lnSpc>
                <a:spcPct val="90000"/>
              </a:lnSpc>
              <a:spcBef>
                <a:spcPts val="400"/>
              </a:spcBef>
              <a:spcAft>
                <a:spcPts val="400"/>
              </a:spcAft>
              <a:buClr>
                <a:schemeClr val="accent4"/>
              </a:buClr>
              <a:buSzPct val="100000"/>
              <a:buFont typeface="Arial" panose="020B0604020202020204" pitchFamily="34" charset="0"/>
              <a:buChar char="•"/>
              <a:tabLst/>
              <a:defRPr sz="1200" b="0" i="0" u="none" strike="noStrike" cap="none" spc="0" baseline="0">
                <a:solidFill>
                  <a:schemeClr val="bg2"/>
                </a:solidFill>
                <a:uFillTx/>
                <a:latin typeface="Arial" panose="020B0604020202020204" pitchFamily="34" charset="0"/>
                <a:ea typeface="Arial" panose="020B0604020202020204" pitchFamily="34" charset="0"/>
                <a:cs typeface="Arial" panose="020B0604020202020204" pitchFamily="34" charset="0"/>
                <a:sym typeface="Avenir Book"/>
              </a:defRPr>
            </a:lvl3pPr>
            <a:lvl4pPr marL="862013" marR="0" indent="-157163" algn="l" defTabSz="914240" eaLnBrk="1" latinLnBrk="0" hangingPunct="1">
              <a:lnSpc>
                <a:spcPct val="90000"/>
              </a:lnSpc>
              <a:spcBef>
                <a:spcPts val="400"/>
              </a:spcBef>
              <a:spcAft>
                <a:spcPts val="400"/>
              </a:spcAft>
              <a:buClr>
                <a:schemeClr val="accent4"/>
              </a:buClr>
              <a:buSzPct val="100000"/>
              <a:buFont typeface="System Font Regular"/>
              <a:buChar char="–"/>
              <a:tabLst/>
              <a:defRPr sz="1200" b="0" i="0" u="none" strike="noStrike" cap="none" spc="0" baseline="0">
                <a:solidFill>
                  <a:schemeClr val="bg2"/>
                </a:solidFill>
                <a:uFillTx/>
                <a:latin typeface="Arial" panose="020B0604020202020204" pitchFamily="34" charset="0"/>
                <a:ea typeface="Arial" panose="020B0604020202020204" pitchFamily="34" charset="0"/>
                <a:cs typeface="Arial" panose="020B0604020202020204" pitchFamily="34" charset="0"/>
                <a:sym typeface="Avenir Book"/>
              </a:defRPr>
            </a:lvl4pPr>
            <a:lvl5pPr marL="1085850" marR="0" indent="-157163" algn="l" defTabSz="914240" eaLnBrk="1" latinLnBrk="0" hangingPunct="1">
              <a:lnSpc>
                <a:spcPct val="90000"/>
              </a:lnSpc>
              <a:spcBef>
                <a:spcPts val="400"/>
              </a:spcBef>
              <a:spcAft>
                <a:spcPts val="400"/>
              </a:spcAft>
              <a:buClr>
                <a:schemeClr val="accent4"/>
              </a:buClr>
              <a:buSzPct val="100000"/>
              <a:buFont typeface="Arial" panose="020B0604020202020204" pitchFamily="34" charset="0"/>
              <a:buChar char="•"/>
              <a:tabLst/>
              <a:defRPr sz="1200" b="0" i="0" u="none" strike="noStrike" cap="none" spc="0" baseline="0">
                <a:solidFill>
                  <a:schemeClr val="bg2"/>
                </a:solidFill>
                <a:uFillTx/>
                <a:latin typeface="Arial" panose="020B0604020202020204" pitchFamily="34" charset="0"/>
                <a:ea typeface="Arial" panose="020B0604020202020204" pitchFamily="34" charset="0"/>
                <a:cs typeface="Arial" panose="020B0604020202020204" pitchFamily="34" charset="0"/>
                <a:sym typeface="Avenir Book"/>
              </a:defRPr>
            </a:lvl5pPr>
            <a:lvl6pPr marL="2502130" marR="0" indent="-216530" algn="l" defTabSz="914240" eaLnBrk="1" latinLnBrk="0" hangingPunct="1">
              <a:lnSpc>
                <a:spcPct val="90000"/>
              </a:lnSpc>
              <a:spcBef>
                <a:spcPts val="1000"/>
              </a:spcBef>
              <a:spcAft>
                <a:spcPts val="0"/>
              </a:spcAft>
              <a:buClrTx/>
              <a:buSzPct val="100000"/>
              <a:buFont typeface="Arial"/>
              <a:buChar char="•"/>
              <a:tabLst/>
              <a:defRPr sz="1800" b="0" i="0" u="none" strike="noStrike" cap="none" spc="0" baseline="0">
                <a:solidFill>
                  <a:srgbClr val="50626A"/>
                </a:solidFill>
                <a:uFillTx/>
                <a:latin typeface="Avenir Book"/>
                <a:ea typeface="Avenir Book"/>
                <a:cs typeface="Avenir Book"/>
                <a:sym typeface="Avenir Book"/>
              </a:defRPr>
            </a:lvl6pPr>
            <a:lvl7pPr marL="2959250" marR="0" indent="-216530" algn="l" defTabSz="914240" eaLnBrk="1" latinLnBrk="0" hangingPunct="1">
              <a:lnSpc>
                <a:spcPct val="90000"/>
              </a:lnSpc>
              <a:spcBef>
                <a:spcPts val="1000"/>
              </a:spcBef>
              <a:spcAft>
                <a:spcPts val="0"/>
              </a:spcAft>
              <a:buClrTx/>
              <a:buSzPct val="100000"/>
              <a:buFont typeface="Arial"/>
              <a:buChar char="•"/>
              <a:tabLst/>
              <a:defRPr sz="1800" b="0" i="0" u="none" strike="noStrike" cap="none" spc="0" baseline="0">
                <a:solidFill>
                  <a:srgbClr val="50626A"/>
                </a:solidFill>
                <a:uFillTx/>
                <a:latin typeface="Avenir Book"/>
                <a:ea typeface="Avenir Book"/>
                <a:cs typeface="Avenir Book"/>
                <a:sym typeface="Avenir Book"/>
              </a:defRPr>
            </a:lvl7pPr>
            <a:lvl8pPr marL="3416370" marR="0" indent="-216530" algn="l" defTabSz="914240" eaLnBrk="1" latinLnBrk="0" hangingPunct="1">
              <a:lnSpc>
                <a:spcPct val="90000"/>
              </a:lnSpc>
              <a:spcBef>
                <a:spcPts val="1000"/>
              </a:spcBef>
              <a:spcAft>
                <a:spcPts val="0"/>
              </a:spcAft>
              <a:buClrTx/>
              <a:buSzPct val="100000"/>
              <a:buFont typeface="Arial"/>
              <a:buChar char="•"/>
              <a:tabLst/>
              <a:defRPr sz="1800" b="0" i="0" u="none" strike="noStrike" cap="none" spc="0" baseline="0">
                <a:solidFill>
                  <a:srgbClr val="50626A"/>
                </a:solidFill>
                <a:uFillTx/>
                <a:latin typeface="Avenir Book"/>
                <a:ea typeface="Avenir Book"/>
                <a:cs typeface="Avenir Book"/>
                <a:sym typeface="Avenir Book"/>
              </a:defRPr>
            </a:lvl8pPr>
            <a:lvl9pPr marL="3873490" marR="0" indent="-216530" algn="l" defTabSz="914240" eaLnBrk="1" latinLnBrk="0" hangingPunct="1">
              <a:lnSpc>
                <a:spcPct val="90000"/>
              </a:lnSpc>
              <a:spcBef>
                <a:spcPts val="1000"/>
              </a:spcBef>
              <a:spcAft>
                <a:spcPts val="0"/>
              </a:spcAft>
              <a:buClrTx/>
              <a:buSzPct val="100000"/>
              <a:buFont typeface="Arial"/>
              <a:buChar char="•"/>
              <a:tabLst/>
              <a:defRPr sz="1800" b="0" i="0" u="none" strike="noStrike" cap="none" spc="0" baseline="0">
                <a:solidFill>
                  <a:srgbClr val="50626A"/>
                </a:solidFill>
                <a:uFillTx/>
                <a:latin typeface="Avenir Book"/>
                <a:ea typeface="Avenir Book"/>
                <a:cs typeface="Avenir Book"/>
                <a:sym typeface="Avenir Book"/>
              </a:defRPr>
            </a:lvl9pPr>
          </a:lstStyle>
          <a:p>
            <a:pPr lvl="0">
              <a:lnSpc>
                <a:spcPct val="150000"/>
              </a:lnSpc>
              <a:spcBef>
                <a:spcPts val="0"/>
              </a:spcBef>
              <a:spcAft>
                <a:spcPts val="0"/>
              </a:spcAft>
              <a:buClr>
                <a:srgbClr val="017298"/>
              </a:buClr>
              <a:buSzPct val="150000"/>
              <a:defRPr/>
            </a:pPr>
            <a:r>
              <a:rPr lang="en-US" sz="1050" dirty="0"/>
              <a:t>Breadth of ordering accounts has remained flat since Q3</a:t>
            </a:r>
          </a:p>
          <a:p>
            <a:pPr lvl="0">
              <a:lnSpc>
                <a:spcPct val="150000"/>
              </a:lnSpc>
              <a:spcBef>
                <a:spcPts val="0"/>
              </a:spcBef>
              <a:spcAft>
                <a:spcPts val="0"/>
              </a:spcAft>
              <a:buClr>
                <a:srgbClr val="017298"/>
              </a:buClr>
              <a:buSzPct val="150000"/>
              <a:defRPr/>
            </a:pPr>
            <a:r>
              <a:rPr lang="en-US" sz="1050" dirty="0"/>
              <a:t>Depth has shown a consistent upward trend with increased ordering from active accounts like NYU Langone and Univ of Rochester (Non-Top 25 accounts)</a:t>
            </a:r>
          </a:p>
          <a:p>
            <a:pPr lvl="0">
              <a:lnSpc>
                <a:spcPct val="150000"/>
              </a:lnSpc>
              <a:spcBef>
                <a:spcPts val="0"/>
              </a:spcBef>
              <a:spcAft>
                <a:spcPts val="0"/>
              </a:spcAft>
              <a:buClr>
                <a:srgbClr val="017298"/>
              </a:buClr>
              <a:buSzPct val="150000"/>
              <a:defRPr/>
            </a:pPr>
            <a:r>
              <a:rPr lang="en-US" sz="1050" dirty="0"/>
              <a:t>Mass General was the biggest grower in Q1 after no orders in Q4</a:t>
            </a:r>
          </a:p>
          <a:p>
            <a:pPr lvl="0">
              <a:lnSpc>
                <a:spcPct val="150000"/>
              </a:lnSpc>
              <a:spcBef>
                <a:spcPts val="0"/>
              </a:spcBef>
              <a:spcAft>
                <a:spcPts val="0"/>
              </a:spcAft>
              <a:buClr>
                <a:srgbClr val="017298"/>
              </a:buClr>
              <a:buSzPct val="150000"/>
              <a:defRPr/>
            </a:pPr>
            <a:r>
              <a:rPr lang="en-US" sz="1050" dirty="0"/>
              <a:t>John Hopkins and  Univ. of Virgina were the biggest decliners</a:t>
            </a:r>
          </a:p>
        </p:txBody>
      </p:sp>
      <p:sp>
        <p:nvSpPr>
          <p:cNvPr id="26" name="TextBox 1">
            <a:extLst>
              <a:ext uri="{FF2B5EF4-FFF2-40B4-BE49-F238E27FC236}">
                <a16:creationId xmlns:a16="http://schemas.microsoft.com/office/drawing/2014/main" id="{1771C772-5391-30AC-0F1D-207BEF38C38B}"/>
              </a:ext>
            </a:extLst>
          </p:cNvPr>
          <p:cNvSpPr txBox="1"/>
          <p:nvPr/>
        </p:nvSpPr>
        <p:spPr>
          <a:xfrm>
            <a:off x="2379452" y="4884405"/>
            <a:ext cx="572254" cy="24621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horz" wrap="square" lIns="45719" tIns="45719" rIns="45719" bIns="45719" numCol="1" spcCol="38100" rtlCol="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0">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0B050"/>
                </a:solidFill>
                <a:effectLst/>
                <a:uLnTx/>
                <a:uFillTx/>
                <a:latin typeface="Arial Nova" panose="020B0504020202020204" pitchFamily="34" charset="0"/>
                <a:ea typeface="Arial"/>
                <a:cs typeface="Arial"/>
                <a:sym typeface="Arial"/>
              </a:rPr>
              <a:t>(7%)</a:t>
            </a:r>
          </a:p>
        </p:txBody>
      </p:sp>
      <p:sp>
        <p:nvSpPr>
          <p:cNvPr id="27" name="Text Placeholder 7">
            <a:extLst>
              <a:ext uri="{FF2B5EF4-FFF2-40B4-BE49-F238E27FC236}">
                <a16:creationId xmlns:a16="http://schemas.microsoft.com/office/drawing/2014/main" id="{18973F41-61DE-7906-4DB6-9E9CA09ACEC7}"/>
              </a:ext>
            </a:extLst>
          </p:cNvPr>
          <p:cNvSpPr txBox="1">
            <a:spLocks/>
          </p:cNvSpPr>
          <p:nvPr/>
        </p:nvSpPr>
        <p:spPr>
          <a:xfrm>
            <a:off x="3042580" y="4106851"/>
            <a:ext cx="2522817" cy="336442"/>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45720" rIns="45719" anchor="ctr">
            <a:noAutofit/>
          </a:bodyPr>
          <a:lstStyle>
            <a:lvl1pPr marL="0" marR="0" indent="0" algn="l" defTabSz="914240" eaLnBrk="1" latinLnBrk="0" hangingPunct="1">
              <a:lnSpc>
                <a:spcPct val="90000"/>
              </a:lnSpc>
              <a:spcBef>
                <a:spcPts val="1000"/>
              </a:spcBef>
              <a:spcAft>
                <a:spcPts val="400"/>
              </a:spcAft>
              <a:buClr>
                <a:schemeClr val="accent4"/>
              </a:buClr>
              <a:buSzPct val="100000"/>
              <a:buFont typeface="Arial" panose="020B0604020202020204" pitchFamily="34" charset="0"/>
              <a:buNone/>
              <a:tabLst/>
              <a:defRPr sz="2000" b="0" i="0" u="none" strike="noStrike" cap="none" spc="0" baseline="0">
                <a:solidFill>
                  <a:schemeClr val="accent4"/>
                </a:solidFill>
                <a:uFillTx/>
                <a:latin typeface="Arial" panose="020B0604020202020204" pitchFamily="34" charset="0"/>
                <a:ea typeface="Arial" panose="020B0604020202020204" pitchFamily="34" charset="0"/>
                <a:cs typeface="Arial" panose="020B0604020202020204" pitchFamily="34" charset="0"/>
                <a:sym typeface="Avenir Book"/>
              </a:defRPr>
            </a:lvl1pPr>
            <a:lvl2pPr marL="457200" marR="0" indent="0" algn="l" defTabSz="914240" eaLnBrk="1" latinLnBrk="0" hangingPunct="1">
              <a:lnSpc>
                <a:spcPct val="90000"/>
              </a:lnSpc>
              <a:spcBef>
                <a:spcPts val="400"/>
              </a:spcBef>
              <a:spcAft>
                <a:spcPts val="400"/>
              </a:spcAft>
              <a:buClr>
                <a:schemeClr val="accent4"/>
              </a:buClr>
              <a:buSzPct val="100000"/>
              <a:buFont typeface="System Font Regular"/>
              <a:buNone/>
              <a:tabLst/>
              <a:defRPr sz="2000" b="1" i="0" u="none" strike="noStrike" cap="none" spc="0" baseline="0">
                <a:solidFill>
                  <a:schemeClr val="bg2"/>
                </a:solidFill>
                <a:uFillTx/>
                <a:latin typeface="Arial" panose="020B0604020202020204" pitchFamily="34" charset="0"/>
                <a:ea typeface="Arial" panose="020B0604020202020204" pitchFamily="34" charset="0"/>
                <a:cs typeface="Arial" panose="020B0604020202020204" pitchFamily="34" charset="0"/>
                <a:sym typeface="Avenir Book"/>
              </a:defRPr>
            </a:lvl2pPr>
            <a:lvl3pPr marL="914400" marR="0" indent="0" algn="l" defTabSz="914240" eaLnBrk="1" latinLnBrk="0" hangingPunct="1">
              <a:lnSpc>
                <a:spcPct val="90000"/>
              </a:lnSpc>
              <a:spcBef>
                <a:spcPts val="400"/>
              </a:spcBef>
              <a:spcAft>
                <a:spcPts val="400"/>
              </a:spcAft>
              <a:buClr>
                <a:schemeClr val="accent4"/>
              </a:buClr>
              <a:buSzPct val="100000"/>
              <a:buFont typeface="Arial" panose="020B0604020202020204" pitchFamily="34" charset="0"/>
              <a:buNone/>
              <a:tabLst/>
              <a:defRPr sz="1800" b="1" i="0" u="none" strike="noStrike" cap="none" spc="0" baseline="0">
                <a:solidFill>
                  <a:schemeClr val="bg2"/>
                </a:solidFill>
                <a:uFillTx/>
                <a:latin typeface="Arial" panose="020B0604020202020204" pitchFamily="34" charset="0"/>
                <a:ea typeface="Arial" panose="020B0604020202020204" pitchFamily="34" charset="0"/>
                <a:cs typeface="Arial" panose="020B0604020202020204" pitchFamily="34" charset="0"/>
                <a:sym typeface="Avenir Book"/>
              </a:defRPr>
            </a:lvl3pPr>
            <a:lvl4pPr marL="1371600" marR="0" indent="0" algn="l" defTabSz="914240" eaLnBrk="1" latinLnBrk="0" hangingPunct="1">
              <a:lnSpc>
                <a:spcPct val="90000"/>
              </a:lnSpc>
              <a:spcBef>
                <a:spcPts val="400"/>
              </a:spcBef>
              <a:spcAft>
                <a:spcPts val="400"/>
              </a:spcAft>
              <a:buClr>
                <a:schemeClr val="accent4"/>
              </a:buClr>
              <a:buSzPct val="100000"/>
              <a:buFont typeface="System Font Regular"/>
              <a:buNone/>
              <a:tabLst/>
              <a:defRPr sz="1600" b="1" i="0" u="none" strike="noStrike" cap="none" spc="0" baseline="0">
                <a:solidFill>
                  <a:schemeClr val="bg2"/>
                </a:solidFill>
                <a:uFillTx/>
                <a:latin typeface="Arial" panose="020B0604020202020204" pitchFamily="34" charset="0"/>
                <a:ea typeface="Arial" panose="020B0604020202020204" pitchFamily="34" charset="0"/>
                <a:cs typeface="Arial" panose="020B0604020202020204" pitchFamily="34" charset="0"/>
                <a:sym typeface="Avenir Book"/>
              </a:defRPr>
            </a:lvl4pPr>
            <a:lvl5pPr marL="1828800" marR="0" indent="0" algn="l" defTabSz="914240" eaLnBrk="1" latinLnBrk="0" hangingPunct="1">
              <a:lnSpc>
                <a:spcPct val="90000"/>
              </a:lnSpc>
              <a:spcBef>
                <a:spcPts val="400"/>
              </a:spcBef>
              <a:spcAft>
                <a:spcPts val="400"/>
              </a:spcAft>
              <a:buClr>
                <a:schemeClr val="accent4"/>
              </a:buClr>
              <a:buSzPct val="100000"/>
              <a:buFont typeface="Arial" panose="020B0604020202020204" pitchFamily="34" charset="0"/>
              <a:buNone/>
              <a:tabLst/>
              <a:defRPr sz="1600" b="1" i="0" u="none" strike="noStrike" cap="none" spc="0" baseline="0">
                <a:solidFill>
                  <a:schemeClr val="bg2"/>
                </a:solidFill>
                <a:uFillTx/>
                <a:latin typeface="Arial" panose="020B0604020202020204" pitchFamily="34" charset="0"/>
                <a:ea typeface="Arial" panose="020B0604020202020204" pitchFamily="34" charset="0"/>
                <a:cs typeface="Arial" panose="020B0604020202020204" pitchFamily="34" charset="0"/>
                <a:sym typeface="Avenir Book"/>
              </a:defRPr>
            </a:lvl5pPr>
            <a:lvl6pPr marL="2286000" marR="0" indent="0" algn="l" defTabSz="914240" eaLnBrk="1" latinLnBrk="0" hangingPunct="1">
              <a:lnSpc>
                <a:spcPct val="90000"/>
              </a:lnSpc>
              <a:spcBef>
                <a:spcPts val="1000"/>
              </a:spcBef>
              <a:spcAft>
                <a:spcPts val="0"/>
              </a:spcAft>
              <a:buClrTx/>
              <a:buSzPct val="100000"/>
              <a:buFont typeface="Arial"/>
              <a:buNone/>
              <a:tabLst/>
              <a:defRPr sz="1600" b="1" i="0" u="none" strike="noStrike" cap="none" spc="0" baseline="0">
                <a:solidFill>
                  <a:srgbClr val="50626A"/>
                </a:solidFill>
                <a:uFillTx/>
                <a:latin typeface="Avenir Book"/>
                <a:ea typeface="Avenir Book"/>
                <a:cs typeface="Avenir Book"/>
                <a:sym typeface="Avenir Book"/>
              </a:defRPr>
            </a:lvl6pPr>
            <a:lvl7pPr marL="2743200" marR="0" indent="0" algn="l" defTabSz="914240" eaLnBrk="1" latinLnBrk="0" hangingPunct="1">
              <a:lnSpc>
                <a:spcPct val="90000"/>
              </a:lnSpc>
              <a:spcBef>
                <a:spcPts val="1000"/>
              </a:spcBef>
              <a:spcAft>
                <a:spcPts val="0"/>
              </a:spcAft>
              <a:buClrTx/>
              <a:buSzPct val="100000"/>
              <a:buFont typeface="Arial"/>
              <a:buNone/>
              <a:tabLst/>
              <a:defRPr sz="1600" b="1" i="0" u="none" strike="noStrike" cap="none" spc="0" baseline="0">
                <a:solidFill>
                  <a:srgbClr val="50626A"/>
                </a:solidFill>
                <a:uFillTx/>
                <a:latin typeface="Avenir Book"/>
                <a:ea typeface="Avenir Book"/>
                <a:cs typeface="Avenir Book"/>
                <a:sym typeface="Avenir Book"/>
              </a:defRPr>
            </a:lvl7pPr>
            <a:lvl8pPr marL="3200400" marR="0" indent="0" algn="l" defTabSz="914240" eaLnBrk="1" latinLnBrk="0" hangingPunct="1">
              <a:lnSpc>
                <a:spcPct val="90000"/>
              </a:lnSpc>
              <a:spcBef>
                <a:spcPts val="1000"/>
              </a:spcBef>
              <a:spcAft>
                <a:spcPts val="0"/>
              </a:spcAft>
              <a:buClrTx/>
              <a:buSzPct val="100000"/>
              <a:buFont typeface="Arial"/>
              <a:buNone/>
              <a:tabLst/>
              <a:defRPr sz="1600" b="1" i="0" u="none" strike="noStrike" cap="none" spc="0" baseline="0">
                <a:solidFill>
                  <a:srgbClr val="50626A"/>
                </a:solidFill>
                <a:uFillTx/>
                <a:latin typeface="Avenir Book"/>
                <a:ea typeface="Avenir Book"/>
                <a:cs typeface="Avenir Book"/>
                <a:sym typeface="Avenir Book"/>
              </a:defRPr>
            </a:lvl8pPr>
            <a:lvl9pPr marL="3657600" marR="0" indent="0" algn="l" defTabSz="914240" eaLnBrk="1" latinLnBrk="0" hangingPunct="1">
              <a:lnSpc>
                <a:spcPct val="90000"/>
              </a:lnSpc>
              <a:spcBef>
                <a:spcPts val="1000"/>
              </a:spcBef>
              <a:spcAft>
                <a:spcPts val="0"/>
              </a:spcAft>
              <a:buClrTx/>
              <a:buSzPct val="100000"/>
              <a:buFont typeface="Arial"/>
              <a:buNone/>
              <a:tabLst/>
              <a:defRPr sz="1600" b="1" i="0" u="none" strike="noStrike" cap="none" spc="0" baseline="0">
                <a:solidFill>
                  <a:srgbClr val="50626A"/>
                </a:solidFill>
                <a:uFillTx/>
                <a:latin typeface="Avenir Book"/>
                <a:ea typeface="Avenir Book"/>
                <a:cs typeface="Avenir Book"/>
                <a:sym typeface="Avenir Book"/>
              </a:defRPr>
            </a:lvl9pPr>
          </a:lstStyle>
          <a:p>
            <a:pPr lvl="0" algn="ctr">
              <a:buClr>
                <a:srgbClr val="017298"/>
              </a:buClr>
              <a:defRPr/>
            </a:pPr>
            <a:r>
              <a:rPr kumimoji="0" lang="en-US" sz="1400" b="1" i="0" u="none" strike="noStrike" kern="0" cap="none" spc="0" normalizeH="0" baseline="0" noProof="0" dirty="0">
                <a:ln>
                  <a:noFill/>
                </a:ln>
                <a:solidFill>
                  <a:srgbClr val="017298"/>
                </a:solidFill>
                <a:effectLst/>
                <a:uLnTx/>
                <a:uFillTx/>
                <a:latin typeface="Arial Nova" panose="020B0504020202020204" pitchFamily="34" charset="0"/>
                <a:cs typeface="Arial" panose="020B0604020202020204" pitchFamily="34" charset="0"/>
                <a:sym typeface="Avenir Book"/>
              </a:rPr>
              <a:t>Breadth</a:t>
            </a:r>
          </a:p>
        </p:txBody>
      </p:sp>
      <p:sp>
        <p:nvSpPr>
          <p:cNvPr id="28" name="TextBox 27">
            <a:extLst>
              <a:ext uri="{FF2B5EF4-FFF2-40B4-BE49-F238E27FC236}">
                <a16:creationId xmlns:a16="http://schemas.microsoft.com/office/drawing/2014/main" id="{E317389D-B4D3-5C8A-0B50-A7A1EDB802A3}"/>
              </a:ext>
            </a:extLst>
          </p:cNvPr>
          <p:cNvSpPr txBox="1"/>
          <p:nvPr/>
        </p:nvSpPr>
        <p:spPr>
          <a:xfrm>
            <a:off x="492338" y="6147409"/>
            <a:ext cx="5234867" cy="3693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lvl="0" indent="0" algn="l" defTabSz="914400" rtl="0" eaLnBrk="1" fontAlgn="auto" latinLnBrk="0" hangingPunct="0">
              <a:lnSpc>
                <a:spcPct val="100000"/>
              </a:lnSpc>
              <a:spcBef>
                <a:spcPts val="0"/>
              </a:spcBef>
              <a:spcAft>
                <a:spcPts val="0"/>
              </a:spcAft>
              <a:buClrTx/>
              <a:buSzTx/>
              <a:buFontTx/>
              <a:buNone/>
              <a:tabLst/>
              <a:defRPr/>
            </a:pPr>
            <a:r>
              <a:rPr kumimoji="0" lang="en-GB" sz="900" b="1" i="0" u="none" strike="noStrike" kern="1200" cap="none" spc="0" normalizeH="0" baseline="0" noProof="0" dirty="0">
                <a:ln>
                  <a:noFill/>
                </a:ln>
                <a:solidFill>
                  <a:srgbClr val="000000">
                    <a:lumMod val="65000"/>
                    <a:lumOff val="35000"/>
                  </a:srgbClr>
                </a:solidFill>
                <a:effectLst/>
                <a:uLnTx/>
                <a:uFillTx/>
                <a:latin typeface="Arial Nova" panose="020B0504020202020204" pitchFamily="34" charset="0"/>
                <a:ea typeface="+mn-ea"/>
                <a:cs typeface="Arial"/>
                <a:sym typeface="Arial"/>
              </a:rPr>
              <a:t>Breadth is defined as #accounts with demand in respective quarter; </a:t>
            </a:r>
          </a:p>
          <a:p>
            <a:pPr marL="0" marR="0" lvl="0" indent="0" algn="l" defTabSz="914400" rtl="0" eaLnBrk="1" fontAlgn="auto" latinLnBrk="0" hangingPunct="0">
              <a:lnSpc>
                <a:spcPct val="100000"/>
              </a:lnSpc>
              <a:spcBef>
                <a:spcPts val="0"/>
              </a:spcBef>
              <a:spcAft>
                <a:spcPts val="0"/>
              </a:spcAft>
              <a:buClrTx/>
              <a:buSzTx/>
              <a:buFontTx/>
              <a:buNone/>
              <a:tabLst/>
              <a:defRPr/>
            </a:pPr>
            <a:r>
              <a:rPr kumimoji="0" lang="en-GB" sz="900" b="1" i="0" u="none" strike="noStrike" kern="1200" cap="none" spc="0" normalizeH="0" baseline="0" noProof="0" dirty="0">
                <a:ln>
                  <a:noFill/>
                </a:ln>
                <a:solidFill>
                  <a:srgbClr val="000000">
                    <a:lumMod val="65000"/>
                    <a:lumOff val="35000"/>
                  </a:srgbClr>
                </a:solidFill>
                <a:effectLst/>
                <a:uLnTx/>
                <a:uFillTx/>
                <a:latin typeface="Arial Nova" panose="020B0504020202020204" pitchFamily="34" charset="0"/>
                <a:ea typeface="+mn-ea"/>
                <a:cs typeface="Arial"/>
                <a:sym typeface="Arial"/>
              </a:rPr>
              <a:t>Depth is #vials per ordering account in respective quarter</a:t>
            </a:r>
            <a:endParaRPr kumimoji="0" lang="en-IN" sz="900" b="1" i="0" u="none" strike="noStrike" kern="1200" cap="none" spc="0" normalizeH="0" baseline="0" noProof="0" dirty="0">
              <a:ln>
                <a:noFill/>
              </a:ln>
              <a:solidFill>
                <a:srgbClr val="000000">
                  <a:lumMod val="65000"/>
                  <a:lumOff val="35000"/>
                </a:srgbClr>
              </a:solidFill>
              <a:effectLst/>
              <a:uLnTx/>
              <a:uFillTx/>
              <a:latin typeface="Arial" panose="020B0604020202020204"/>
              <a:ea typeface="+mn-ea"/>
              <a:cs typeface="+mn-cs"/>
              <a:sym typeface="Calibri"/>
            </a:endParaRPr>
          </a:p>
        </p:txBody>
      </p:sp>
      <p:sp>
        <p:nvSpPr>
          <p:cNvPr id="4" name="TextBox 1">
            <a:extLst>
              <a:ext uri="{FF2B5EF4-FFF2-40B4-BE49-F238E27FC236}">
                <a16:creationId xmlns:a16="http://schemas.microsoft.com/office/drawing/2014/main" id="{8297673C-4411-5092-865E-2BFFEBC9B5E4}"/>
              </a:ext>
            </a:extLst>
          </p:cNvPr>
          <p:cNvSpPr txBox="1"/>
          <p:nvPr/>
        </p:nvSpPr>
        <p:spPr>
          <a:xfrm>
            <a:off x="5151152" y="4797282"/>
            <a:ext cx="525997" cy="24621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horz" wrap="square" lIns="45719" tIns="45719" rIns="45719" bIns="45719" numCol="1" spcCol="38100" rtlCol="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0">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0B050"/>
                </a:solidFill>
                <a:effectLst/>
                <a:uLnTx/>
                <a:uFillTx/>
                <a:latin typeface="Arial Nova" panose="020B0504020202020204" pitchFamily="34" charset="0"/>
                <a:ea typeface="Arial"/>
                <a:cs typeface="Arial"/>
                <a:sym typeface="Arial"/>
              </a:rPr>
              <a:t>(0%)</a:t>
            </a:r>
          </a:p>
        </p:txBody>
      </p:sp>
    </p:spTree>
    <p:extLst>
      <p:ext uri="{BB962C8B-B14F-4D97-AF65-F5344CB8AC3E}">
        <p14:creationId xmlns:p14="http://schemas.microsoft.com/office/powerpoint/2010/main" val="31574610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A7C523-17AA-C710-50EB-052A7F163BF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CA2AFD-0DBE-B70E-F68F-1186A6B24C9B}"/>
              </a:ext>
            </a:extLst>
          </p:cNvPr>
          <p:cNvSpPr>
            <a:spLocks noGrp="1"/>
          </p:cNvSpPr>
          <p:nvPr>
            <p:ph type="title"/>
          </p:nvPr>
        </p:nvSpPr>
        <p:spPr>
          <a:xfrm>
            <a:off x="287701" y="79875"/>
            <a:ext cx="11536220" cy="808138"/>
          </a:xfrm>
        </p:spPr>
        <p:txBody>
          <a:bodyPr/>
          <a:lstStyle/>
          <a:p>
            <a:r>
              <a:rPr lang="en-US" dirty="0">
                <a:latin typeface="Arial Nova" panose="020B0504020202020204" pitchFamily="34" charset="0"/>
              </a:rPr>
              <a:t>Q1’26 Performance: West</a:t>
            </a:r>
          </a:p>
        </p:txBody>
      </p:sp>
      <p:sp>
        <p:nvSpPr>
          <p:cNvPr id="5" name="Footer Placeholder 4">
            <a:extLst>
              <a:ext uri="{FF2B5EF4-FFF2-40B4-BE49-F238E27FC236}">
                <a16:creationId xmlns:a16="http://schemas.microsoft.com/office/drawing/2014/main" id="{F5E1B68A-CC71-0026-798B-1353487374E8}"/>
              </a:ext>
            </a:extLst>
          </p:cNvPr>
          <p:cNvSpPr>
            <a:spLocks noGrp="1"/>
          </p:cNvSpPr>
          <p:nvPr>
            <p:ph type="ftr" sz="quarter" idx="1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0000">
                    <a:lumMod val="50000"/>
                    <a:lumOff val="50000"/>
                  </a:srgbClr>
                </a:solidFill>
                <a:effectLst/>
                <a:uLnTx/>
                <a:uFillTx/>
                <a:latin typeface="Arial Nova" panose="020B0504020202020204" pitchFamily="34" charset="0"/>
                <a:ea typeface="+mn-ea"/>
                <a:cs typeface="+mn-cs"/>
              </a:rPr>
              <a:t>COPYRIGHT-CONFIDENTIAL</a:t>
            </a:r>
          </a:p>
        </p:txBody>
      </p:sp>
      <p:sp>
        <p:nvSpPr>
          <p:cNvPr id="10" name="Slide Number Placeholder 9">
            <a:extLst>
              <a:ext uri="{FF2B5EF4-FFF2-40B4-BE49-F238E27FC236}">
                <a16:creationId xmlns:a16="http://schemas.microsoft.com/office/drawing/2014/main" id="{71ED06F0-67BF-5768-70BE-2DD35121D6AC}"/>
              </a:ext>
            </a:extLst>
          </p:cNvPr>
          <p:cNvSpPr>
            <a:spLocks noGrp="1"/>
          </p:cNvSpPr>
          <p:nvPr>
            <p:ph type="sldNum" sz="quarter" idx="1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20236F65-F317-9F47-AE3D-2E2BFE1DF150}" type="slidenum">
              <a:rPr kumimoji="0" lang="en-US" sz="900" b="0" i="0" u="none" strike="noStrike" kern="1200" cap="none" spc="0" normalizeH="0" baseline="0" noProof="0" smtClean="0">
                <a:ln>
                  <a:noFill/>
                </a:ln>
                <a:solidFill>
                  <a:srgbClr val="FFFFFF">
                    <a:lumMod val="50000"/>
                  </a:srgbClr>
                </a:solidFill>
                <a:effectLst/>
                <a:uLnTx/>
                <a:uFillTx/>
                <a:latin typeface="Arial Nova" panose="020B0504020202020204" pitchFamily="34"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a:t>
            </a:fld>
            <a:endParaRPr kumimoji="0" lang="en-US" sz="900" b="0" i="0" u="none" strike="noStrike" kern="1200" cap="none" spc="0" normalizeH="0" baseline="0" noProof="0">
              <a:ln>
                <a:noFill/>
              </a:ln>
              <a:solidFill>
                <a:srgbClr val="FFFFFF">
                  <a:lumMod val="50000"/>
                </a:srgbClr>
              </a:solidFill>
              <a:effectLst/>
              <a:uLnTx/>
              <a:uFillTx/>
              <a:latin typeface="Arial Nova" panose="020B0504020202020204" pitchFamily="34" charset="0"/>
              <a:ea typeface="+mn-ea"/>
              <a:cs typeface="+mn-cs"/>
            </a:endParaRPr>
          </a:p>
        </p:txBody>
      </p:sp>
      <p:sp>
        <p:nvSpPr>
          <p:cNvPr id="11" name="Text Placeholder 5">
            <a:extLst>
              <a:ext uri="{FF2B5EF4-FFF2-40B4-BE49-F238E27FC236}">
                <a16:creationId xmlns:a16="http://schemas.microsoft.com/office/drawing/2014/main" id="{C6DA1B0D-A58C-E66F-EFAD-114757F0440A}"/>
              </a:ext>
            </a:extLst>
          </p:cNvPr>
          <p:cNvSpPr txBox="1">
            <a:spLocks/>
          </p:cNvSpPr>
          <p:nvPr/>
        </p:nvSpPr>
        <p:spPr>
          <a:xfrm>
            <a:off x="331687" y="511825"/>
            <a:ext cx="11823921" cy="295514"/>
          </a:xfrm>
          <a:prstGeom prst="rect">
            <a:avLst/>
          </a:prstGeom>
          <a:ln w="12700">
            <a:miter lim="400000"/>
          </a:ln>
        </p:spPr>
        <p:txBody>
          <a:bodyPr lIns="45720" rIns="45719" anchor="ctr">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defTabSz="914240" eaLnBrk="1" hangingPunct="1">
              <a:lnSpc>
                <a:spcPct val="90000"/>
              </a:lnSpc>
              <a:spcBef>
                <a:spcPts val="1000"/>
              </a:spcBef>
              <a:spcAft>
                <a:spcPts val="400"/>
              </a:spcAft>
              <a:buClr>
                <a:schemeClr val="accent4"/>
              </a:buClr>
              <a:buSzPct val="100000"/>
              <a:buFont typeface="Arial" panose="020B0604020202020204" pitchFamily="34" charset="0"/>
              <a:defRPr i="1">
                <a:solidFill>
                  <a:schemeClr val="accent4"/>
                </a:solidFill>
                <a:latin typeface="Arial" panose="020B0604020202020204" pitchFamily="34" charset="0"/>
                <a:ea typeface="Arial" panose="020B0604020202020204" pitchFamily="34" charset="0"/>
                <a:cs typeface="Arial" panose="020B0604020202020204" pitchFamily="34" charset="0"/>
                <a:sym typeface="Avenir Book"/>
              </a:defRPr>
            </a:lvl1pPr>
            <a:lvl2pPr marL="463550" indent="-165100" defTabSz="914240" eaLnBrk="1" hangingPunct="1">
              <a:lnSpc>
                <a:spcPct val="90000"/>
              </a:lnSpc>
              <a:spcBef>
                <a:spcPts val="400"/>
              </a:spcBef>
              <a:spcAft>
                <a:spcPts val="400"/>
              </a:spcAft>
              <a:buClr>
                <a:schemeClr val="accent4"/>
              </a:buClr>
              <a:buSzPct val="100000"/>
              <a:buFont typeface="System Font Regular"/>
              <a:buChar char="–"/>
              <a:defRPr sz="1400">
                <a:solidFill>
                  <a:schemeClr val="bg2"/>
                </a:solidFill>
                <a:latin typeface="Arial" panose="020B0604020202020204" pitchFamily="34" charset="0"/>
                <a:ea typeface="Arial" panose="020B0604020202020204" pitchFamily="34" charset="0"/>
                <a:cs typeface="Arial" panose="020B0604020202020204" pitchFamily="34" charset="0"/>
                <a:sym typeface="Avenir Book"/>
              </a:defRPr>
            </a:lvl2pPr>
            <a:lvl3pPr marL="687388" indent="-173038" defTabSz="914240" eaLnBrk="1" hangingPunct="1">
              <a:lnSpc>
                <a:spcPct val="90000"/>
              </a:lnSpc>
              <a:spcBef>
                <a:spcPts val="400"/>
              </a:spcBef>
              <a:spcAft>
                <a:spcPts val="400"/>
              </a:spcAft>
              <a:buClr>
                <a:schemeClr val="accent4"/>
              </a:buClr>
              <a:buSzPct val="100000"/>
              <a:buFont typeface="Arial" panose="020B0604020202020204" pitchFamily="34" charset="0"/>
              <a:buChar char="•"/>
              <a:defRPr sz="1200">
                <a:solidFill>
                  <a:schemeClr val="bg2"/>
                </a:solidFill>
                <a:latin typeface="Arial" panose="020B0604020202020204" pitchFamily="34" charset="0"/>
                <a:ea typeface="Arial" panose="020B0604020202020204" pitchFamily="34" charset="0"/>
                <a:cs typeface="Arial" panose="020B0604020202020204" pitchFamily="34" charset="0"/>
                <a:sym typeface="Avenir Book"/>
              </a:defRPr>
            </a:lvl3pPr>
            <a:lvl4pPr marL="862013" indent="-157163" defTabSz="914240" eaLnBrk="1" hangingPunct="1">
              <a:lnSpc>
                <a:spcPct val="90000"/>
              </a:lnSpc>
              <a:spcBef>
                <a:spcPts val="400"/>
              </a:spcBef>
              <a:spcAft>
                <a:spcPts val="400"/>
              </a:spcAft>
              <a:buClr>
                <a:schemeClr val="accent4"/>
              </a:buClr>
              <a:buSzPct val="100000"/>
              <a:buFont typeface="System Font Regular"/>
              <a:buChar char="–"/>
              <a:defRPr sz="1200">
                <a:solidFill>
                  <a:schemeClr val="bg2"/>
                </a:solidFill>
                <a:latin typeface="Arial" panose="020B0604020202020204" pitchFamily="34" charset="0"/>
                <a:ea typeface="Arial" panose="020B0604020202020204" pitchFamily="34" charset="0"/>
                <a:cs typeface="Arial" panose="020B0604020202020204" pitchFamily="34" charset="0"/>
                <a:sym typeface="Avenir Book"/>
              </a:defRPr>
            </a:lvl4pPr>
            <a:lvl5pPr marL="1085850" indent="-157163" defTabSz="914240" eaLnBrk="1" hangingPunct="1">
              <a:lnSpc>
                <a:spcPct val="90000"/>
              </a:lnSpc>
              <a:spcBef>
                <a:spcPts val="400"/>
              </a:spcBef>
              <a:spcAft>
                <a:spcPts val="400"/>
              </a:spcAft>
              <a:buClr>
                <a:schemeClr val="accent4"/>
              </a:buClr>
              <a:buSzPct val="100000"/>
              <a:buFont typeface="Arial" panose="020B0604020202020204" pitchFamily="34" charset="0"/>
              <a:buChar char="•"/>
              <a:defRPr sz="1200">
                <a:solidFill>
                  <a:schemeClr val="bg2"/>
                </a:solidFill>
                <a:latin typeface="Arial" panose="020B0604020202020204" pitchFamily="34" charset="0"/>
                <a:ea typeface="Arial" panose="020B0604020202020204" pitchFamily="34" charset="0"/>
                <a:cs typeface="Arial" panose="020B0604020202020204" pitchFamily="34" charset="0"/>
                <a:sym typeface="Avenir Book"/>
              </a:defRPr>
            </a:lvl5pPr>
            <a:lvl6pPr marL="2502130" indent="-216530" defTabSz="914240" eaLnBrk="1" hangingPunct="1">
              <a:lnSpc>
                <a:spcPct val="90000"/>
              </a:lnSpc>
              <a:spcBef>
                <a:spcPts val="1000"/>
              </a:spcBef>
              <a:buSzPct val="100000"/>
              <a:buFont typeface="Arial"/>
              <a:buChar char="•"/>
              <a:defRPr>
                <a:solidFill>
                  <a:srgbClr val="50626A"/>
                </a:solidFill>
                <a:latin typeface="Avenir Book"/>
                <a:ea typeface="Avenir Book"/>
                <a:cs typeface="Avenir Book"/>
                <a:sym typeface="Avenir Book"/>
              </a:defRPr>
            </a:lvl6pPr>
            <a:lvl7pPr marL="2959250" indent="-216530" defTabSz="914240" eaLnBrk="1" hangingPunct="1">
              <a:lnSpc>
                <a:spcPct val="90000"/>
              </a:lnSpc>
              <a:spcBef>
                <a:spcPts val="1000"/>
              </a:spcBef>
              <a:buSzPct val="100000"/>
              <a:buFont typeface="Arial"/>
              <a:buChar char="•"/>
              <a:defRPr>
                <a:solidFill>
                  <a:srgbClr val="50626A"/>
                </a:solidFill>
                <a:latin typeface="Avenir Book"/>
                <a:ea typeface="Avenir Book"/>
                <a:cs typeface="Avenir Book"/>
                <a:sym typeface="Avenir Book"/>
              </a:defRPr>
            </a:lvl7pPr>
            <a:lvl8pPr marL="3416370" indent="-216530" defTabSz="914240" eaLnBrk="1" hangingPunct="1">
              <a:lnSpc>
                <a:spcPct val="90000"/>
              </a:lnSpc>
              <a:spcBef>
                <a:spcPts val="1000"/>
              </a:spcBef>
              <a:buSzPct val="100000"/>
              <a:buFont typeface="Arial"/>
              <a:buChar char="•"/>
              <a:defRPr>
                <a:solidFill>
                  <a:srgbClr val="50626A"/>
                </a:solidFill>
                <a:latin typeface="Avenir Book"/>
                <a:ea typeface="Avenir Book"/>
                <a:cs typeface="Avenir Book"/>
                <a:sym typeface="Avenir Book"/>
              </a:defRPr>
            </a:lvl8pPr>
            <a:lvl9pPr marL="3873490" indent="-216530" defTabSz="914240" eaLnBrk="1" hangingPunct="1">
              <a:lnSpc>
                <a:spcPct val="90000"/>
              </a:lnSpc>
              <a:spcBef>
                <a:spcPts val="1000"/>
              </a:spcBef>
              <a:buSzPct val="100000"/>
              <a:buFont typeface="Arial"/>
              <a:buChar char="•"/>
              <a:defRPr>
                <a:solidFill>
                  <a:srgbClr val="50626A"/>
                </a:solidFill>
                <a:latin typeface="Avenir Book"/>
                <a:ea typeface="Avenir Book"/>
                <a:cs typeface="Avenir Book"/>
                <a:sym typeface="Avenir Book"/>
              </a:defRPr>
            </a:lvl9pPr>
          </a:lstStyle>
          <a:p>
            <a:pPr lvl="0">
              <a:buClr>
                <a:srgbClr val="017298"/>
              </a:buClr>
              <a:defRPr/>
            </a:pPr>
            <a:r>
              <a:rPr lang="en-US" sz="1600" dirty="0"/>
              <a:t>Demand peaked in Q4 and dropped substantially in Q1</a:t>
            </a:r>
            <a:endParaRPr kumimoji="0" lang="en-US" sz="1600" b="0" i="1" u="none" strike="noStrike" kern="1200" cap="none" spc="0" normalizeH="0" baseline="0" noProof="0" dirty="0">
              <a:ln>
                <a:noFill/>
              </a:ln>
              <a:solidFill>
                <a:srgbClr val="017298"/>
              </a:solidFill>
              <a:effectLst/>
              <a:uLnTx/>
              <a:uFillTx/>
              <a:latin typeface="Arial Nova" panose="020B0504020202020204" pitchFamily="34" charset="0"/>
              <a:cs typeface="Arial" panose="020B0604020202020204" pitchFamily="34" charset="0"/>
              <a:sym typeface="Avenir Book"/>
            </a:endParaRPr>
          </a:p>
        </p:txBody>
      </p:sp>
      <p:sp>
        <p:nvSpPr>
          <p:cNvPr id="21" name="TextBox 20">
            <a:extLst>
              <a:ext uri="{FF2B5EF4-FFF2-40B4-BE49-F238E27FC236}">
                <a16:creationId xmlns:a16="http://schemas.microsoft.com/office/drawing/2014/main" id="{88F34059-D965-9819-094E-42BC528881A7}"/>
              </a:ext>
            </a:extLst>
          </p:cNvPr>
          <p:cNvSpPr txBox="1"/>
          <p:nvPr/>
        </p:nvSpPr>
        <p:spPr>
          <a:xfrm>
            <a:off x="793048" y="950339"/>
            <a:ext cx="4512239" cy="313932"/>
          </a:xfrm>
          <a:prstGeom prst="rect">
            <a:avLst/>
          </a:prstGeom>
          <a:ln w="12700">
            <a:miter lim="400000"/>
          </a:ln>
        </p:spPr>
        <p:txBody>
          <a:bodyPr lIns="45720" rIns="45719" anchor="b">
            <a:noAutofit/>
          </a:bodyPr>
          <a:lstStyle>
            <a:lvl1pPr marR="0" indent="0" defTabSz="914240">
              <a:lnSpc>
                <a:spcPct val="90000"/>
              </a:lnSpc>
              <a:spcBef>
                <a:spcPts val="1000"/>
              </a:spcBef>
              <a:spcAft>
                <a:spcPts val="400"/>
              </a:spcAft>
              <a:buClr>
                <a:schemeClr val="accent4"/>
              </a:buClr>
              <a:buSzPct val="100000"/>
              <a:buFont typeface="Arial" panose="020B0604020202020204" pitchFamily="34" charset="0"/>
              <a:buNone/>
              <a:tabLst/>
              <a:defRPr sz="1600" b="0" i="0" u="none" strike="noStrike" cap="none" spc="0" baseline="0">
                <a:solidFill>
                  <a:schemeClr val="accent4"/>
                </a:solidFill>
                <a:uFillTx/>
                <a:latin typeface="Arial" panose="020B0604020202020204" pitchFamily="34" charset="0"/>
                <a:ea typeface="Arial" panose="020B0604020202020204" pitchFamily="34" charset="0"/>
                <a:cs typeface="Arial" panose="020B0604020202020204" pitchFamily="34" charset="0"/>
                <a:sym typeface="Avenir Book"/>
              </a:defRPr>
            </a:lvl1pPr>
            <a:lvl2pPr marR="0" indent="0" defTabSz="914240">
              <a:lnSpc>
                <a:spcPct val="90000"/>
              </a:lnSpc>
              <a:spcBef>
                <a:spcPts val="400"/>
              </a:spcBef>
              <a:spcAft>
                <a:spcPts val="400"/>
              </a:spcAft>
              <a:buClr>
                <a:schemeClr val="accent4"/>
              </a:buClr>
              <a:buSzPct val="100000"/>
              <a:buFont typeface="System Font Regular"/>
              <a:buNone/>
              <a:tabLst/>
              <a:defRPr sz="2000" b="1" i="0" u="none" strike="noStrike" cap="none" spc="0" baseline="0">
                <a:solidFill>
                  <a:schemeClr val="bg2"/>
                </a:solidFill>
                <a:uFillTx/>
                <a:latin typeface="Arial" panose="020B0604020202020204" pitchFamily="34" charset="0"/>
                <a:ea typeface="Arial" panose="020B0604020202020204" pitchFamily="34" charset="0"/>
                <a:cs typeface="Arial" panose="020B0604020202020204" pitchFamily="34" charset="0"/>
                <a:sym typeface="Avenir Book"/>
              </a:defRPr>
            </a:lvl2pPr>
            <a:lvl3pPr marR="0" indent="0" defTabSz="914240">
              <a:lnSpc>
                <a:spcPct val="90000"/>
              </a:lnSpc>
              <a:spcBef>
                <a:spcPts val="400"/>
              </a:spcBef>
              <a:spcAft>
                <a:spcPts val="400"/>
              </a:spcAft>
              <a:buClr>
                <a:schemeClr val="accent4"/>
              </a:buClr>
              <a:buSzPct val="100000"/>
              <a:buFont typeface="Arial" panose="020B0604020202020204" pitchFamily="34" charset="0"/>
              <a:buNone/>
              <a:tabLst/>
              <a:defRPr b="1" i="0" u="none" strike="noStrike" cap="none" spc="0" baseline="0">
                <a:solidFill>
                  <a:schemeClr val="bg2"/>
                </a:solidFill>
                <a:uFillTx/>
                <a:latin typeface="Arial" panose="020B0604020202020204" pitchFamily="34" charset="0"/>
                <a:ea typeface="Arial" panose="020B0604020202020204" pitchFamily="34" charset="0"/>
                <a:cs typeface="Arial" panose="020B0604020202020204" pitchFamily="34" charset="0"/>
                <a:sym typeface="Avenir Book"/>
              </a:defRPr>
            </a:lvl3pPr>
            <a:lvl4pPr marR="0" indent="0" defTabSz="914240">
              <a:lnSpc>
                <a:spcPct val="90000"/>
              </a:lnSpc>
              <a:spcBef>
                <a:spcPts val="400"/>
              </a:spcBef>
              <a:spcAft>
                <a:spcPts val="400"/>
              </a:spcAft>
              <a:buClr>
                <a:schemeClr val="accent4"/>
              </a:buClr>
              <a:buSzPct val="100000"/>
              <a:buFont typeface="System Font Regular"/>
              <a:buNone/>
              <a:tabLst/>
              <a:defRPr sz="1600" b="1" i="0" u="none" strike="noStrike" cap="none" spc="0" baseline="0">
                <a:solidFill>
                  <a:schemeClr val="bg2"/>
                </a:solidFill>
                <a:uFillTx/>
                <a:latin typeface="Arial" panose="020B0604020202020204" pitchFamily="34" charset="0"/>
                <a:ea typeface="Arial" panose="020B0604020202020204" pitchFamily="34" charset="0"/>
                <a:cs typeface="Arial" panose="020B0604020202020204" pitchFamily="34" charset="0"/>
                <a:sym typeface="Avenir Book"/>
              </a:defRPr>
            </a:lvl4pPr>
            <a:lvl5pPr marR="0" indent="0" defTabSz="914240">
              <a:lnSpc>
                <a:spcPct val="90000"/>
              </a:lnSpc>
              <a:spcBef>
                <a:spcPts val="400"/>
              </a:spcBef>
              <a:spcAft>
                <a:spcPts val="400"/>
              </a:spcAft>
              <a:buClr>
                <a:schemeClr val="accent4"/>
              </a:buClr>
              <a:buSzPct val="100000"/>
              <a:buFont typeface="Arial" panose="020B0604020202020204" pitchFamily="34" charset="0"/>
              <a:buNone/>
              <a:tabLst/>
              <a:defRPr sz="1600" b="1" i="0" u="none" strike="noStrike" cap="none" spc="0" baseline="0">
                <a:solidFill>
                  <a:schemeClr val="bg2"/>
                </a:solidFill>
                <a:uFillTx/>
                <a:latin typeface="Arial" panose="020B0604020202020204" pitchFamily="34" charset="0"/>
                <a:ea typeface="Arial" panose="020B0604020202020204" pitchFamily="34" charset="0"/>
                <a:cs typeface="Arial" panose="020B0604020202020204" pitchFamily="34" charset="0"/>
                <a:sym typeface="Avenir Book"/>
              </a:defRPr>
            </a:lvl5pPr>
            <a:lvl6pPr marR="0" indent="0" defTabSz="914240">
              <a:lnSpc>
                <a:spcPct val="90000"/>
              </a:lnSpc>
              <a:spcBef>
                <a:spcPts val="1000"/>
              </a:spcBef>
              <a:spcAft>
                <a:spcPts val="0"/>
              </a:spcAft>
              <a:buClrTx/>
              <a:buSzPct val="100000"/>
              <a:buFont typeface="Arial"/>
              <a:buNone/>
              <a:tabLst/>
              <a:defRPr sz="1600" b="1" i="0" u="none" strike="noStrike" cap="none" spc="0" baseline="0">
                <a:solidFill>
                  <a:srgbClr val="50626A"/>
                </a:solidFill>
                <a:uFillTx/>
                <a:latin typeface="Avenir Book"/>
                <a:ea typeface="Avenir Book"/>
                <a:cs typeface="Avenir Book"/>
                <a:sym typeface="Avenir Book"/>
              </a:defRPr>
            </a:lvl6pPr>
            <a:lvl7pPr marR="0" indent="0" defTabSz="914240">
              <a:lnSpc>
                <a:spcPct val="90000"/>
              </a:lnSpc>
              <a:spcBef>
                <a:spcPts val="1000"/>
              </a:spcBef>
              <a:spcAft>
                <a:spcPts val="0"/>
              </a:spcAft>
              <a:buClrTx/>
              <a:buSzPct val="100000"/>
              <a:buFont typeface="Arial"/>
              <a:buNone/>
              <a:tabLst/>
              <a:defRPr sz="1600" b="1" i="0" u="none" strike="noStrike" cap="none" spc="0" baseline="0">
                <a:solidFill>
                  <a:srgbClr val="50626A"/>
                </a:solidFill>
                <a:uFillTx/>
                <a:latin typeface="Avenir Book"/>
                <a:ea typeface="Avenir Book"/>
                <a:cs typeface="Avenir Book"/>
                <a:sym typeface="Avenir Book"/>
              </a:defRPr>
            </a:lvl7pPr>
            <a:lvl8pPr marR="0" indent="0" defTabSz="914240">
              <a:lnSpc>
                <a:spcPct val="90000"/>
              </a:lnSpc>
              <a:spcBef>
                <a:spcPts val="1000"/>
              </a:spcBef>
              <a:spcAft>
                <a:spcPts val="0"/>
              </a:spcAft>
              <a:buClrTx/>
              <a:buSzPct val="100000"/>
              <a:buFont typeface="Arial"/>
              <a:buNone/>
              <a:tabLst/>
              <a:defRPr sz="1600" b="1" i="0" u="none" strike="noStrike" cap="none" spc="0" baseline="0">
                <a:solidFill>
                  <a:srgbClr val="50626A"/>
                </a:solidFill>
                <a:uFillTx/>
                <a:latin typeface="Avenir Book"/>
                <a:ea typeface="Avenir Book"/>
                <a:cs typeface="Avenir Book"/>
                <a:sym typeface="Avenir Book"/>
              </a:defRPr>
            </a:lvl8pPr>
            <a:lvl9pPr marR="0" indent="0" defTabSz="914240">
              <a:lnSpc>
                <a:spcPct val="90000"/>
              </a:lnSpc>
              <a:spcBef>
                <a:spcPts val="1000"/>
              </a:spcBef>
              <a:spcAft>
                <a:spcPts val="0"/>
              </a:spcAft>
              <a:buClrTx/>
              <a:buSzPct val="100000"/>
              <a:buFont typeface="Arial"/>
              <a:buNone/>
              <a:tabLst/>
              <a:defRPr sz="1600" b="1" i="0" u="none" strike="noStrike" cap="none" spc="0" baseline="0">
                <a:solidFill>
                  <a:srgbClr val="50626A"/>
                </a:solidFill>
                <a:uFillTx/>
                <a:latin typeface="Avenir Book"/>
                <a:ea typeface="Avenir Book"/>
                <a:cs typeface="Avenir Book"/>
                <a:sym typeface="Avenir Book"/>
              </a:defRPr>
            </a:lvl9pPr>
          </a:lstStyle>
          <a:p>
            <a:pPr marL="0" marR="0" lvl="0" indent="0" algn="ctr" defTabSz="914240" rtl="0" eaLnBrk="1" fontAlgn="auto" latinLnBrk="0" hangingPunct="1">
              <a:lnSpc>
                <a:spcPct val="90000"/>
              </a:lnSpc>
              <a:spcBef>
                <a:spcPts val="1000"/>
              </a:spcBef>
              <a:spcAft>
                <a:spcPts val="400"/>
              </a:spcAft>
              <a:buClr>
                <a:srgbClr val="017298"/>
              </a:buClr>
              <a:buSzPct val="100000"/>
              <a:buFont typeface="Arial" panose="020B0604020202020204" pitchFamily="34" charset="0"/>
              <a:buNone/>
              <a:tabLst/>
              <a:defRPr/>
            </a:pPr>
            <a:r>
              <a:rPr kumimoji="0" lang="en-US" sz="1400" b="1" i="0" u="none" strike="noStrike" kern="1200" cap="none" spc="0" normalizeH="0" baseline="0" noProof="0" dirty="0">
                <a:ln>
                  <a:noFill/>
                </a:ln>
                <a:solidFill>
                  <a:srgbClr val="017298"/>
                </a:solidFill>
                <a:effectLst/>
                <a:uLnTx/>
                <a:uFillTx/>
                <a:latin typeface="Arial Nova" panose="020B0504020202020204" pitchFamily="34" charset="0"/>
                <a:cs typeface="Arial" panose="020B0604020202020204" pitchFamily="34" charset="0"/>
                <a:sym typeface="Avenir Book"/>
              </a:rPr>
              <a:t>Demand Vials by Quarter</a:t>
            </a:r>
          </a:p>
        </p:txBody>
      </p:sp>
      <p:graphicFrame>
        <p:nvGraphicFramePr>
          <p:cNvPr id="3" name="Chart 2">
            <a:extLst>
              <a:ext uri="{FF2B5EF4-FFF2-40B4-BE49-F238E27FC236}">
                <a16:creationId xmlns:a16="http://schemas.microsoft.com/office/drawing/2014/main" id="{DFAAA99A-EC3D-CCA6-C8E4-717D50DD9FB9}"/>
              </a:ext>
            </a:extLst>
          </p:cNvPr>
          <p:cNvGraphicFramePr/>
          <p:nvPr>
            <p:extLst>
              <p:ext uri="{D42A27DB-BD31-4B8C-83A1-F6EECF244321}">
                <p14:modId xmlns:p14="http://schemas.microsoft.com/office/powerpoint/2010/main" val="2510410194"/>
              </p:ext>
            </p:extLst>
          </p:nvPr>
        </p:nvGraphicFramePr>
        <p:xfrm>
          <a:off x="492338" y="4395304"/>
          <a:ext cx="2261905" cy="1781547"/>
        </p:xfrm>
        <a:graphic>
          <a:graphicData uri="http://schemas.openxmlformats.org/drawingml/2006/chart">
            <c:chart xmlns:c="http://schemas.openxmlformats.org/drawingml/2006/chart" xmlns:r="http://schemas.openxmlformats.org/officeDocument/2006/relationships" r:id="rId3"/>
          </a:graphicData>
        </a:graphic>
      </p:graphicFrame>
      <p:sp>
        <p:nvSpPr>
          <p:cNvPr id="8" name="Text Placeholder 7">
            <a:extLst>
              <a:ext uri="{FF2B5EF4-FFF2-40B4-BE49-F238E27FC236}">
                <a16:creationId xmlns:a16="http://schemas.microsoft.com/office/drawing/2014/main" id="{53601533-6B36-63DA-D847-386BBD82E9DB}"/>
              </a:ext>
            </a:extLst>
          </p:cNvPr>
          <p:cNvSpPr txBox="1">
            <a:spLocks/>
          </p:cNvSpPr>
          <p:nvPr/>
        </p:nvSpPr>
        <p:spPr>
          <a:xfrm>
            <a:off x="361881" y="4106851"/>
            <a:ext cx="2522817" cy="336442"/>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45720" rIns="45719" anchor="ctr">
            <a:noAutofit/>
          </a:bodyPr>
          <a:lstStyle>
            <a:lvl1pPr marL="0" marR="0" indent="0" algn="l" defTabSz="914240" eaLnBrk="1" latinLnBrk="0" hangingPunct="1">
              <a:lnSpc>
                <a:spcPct val="90000"/>
              </a:lnSpc>
              <a:spcBef>
                <a:spcPts val="1000"/>
              </a:spcBef>
              <a:spcAft>
                <a:spcPts val="400"/>
              </a:spcAft>
              <a:buClr>
                <a:schemeClr val="accent4"/>
              </a:buClr>
              <a:buSzPct val="100000"/>
              <a:buFont typeface="Arial" panose="020B0604020202020204" pitchFamily="34" charset="0"/>
              <a:buNone/>
              <a:tabLst/>
              <a:defRPr sz="2000" b="0" i="0" u="none" strike="noStrike" cap="none" spc="0" baseline="0">
                <a:solidFill>
                  <a:schemeClr val="accent4"/>
                </a:solidFill>
                <a:uFillTx/>
                <a:latin typeface="Arial" panose="020B0604020202020204" pitchFamily="34" charset="0"/>
                <a:ea typeface="Arial" panose="020B0604020202020204" pitchFamily="34" charset="0"/>
                <a:cs typeface="Arial" panose="020B0604020202020204" pitchFamily="34" charset="0"/>
                <a:sym typeface="Avenir Book"/>
              </a:defRPr>
            </a:lvl1pPr>
            <a:lvl2pPr marL="457200" marR="0" indent="0" algn="l" defTabSz="914240" eaLnBrk="1" latinLnBrk="0" hangingPunct="1">
              <a:lnSpc>
                <a:spcPct val="90000"/>
              </a:lnSpc>
              <a:spcBef>
                <a:spcPts val="400"/>
              </a:spcBef>
              <a:spcAft>
                <a:spcPts val="400"/>
              </a:spcAft>
              <a:buClr>
                <a:schemeClr val="accent4"/>
              </a:buClr>
              <a:buSzPct val="100000"/>
              <a:buFont typeface="System Font Regular"/>
              <a:buNone/>
              <a:tabLst/>
              <a:defRPr sz="2000" b="1" i="0" u="none" strike="noStrike" cap="none" spc="0" baseline="0">
                <a:solidFill>
                  <a:schemeClr val="bg2"/>
                </a:solidFill>
                <a:uFillTx/>
                <a:latin typeface="Arial" panose="020B0604020202020204" pitchFamily="34" charset="0"/>
                <a:ea typeface="Arial" panose="020B0604020202020204" pitchFamily="34" charset="0"/>
                <a:cs typeface="Arial" panose="020B0604020202020204" pitchFamily="34" charset="0"/>
                <a:sym typeface="Avenir Book"/>
              </a:defRPr>
            </a:lvl2pPr>
            <a:lvl3pPr marL="914400" marR="0" indent="0" algn="l" defTabSz="914240" eaLnBrk="1" latinLnBrk="0" hangingPunct="1">
              <a:lnSpc>
                <a:spcPct val="90000"/>
              </a:lnSpc>
              <a:spcBef>
                <a:spcPts val="400"/>
              </a:spcBef>
              <a:spcAft>
                <a:spcPts val="400"/>
              </a:spcAft>
              <a:buClr>
                <a:schemeClr val="accent4"/>
              </a:buClr>
              <a:buSzPct val="100000"/>
              <a:buFont typeface="Arial" panose="020B0604020202020204" pitchFamily="34" charset="0"/>
              <a:buNone/>
              <a:tabLst/>
              <a:defRPr sz="1800" b="1" i="0" u="none" strike="noStrike" cap="none" spc="0" baseline="0">
                <a:solidFill>
                  <a:schemeClr val="bg2"/>
                </a:solidFill>
                <a:uFillTx/>
                <a:latin typeface="Arial" panose="020B0604020202020204" pitchFamily="34" charset="0"/>
                <a:ea typeface="Arial" panose="020B0604020202020204" pitchFamily="34" charset="0"/>
                <a:cs typeface="Arial" panose="020B0604020202020204" pitchFamily="34" charset="0"/>
                <a:sym typeface="Avenir Book"/>
              </a:defRPr>
            </a:lvl3pPr>
            <a:lvl4pPr marL="1371600" marR="0" indent="0" algn="l" defTabSz="914240" eaLnBrk="1" latinLnBrk="0" hangingPunct="1">
              <a:lnSpc>
                <a:spcPct val="90000"/>
              </a:lnSpc>
              <a:spcBef>
                <a:spcPts val="400"/>
              </a:spcBef>
              <a:spcAft>
                <a:spcPts val="400"/>
              </a:spcAft>
              <a:buClr>
                <a:schemeClr val="accent4"/>
              </a:buClr>
              <a:buSzPct val="100000"/>
              <a:buFont typeface="System Font Regular"/>
              <a:buNone/>
              <a:tabLst/>
              <a:defRPr sz="1600" b="1" i="0" u="none" strike="noStrike" cap="none" spc="0" baseline="0">
                <a:solidFill>
                  <a:schemeClr val="bg2"/>
                </a:solidFill>
                <a:uFillTx/>
                <a:latin typeface="Arial" panose="020B0604020202020204" pitchFamily="34" charset="0"/>
                <a:ea typeface="Arial" panose="020B0604020202020204" pitchFamily="34" charset="0"/>
                <a:cs typeface="Arial" panose="020B0604020202020204" pitchFamily="34" charset="0"/>
                <a:sym typeface="Avenir Book"/>
              </a:defRPr>
            </a:lvl4pPr>
            <a:lvl5pPr marL="1828800" marR="0" indent="0" algn="l" defTabSz="914240" eaLnBrk="1" latinLnBrk="0" hangingPunct="1">
              <a:lnSpc>
                <a:spcPct val="90000"/>
              </a:lnSpc>
              <a:spcBef>
                <a:spcPts val="400"/>
              </a:spcBef>
              <a:spcAft>
                <a:spcPts val="400"/>
              </a:spcAft>
              <a:buClr>
                <a:schemeClr val="accent4"/>
              </a:buClr>
              <a:buSzPct val="100000"/>
              <a:buFont typeface="Arial" panose="020B0604020202020204" pitchFamily="34" charset="0"/>
              <a:buNone/>
              <a:tabLst/>
              <a:defRPr sz="1600" b="1" i="0" u="none" strike="noStrike" cap="none" spc="0" baseline="0">
                <a:solidFill>
                  <a:schemeClr val="bg2"/>
                </a:solidFill>
                <a:uFillTx/>
                <a:latin typeface="Arial" panose="020B0604020202020204" pitchFamily="34" charset="0"/>
                <a:ea typeface="Arial" panose="020B0604020202020204" pitchFamily="34" charset="0"/>
                <a:cs typeface="Arial" panose="020B0604020202020204" pitchFamily="34" charset="0"/>
                <a:sym typeface="Avenir Book"/>
              </a:defRPr>
            </a:lvl5pPr>
            <a:lvl6pPr marL="2286000" marR="0" indent="0" algn="l" defTabSz="914240" eaLnBrk="1" latinLnBrk="0" hangingPunct="1">
              <a:lnSpc>
                <a:spcPct val="90000"/>
              </a:lnSpc>
              <a:spcBef>
                <a:spcPts val="1000"/>
              </a:spcBef>
              <a:spcAft>
                <a:spcPts val="0"/>
              </a:spcAft>
              <a:buClrTx/>
              <a:buSzPct val="100000"/>
              <a:buFont typeface="Arial"/>
              <a:buNone/>
              <a:tabLst/>
              <a:defRPr sz="1600" b="1" i="0" u="none" strike="noStrike" cap="none" spc="0" baseline="0">
                <a:solidFill>
                  <a:srgbClr val="50626A"/>
                </a:solidFill>
                <a:uFillTx/>
                <a:latin typeface="Avenir Book"/>
                <a:ea typeface="Avenir Book"/>
                <a:cs typeface="Avenir Book"/>
                <a:sym typeface="Avenir Book"/>
              </a:defRPr>
            </a:lvl6pPr>
            <a:lvl7pPr marL="2743200" marR="0" indent="0" algn="l" defTabSz="914240" eaLnBrk="1" latinLnBrk="0" hangingPunct="1">
              <a:lnSpc>
                <a:spcPct val="90000"/>
              </a:lnSpc>
              <a:spcBef>
                <a:spcPts val="1000"/>
              </a:spcBef>
              <a:spcAft>
                <a:spcPts val="0"/>
              </a:spcAft>
              <a:buClrTx/>
              <a:buSzPct val="100000"/>
              <a:buFont typeface="Arial"/>
              <a:buNone/>
              <a:tabLst/>
              <a:defRPr sz="1600" b="1" i="0" u="none" strike="noStrike" cap="none" spc="0" baseline="0">
                <a:solidFill>
                  <a:srgbClr val="50626A"/>
                </a:solidFill>
                <a:uFillTx/>
                <a:latin typeface="Avenir Book"/>
                <a:ea typeface="Avenir Book"/>
                <a:cs typeface="Avenir Book"/>
                <a:sym typeface="Avenir Book"/>
              </a:defRPr>
            </a:lvl7pPr>
            <a:lvl8pPr marL="3200400" marR="0" indent="0" algn="l" defTabSz="914240" eaLnBrk="1" latinLnBrk="0" hangingPunct="1">
              <a:lnSpc>
                <a:spcPct val="90000"/>
              </a:lnSpc>
              <a:spcBef>
                <a:spcPts val="1000"/>
              </a:spcBef>
              <a:spcAft>
                <a:spcPts val="0"/>
              </a:spcAft>
              <a:buClrTx/>
              <a:buSzPct val="100000"/>
              <a:buFont typeface="Arial"/>
              <a:buNone/>
              <a:tabLst/>
              <a:defRPr sz="1600" b="1" i="0" u="none" strike="noStrike" cap="none" spc="0" baseline="0">
                <a:solidFill>
                  <a:srgbClr val="50626A"/>
                </a:solidFill>
                <a:uFillTx/>
                <a:latin typeface="Avenir Book"/>
                <a:ea typeface="Avenir Book"/>
                <a:cs typeface="Avenir Book"/>
                <a:sym typeface="Avenir Book"/>
              </a:defRPr>
            </a:lvl8pPr>
            <a:lvl9pPr marL="3657600" marR="0" indent="0" algn="l" defTabSz="914240" eaLnBrk="1" latinLnBrk="0" hangingPunct="1">
              <a:lnSpc>
                <a:spcPct val="90000"/>
              </a:lnSpc>
              <a:spcBef>
                <a:spcPts val="1000"/>
              </a:spcBef>
              <a:spcAft>
                <a:spcPts val="0"/>
              </a:spcAft>
              <a:buClrTx/>
              <a:buSzPct val="100000"/>
              <a:buFont typeface="Arial"/>
              <a:buNone/>
              <a:tabLst/>
              <a:defRPr sz="1600" b="1" i="0" u="none" strike="noStrike" cap="none" spc="0" baseline="0">
                <a:solidFill>
                  <a:srgbClr val="50626A"/>
                </a:solidFill>
                <a:uFillTx/>
                <a:latin typeface="Avenir Book"/>
                <a:ea typeface="Avenir Book"/>
                <a:cs typeface="Avenir Book"/>
                <a:sym typeface="Avenir Book"/>
              </a:defRPr>
            </a:lvl9pPr>
          </a:lstStyle>
          <a:p>
            <a:pPr marL="0" marR="0" lvl="0" indent="0" algn="ctr" defTabSz="914240" rtl="0" eaLnBrk="1" fontAlgn="auto" latinLnBrk="0" hangingPunct="1">
              <a:lnSpc>
                <a:spcPct val="90000"/>
              </a:lnSpc>
              <a:spcBef>
                <a:spcPts val="1000"/>
              </a:spcBef>
              <a:spcAft>
                <a:spcPts val="400"/>
              </a:spcAft>
              <a:buClr>
                <a:srgbClr val="017298"/>
              </a:buClr>
              <a:buSzPct val="100000"/>
              <a:buFont typeface="Arial" panose="020B0604020202020204" pitchFamily="34" charset="0"/>
              <a:buNone/>
              <a:tabLst/>
              <a:defRPr/>
            </a:pPr>
            <a:r>
              <a:rPr kumimoji="0" lang="en-US" sz="1400" b="1" i="0" u="none" strike="noStrike" kern="0" cap="none" spc="0" normalizeH="0" baseline="0" noProof="0" dirty="0">
                <a:ln>
                  <a:noFill/>
                </a:ln>
                <a:solidFill>
                  <a:srgbClr val="017298"/>
                </a:solidFill>
                <a:effectLst/>
                <a:uLnTx/>
                <a:uFillTx/>
                <a:latin typeface="Arial Nova" panose="020B0504020202020204" pitchFamily="34" charset="0"/>
                <a:cs typeface="Arial" panose="020B0604020202020204" pitchFamily="34" charset="0"/>
                <a:sym typeface="Avenir Book"/>
              </a:rPr>
              <a:t>Depth</a:t>
            </a:r>
          </a:p>
        </p:txBody>
      </p:sp>
      <p:sp>
        <p:nvSpPr>
          <p:cNvPr id="12" name="Rectangle: Rounded Corners 11">
            <a:extLst>
              <a:ext uri="{FF2B5EF4-FFF2-40B4-BE49-F238E27FC236}">
                <a16:creationId xmlns:a16="http://schemas.microsoft.com/office/drawing/2014/main" id="{312DD36B-FB43-866C-22CB-7F0530801D88}"/>
              </a:ext>
            </a:extLst>
          </p:cNvPr>
          <p:cNvSpPr/>
          <p:nvPr/>
        </p:nvSpPr>
        <p:spPr>
          <a:xfrm>
            <a:off x="1890531" y="5081029"/>
            <a:ext cx="488921" cy="223597"/>
          </a:xfrm>
          <a:prstGeom prst="roundRect">
            <a:avLst/>
          </a:prstGeom>
          <a:noFill/>
          <a:ln w="19050" cap="flat">
            <a:solidFill>
              <a:srgbClr val="FF0000"/>
            </a:solidFill>
            <a:prstDash val="sysDash"/>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lstStyle/>
          <a:p>
            <a:pPr marL="0" marR="0" lvl="0" indent="0" algn="ctr" defTabSz="914400" rtl="0" eaLnBrk="1" fontAlgn="auto" latinLnBrk="0" hangingPunct="0">
              <a:lnSpc>
                <a:spcPct val="100000"/>
              </a:lnSpc>
              <a:spcBef>
                <a:spcPts val="0"/>
              </a:spcBef>
              <a:spcAft>
                <a:spcPts val="0"/>
              </a:spcAft>
              <a:buClrTx/>
              <a:buSzTx/>
              <a:buFontTx/>
              <a:buNone/>
              <a:tabLst/>
              <a:defRPr/>
            </a:pPr>
            <a:endParaRPr kumimoji="0" lang="en-US" sz="1200" b="0" i="0" u="none" strike="noStrike" kern="1200" cap="none" spc="0" normalizeH="0" baseline="0" noProof="0" dirty="0" err="1">
              <a:ln>
                <a:noFill/>
              </a:ln>
              <a:solidFill>
                <a:srgbClr val="50626A"/>
              </a:solidFill>
              <a:effectLst/>
              <a:uLnTx/>
              <a:uFillTx/>
              <a:latin typeface="Arial Nova" panose="020B0504020202020204" pitchFamily="34" charset="0"/>
              <a:ea typeface="+mn-ea"/>
              <a:cs typeface="+mn-cs"/>
              <a:sym typeface="Calibri"/>
            </a:endParaRPr>
          </a:p>
        </p:txBody>
      </p:sp>
      <p:graphicFrame>
        <p:nvGraphicFramePr>
          <p:cNvPr id="16" name="Chart 15">
            <a:extLst>
              <a:ext uri="{FF2B5EF4-FFF2-40B4-BE49-F238E27FC236}">
                <a16:creationId xmlns:a16="http://schemas.microsoft.com/office/drawing/2014/main" id="{53F3ECDF-3193-EA47-3A5D-159AF7E533E4}"/>
              </a:ext>
            </a:extLst>
          </p:cNvPr>
          <p:cNvGraphicFramePr/>
          <p:nvPr>
            <p:extLst>
              <p:ext uri="{D42A27DB-BD31-4B8C-83A1-F6EECF244321}">
                <p14:modId xmlns:p14="http://schemas.microsoft.com/office/powerpoint/2010/main" val="97397442"/>
              </p:ext>
            </p:extLst>
          </p:nvPr>
        </p:nvGraphicFramePr>
        <p:xfrm>
          <a:off x="492338" y="1239290"/>
          <a:ext cx="4998479" cy="2798206"/>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7" name="Chart 16">
            <a:extLst>
              <a:ext uri="{FF2B5EF4-FFF2-40B4-BE49-F238E27FC236}">
                <a16:creationId xmlns:a16="http://schemas.microsoft.com/office/drawing/2014/main" id="{59000F8F-AB35-454A-F2DD-E3AC79FEFE2A}"/>
              </a:ext>
            </a:extLst>
          </p:cNvPr>
          <p:cNvGraphicFramePr/>
          <p:nvPr>
            <p:extLst>
              <p:ext uri="{D42A27DB-BD31-4B8C-83A1-F6EECF244321}">
                <p14:modId xmlns:p14="http://schemas.microsoft.com/office/powerpoint/2010/main" val="583775293"/>
              </p:ext>
            </p:extLst>
          </p:nvPr>
        </p:nvGraphicFramePr>
        <p:xfrm>
          <a:off x="3228912" y="4395303"/>
          <a:ext cx="2261905" cy="1781547"/>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19" name="Table 6">
            <a:extLst>
              <a:ext uri="{FF2B5EF4-FFF2-40B4-BE49-F238E27FC236}">
                <a16:creationId xmlns:a16="http://schemas.microsoft.com/office/drawing/2014/main" id="{62127A01-AAAE-9376-2C66-5EB49A64C32D}"/>
              </a:ext>
            </a:extLst>
          </p:cNvPr>
          <p:cNvGraphicFramePr>
            <a:graphicFrameLocks noGrp="1"/>
          </p:cNvGraphicFramePr>
          <p:nvPr>
            <p:extLst>
              <p:ext uri="{D42A27DB-BD31-4B8C-83A1-F6EECF244321}">
                <p14:modId xmlns:p14="http://schemas.microsoft.com/office/powerpoint/2010/main" val="1625471152"/>
              </p:ext>
            </p:extLst>
          </p:nvPr>
        </p:nvGraphicFramePr>
        <p:xfrm>
          <a:off x="6013172" y="4511930"/>
          <a:ext cx="5741386" cy="1700935"/>
        </p:xfrm>
        <a:graphic>
          <a:graphicData uri="http://schemas.openxmlformats.org/drawingml/2006/table">
            <a:tbl>
              <a:tblPr firstRow="1" bandRow="1">
                <a:tableStyleId>{3B4B98B0-60AC-42C2-AFA5-B58CD77FA1E5}</a:tableStyleId>
              </a:tblPr>
              <a:tblGrid>
                <a:gridCol w="2005432">
                  <a:extLst>
                    <a:ext uri="{9D8B030D-6E8A-4147-A177-3AD203B41FA5}">
                      <a16:colId xmlns:a16="http://schemas.microsoft.com/office/drawing/2014/main" val="2131702879"/>
                    </a:ext>
                  </a:extLst>
                </a:gridCol>
                <a:gridCol w="1012064">
                  <a:extLst>
                    <a:ext uri="{9D8B030D-6E8A-4147-A177-3AD203B41FA5}">
                      <a16:colId xmlns:a16="http://schemas.microsoft.com/office/drawing/2014/main" val="109579855"/>
                    </a:ext>
                  </a:extLst>
                </a:gridCol>
                <a:gridCol w="789468">
                  <a:extLst>
                    <a:ext uri="{9D8B030D-6E8A-4147-A177-3AD203B41FA5}">
                      <a16:colId xmlns:a16="http://schemas.microsoft.com/office/drawing/2014/main" val="2368129063"/>
                    </a:ext>
                  </a:extLst>
                </a:gridCol>
                <a:gridCol w="982637">
                  <a:extLst>
                    <a:ext uri="{9D8B030D-6E8A-4147-A177-3AD203B41FA5}">
                      <a16:colId xmlns:a16="http://schemas.microsoft.com/office/drawing/2014/main" val="1015831616"/>
                    </a:ext>
                  </a:extLst>
                </a:gridCol>
                <a:gridCol w="951785">
                  <a:extLst>
                    <a:ext uri="{9D8B030D-6E8A-4147-A177-3AD203B41FA5}">
                      <a16:colId xmlns:a16="http://schemas.microsoft.com/office/drawing/2014/main" val="3173316217"/>
                    </a:ext>
                  </a:extLst>
                </a:gridCol>
              </a:tblGrid>
              <a:tr h="391282">
                <a:tc>
                  <a:txBody>
                    <a:bodyPr/>
                    <a:lstStyle/>
                    <a:p>
                      <a:pPr marL="0" marR="0" indent="0" algn="ctr" defTabSz="914400" fontAlgn="t" latinLnBrk="0">
                        <a:lnSpc>
                          <a:spcPct val="100000"/>
                        </a:lnSpc>
                        <a:spcBef>
                          <a:spcPts val="0"/>
                        </a:spcBef>
                        <a:spcAft>
                          <a:spcPts val="0"/>
                        </a:spcAft>
                        <a:buClrTx/>
                        <a:buSzTx/>
                        <a:buFontTx/>
                        <a:buNone/>
                        <a:tabLst/>
                      </a:pPr>
                      <a:r>
                        <a:rPr lang="en-IN" sz="1100" b="1" u="none" strike="noStrike" cap="none" spc="0" baseline="0" dirty="0">
                          <a:solidFill>
                            <a:schemeClr val="bg1">
                              <a:lumMod val="95000"/>
                            </a:schemeClr>
                          </a:solidFill>
                          <a:effectLst/>
                          <a:uFillTx/>
                          <a:latin typeface="Arial Nova" panose="020B0504020202020204" pitchFamily="34" charset="0"/>
                          <a:sym typeface="Montserrat Regular"/>
                        </a:rPr>
                        <a:t>Top Decliners</a:t>
                      </a:r>
                      <a:endParaRPr lang="en-IN" sz="1100" b="1" i="0" u="none" strike="noStrike" cap="none" spc="0" baseline="0" dirty="0">
                        <a:solidFill>
                          <a:schemeClr val="bg1">
                            <a:lumMod val="95000"/>
                          </a:schemeClr>
                        </a:solidFill>
                        <a:effectLst/>
                        <a:uFillTx/>
                        <a:latin typeface="Arial Nova" panose="020B0504020202020204" pitchFamily="34" charset="0"/>
                        <a:ea typeface="+mn-ea"/>
                        <a:cs typeface="+mn-cs"/>
                        <a:sym typeface="Montserrat Regular"/>
                      </a:endParaRPr>
                    </a:p>
                  </a:txBody>
                  <a:tcPr marL="9525" marR="9525" marT="9525" marB="0" anchor="ctr">
                    <a:solidFill>
                      <a:srgbClr val="000738"/>
                    </a:solidFill>
                  </a:tcPr>
                </a:tc>
                <a:tc>
                  <a:txBody>
                    <a:bodyPr/>
                    <a:lstStyle/>
                    <a:p>
                      <a:pPr marL="0" marR="0" indent="0" algn="ctr" defTabSz="914400" fontAlgn="t" latinLnBrk="0">
                        <a:lnSpc>
                          <a:spcPct val="100000"/>
                        </a:lnSpc>
                        <a:spcBef>
                          <a:spcPts val="0"/>
                        </a:spcBef>
                        <a:spcAft>
                          <a:spcPts val="0"/>
                        </a:spcAft>
                        <a:buClrTx/>
                        <a:buSzTx/>
                        <a:buFontTx/>
                        <a:buNone/>
                        <a:tabLst/>
                      </a:pPr>
                      <a:r>
                        <a:rPr lang="en-IN" sz="1100" b="1" u="none" strike="noStrike" cap="none" spc="0" baseline="0" dirty="0">
                          <a:solidFill>
                            <a:schemeClr val="bg1">
                              <a:lumMod val="95000"/>
                            </a:schemeClr>
                          </a:solidFill>
                          <a:effectLst/>
                          <a:uFillTx/>
                          <a:latin typeface="Arial Nova" panose="020B0504020202020204" pitchFamily="34" charset="0"/>
                          <a:sym typeface="Montserrat Regular"/>
                        </a:rPr>
                        <a:t>Q4’25 Vials</a:t>
                      </a:r>
                      <a:endParaRPr lang="en-IN" sz="1100" b="1" i="0" u="none" strike="noStrike" cap="none" spc="0" baseline="0" dirty="0">
                        <a:solidFill>
                          <a:schemeClr val="bg1">
                            <a:lumMod val="95000"/>
                          </a:schemeClr>
                        </a:solidFill>
                        <a:effectLst/>
                        <a:uFillTx/>
                        <a:latin typeface="Arial Nova" panose="020B0504020202020204" pitchFamily="34" charset="0"/>
                        <a:ea typeface="+mn-ea"/>
                        <a:cs typeface="+mn-cs"/>
                        <a:sym typeface="Montserrat Regular"/>
                      </a:endParaRPr>
                    </a:p>
                  </a:txBody>
                  <a:tcPr marL="9525" marR="9525" marT="9525" marB="0" anchor="ctr">
                    <a:solidFill>
                      <a:srgbClr val="000738"/>
                    </a:solidFill>
                  </a:tcPr>
                </a:tc>
                <a:tc>
                  <a:txBody>
                    <a:bodyPr/>
                    <a:lstStyle/>
                    <a:p>
                      <a:pPr marL="0" marR="0" indent="0" algn="ctr" defTabSz="914400" fontAlgn="t" latinLnBrk="0">
                        <a:lnSpc>
                          <a:spcPct val="100000"/>
                        </a:lnSpc>
                        <a:spcBef>
                          <a:spcPts val="0"/>
                        </a:spcBef>
                        <a:spcAft>
                          <a:spcPts val="0"/>
                        </a:spcAft>
                        <a:buClrTx/>
                        <a:buSzTx/>
                        <a:buFontTx/>
                        <a:buNone/>
                        <a:tabLst/>
                      </a:pPr>
                      <a:r>
                        <a:rPr lang="en-IN" sz="1100" b="1" u="none" strike="noStrike" cap="none" spc="0" baseline="0" dirty="0">
                          <a:solidFill>
                            <a:schemeClr val="bg1">
                              <a:lumMod val="95000"/>
                            </a:schemeClr>
                          </a:solidFill>
                          <a:effectLst/>
                          <a:uFillTx/>
                          <a:latin typeface="Arial Nova" panose="020B0504020202020204" pitchFamily="34" charset="0"/>
                          <a:sym typeface="Montserrat Regular"/>
                        </a:rPr>
                        <a:t>Q1’26 Vials</a:t>
                      </a:r>
                      <a:endParaRPr lang="en-IN" sz="1100" b="1" i="0" u="none" strike="noStrike" cap="none" spc="0" baseline="0" dirty="0">
                        <a:solidFill>
                          <a:schemeClr val="bg1">
                            <a:lumMod val="95000"/>
                          </a:schemeClr>
                        </a:solidFill>
                        <a:effectLst/>
                        <a:uFillTx/>
                        <a:latin typeface="Arial Nova" panose="020B0504020202020204" pitchFamily="34" charset="0"/>
                        <a:ea typeface="+mn-ea"/>
                        <a:cs typeface="+mn-cs"/>
                        <a:sym typeface="Montserrat Regular"/>
                      </a:endParaRPr>
                    </a:p>
                  </a:txBody>
                  <a:tcPr marL="9525" marR="9525" marT="9525" marB="0" anchor="ctr">
                    <a:solidFill>
                      <a:srgbClr val="000738"/>
                    </a:solidFill>
                  </a:tcPr>
                </a:tc>
                <a:tc>
                  <a:txBody>
                    <a:bodyPr/>
                    <a:lstStyle/>
                    <a:p>
                      <a:pPr marL="0" marR="0" indent="0" algn="ctr" defTabSz="914400" fontAlgn="t" latinLnBrk="0">
                        <a:lnSpc>
                          <a:spcPct val="100000"/>
                        </a:lnSpc>
                        <a:spcBef>
                          <a:spcPts val="0"/>
                        </a:spcBef>
                        <a:spcAft>
                          <a:spcPts val="0"/>
                        </a:spcAft>
                        <a:buClrTx/>
                        <a:buSzTx/>
                        <a:buFontTx/>
                        <a:buNone/>
                        <a:tabLst/>
                      </a:pPr>
                      <a:r>
                        <a:rPr lang="en-IN" sz="1100" b="1" u="none" strike="noStrike" cap="none" spc="0" baseline="0" dirty="0">
                          <a:solidFill>
                            <a:schemeClr val="bg1">
                              <a:lumMod val="95000"/>
                            </a:schemeClr>
                          </a:solidFill>
                          <a:effectLst/>
                          <a:uFillTx/>
                          <a:latin typeface="Arial Nova" panose="020B0504020202020204" pitchFamily="34" charset="0"/>
                          <a:sym typeface="Montserrat Regular"/>
                        </a:rPr>
                        <a:t>Change</a:t>
                      </a:r>
                      <a:endParaRPr lang="en-IN" sz="1100" b="1" i="0" u="none" strike="noStrike" cap="none" spc="0" baseline="0" dirty="0">
                        <a:solidFill>
                          <a:schemeClr val="bg1">
                            <a:lumMod val="95000"/>
                          </a:schemeClr>
                        </a:solidFill>
                        <a:effectLst/>
                        <a:uFillTx/>
                        <a:latin typeface="Arial Nova" panose="020B0504020202020204" pitchFamily="34" charset="0"/>
                        <a:ea typeface="+mn-ea"/>
                        <a:cs typeface="+mn-cs"/>
                        <a:sym typeface="Montserrat Regular"/>
                      </a:endParaRPr>
                    </a:p>
                  </a:txBody>
                  <a:tcPr marL="9525" marR="9525" marT="9525" marB="0" anchor="ctr">
                    <a:solidFill>
                      <a:srgbClr val="000738"/>
                    </a:solidFill>
                  </a:tcPr>
                </a:tc>
                <a:tc>
                  <a:txBody>
                    <a:bodyPr/>
                    <a:lstStyle/>
                    <a:p>
                      <a:pPr marL="0" marR="0" indent="0" algn="ctr" defTabSz="914400" fontAlgn="t" latinLnBrk="0">
                        <a:lnSpc>
                          <a:spcPct val="100000"/>
                        </a:lnSpc>
                        <a:spcBef>
                          <a:spcPts val="0"/>
                        </a:spcBef>
                        <a:spcAft>
                          <a:spcPts val="0"/>
                        </a:spcAft>
                        <a:buClrTx/>
                        <a:buSzTx/>
                        <a:buFontTx/>
                        <a:buNone/>
                        <a:tabLst/>
                      </a:pPr>
                      <a:r>
                        <a:rPr lang="en-IN" sz="1100" b="1" u="none" strike="noStrike" cap="none" spc="0" baseline="0" dirty="0">
                          <a:solidFill>
                            <a:schemeClr val="bg1">
                              <a:lumMod val="95000"/>
                            </a:schemeClr>
                          </a:solidFill>
                          <a:effectLst/>
                          <a:uFillTx/>
                          <a:latin typeface="Arial Nova" panose="020B0504020202020204" pitchFamily="34" charset="0"/>
                          <a:sym typeface="Montserrat Regular"/>
                        </a:rPr>
                        <a:t>Change %</a:t>
                      </a:r>
                      <a:endParaRPr lang="en-IN" sz="1100" b="1" i="0" u="none" strike="noStrike" cap="none" spc="0" baseline="0" dirty="0">
                        <a:solidFill>
                          <a:schemeClr val="bg1">
                            <a:lumMod val="95000"/>
                          </a:schemeClr>
                        </a:solidFill>
                        <a:effectLst/>
                        <a:uFillTx/>
                        <a:latin typeface="Arial Nova" panose="020B0504020202020204" pitchFamily="34" charset="0"/>
                        <a:ea typeface="+mn-ea"/>
                        <a:cs typeface="+mn-cs"/>
                        <a:sym typeface="Montserrat Regular"/>
                      </a:endParaRPr>
                    </a:p>
                  </a:txBody>
                  <a:tcPr marL="9525" marR="9525" marT="9525" marB="0" anchor="ctr">
                    <a:solidFill>
                      <a:srgbClr val="000738"/>
                    </a:solidFill>
                  </a:tcPr>
                </a:tc>
                <a:extLst>
                  <a:ext uri="{0D108BD9-81ED-4DB2-BD59-A6C34878D82A}">
                    <a16:rowId xmlns:a16="http://schemas.microsoft.com/office/drawing/2014/main" val="3918405247"/>
                  </a:ext>
                </a:extLst>
              </a:tr>
              <a:tr h="459623">
                <a:tc>
                  <a:txBody>
                    <a:bodyPr/>
                    <a:lstStyle/>
                    <a:p>
                      <a:pPr algn="ctr" fontAlgn="b">
                        <a:buNone/>
                      </a:pPr>
                      <a:r>
                        <a:rPr lang="en-IN" sz="1100" b="1" i="0" u="none" strike="noStrike" dirty="0">
                          <a:solidFill>
                            <a:srgbClr val="000000"/>
                          </a:solidFill>
                          <a:effectLst/>
                          <a:latin typeface="Aptos Narrow" panose="020B0004020202020204" pitchFamily="34" charset="0"/>
                        </a:rPr>
                        <a:t>Allison Curtis Kingsley </a:t>
                      </a:r>
                      <a:r>
                        <a:rPr lang="en-IN" sz="1100" b="1" i="0" u="none" strike="noStrike" dirty="0" err="1">
                          <a:solidFill>
                            <a:srgbClr val="000000"/>
                          </a:solidFill>
                          <a:effectLst/>
                          <a:latin typeface="Aptos Narrow" panose="020B0004020202020204" pitchFamily="34" charset="0"/>
                        </a:rPr>
                        <a:t>Meoz</a:t>
                      </a:r>
                      <a:r>
                        <a:rPr lang="en-IN" sz="1100" b="1" i="0" u="none" strike="noStrike" dirty="0">
                          <a:solidFill>
                            <a:srgbClr val="000000"/>
                          </a:solidFill>
                          <a:effectLst/>
                          <a:latin typeface="Aptos Narrow" panose="020B0004020202020204" pitchFamily="34" charset="0"/>
                        </a:rPr>
                        <a:t> Michael &amp; Sanchez PC </a:t>
                      </a:r>
                    </a:p>
                    <a:p>
                      <a:pPr algn="ctr" fontAlgn="b">
                        <a:buNone/>
                      </a:pPr>
                      <a:r>
                        <a:rPr lang="en-IN" sz="1100" b="1" i="0" u="none" strike="noStrike" dirty="0">
                          <a:solidFill>
                            <a:srgbClr val="000000"/>
                          </a:solidFill>
                          <a:effectLst/>
                          <a:latin typeface="Aptos Narrow" panose="020B0004020202020204" pitchFamily="34" charset="0"/>
                        </a:rPr>
                        <a:t>(CCC Nevada)</a:t>
                      </a:r>
                    </a:p>
                  </a:txBody>
                  <a:tcPr marL="0" marR="0" marT="0" marB="0" anchor="ctr"/>
                </a:tc>
                <a:tc>
                  <a:txBody>
                    <a:bodyPr/>
                    <a:lstStyle/>
                    <a:p>
                      <a:pPr algn="ctr" fontAlgn="b">
                        <a:buNone/>
                      </a:pPr>
                      <a:r>
                        <a:rPr lang="en-IN" sz="1100" b="0" i="0" u="none" strike="noStrike" dirty="0">
                          <a:solidFill>
                            <a:srgbClr val="000000"/>
                          </a:solidFill>
                          <a:effectLst/>
                          <a:latin typeface="Aptos Narrow" panose="020B0004020202020204" pitchFamily="34" charset="0"/>
                        </a:rPr>
                        <a:t>26</a:t>
                      </a:r>
                    </a:p>
                  </a:txBody>
                  <a:tcPr marL="0" marR="0" marT="0" marB="0" anchor="ctr"/>
                </a:tc>
                <a:tc>
                  <a:txBody>
                    <a:bodyPr/>
                    <a:lstStyle/>
                    <a:p>
                      <a:pPr algn="ctr" fontAlgn="b">
                        <a:buNone/>
                      </a:pPr>
                      <a:r>
                        <a:rPr lang="en-IN" sz="1100" b="0" i="0" u="none" strike="noStrike">
                          <a:solidFill>
                            <a:srgbClr val="000000"/>
                          </a:solidFill>
                          <a:effectLst/>
                          <a:latin typeface="Aptos Narrow" panose="020B0004020202020204" pitchFamily="34" charset="0"/>
                        </a:rPr>
                        <a:t>2</a:t>
                      </a:r>
                    </a:p>
                  </a:txBody>
                  <a:tcPr marL="0" marR="0" marT="0" marB="0" anchor="ctr"/>
                </a:tc>
                <a:tc>
                  <a:txBody>
                    <a:bodyPr/>
                    <a:lstStyle/>
                    <a:p>
                      <a:pPr algn="ctr" fontAlgn="b">
                        <a:buNone/>
                      </a:pPr>
                      <a:r>
                        <a:rPr lang="en-IN" sz="1100" b="1" i="0" u="none" strike="noStrike" dirty="0">
                          <a:solidFill>
                            <a:srgbClr val="FF0000"/>
                          </a:solidFill>
                          <a:effectLst/>
                          <a:latin typeface="Aptos Narrow" panose="020B0004020202020204" pitchFamily="34" charset="0"/>
                        </a:rPr>
                        <a:t>-24</a:t>
                      </a:r>
                    </a:p>
                  </a:txBody>
                  <a:tcPr marL="0" marR="0" marT="0" marB="0" anchor="ctr"/>
                </a:tc>
                <a:tc>
                  <a:txBody>
                    <a:bodyPr/>
                    <a:lstStyle/>
                    <a:p>
                      <a:pPr algn="ctr" fontAlgn="b">
                        <a:buNone/>
                      </a:pPr>
                      <a:r>
                        <a:rPr lang="en-IN" sz="1100" b="1" i="0" u="none" strike="noStrike" dirty="0">
                          <a:solidFill>
                            <a:srgbClr val="FF0000"/>
                          </a:solidFill>
                          <a:effectLst/>
                          <a:latin typeface="Aptos Narrow" panose="020B0004020202020204" pitchFamily="34" charset="0"/>
                        </a:rPr>
                        <a:t>-92%</a:t>
                      </a:r>
                    </a:p>
                  </a:txBody>
                  <a:tcPr marL="0" marR="0" marT="0" marB="0" anchor="ctr"/>
                </a:tc>
                <a:extLst>
                  <a:ext uri="{0D108BD9-81ED-4DB2-BD59-A6C34878D82A}">
                    <a16:rowId xmlns:a16="http://schemas.microsoft.com/office/drawing/2014/main" val="1685877761"/>
                  </a:ext>
                </a:extLst>
              </a:tr>
              <a:tr h="415451">
                <a:tc>
                  <a:txBody>
                    <a:bodyPr/>
                    <a:lstStyle/>
                    <a:p>
                      <a:pPr algn="ctr" fontAlgn="b">
                        <a:buNone/>
                      </a:pPr>
                      <a:r>
                        <a:rPr lang="en-US" sz="1100" b="1" i="0" u="none" strike="noStrike" dirty="0">
                          <a:solidFill>
                            <a:srgbClr val="000000"/>
                          </a:solidFill>
                          <a:effectLst/>
                          <a:latin typeface="Aptos Narrow" panose="020B0004020202020204" pitchFamily="34" charset="0"/>
                        </a:rPr>
                        <a:t>University of Nebraska Central Administration System Office</a:t>
                      </a:r>
                    </a:p>
                  </a:txBody>
                  <a:tcPr marL="0" marR="0" marT="0" marB="0" anchor="ctr"/>
                </a:tc>
                <a:tc>
                  <a:txBody>
                    <a:bodyPr/>
                    <a:lstStyle/>
                    <a:p>
                      <a:pPr algn="ctr" fontAlgn="b">
                        <a:buNone/>
                      </a:pPr>
                      <a:r>
                        <a:rPr lang="en-IN" sz="1100" b="0" i="0" u="none" strike="noStrike" dirty="0">
                          <a:solidFill>
                            <a:srgbClr val="000000"/>
                          </a:solidFill>
                          <a:effectLst/>
                          <a:latin typeface="Aptos Narrow" panose="020B0004020202020204" pitchFamily="34" charset="0"/>
                        </a:rPr>
                        <a:t>20</a:t>
                      </a:r>
                    </a:p>
                  </a:txBody>
                  <a:tcPr marL="0" marR="0" marT="0" marB="0" anchor="ctr"/>
                </a:tc>
                <a:tc>
                  <a:txBody>
                    <a:bodyPr/>
                    <a:lstStyle/>
                    <a:p>
                      <a:pPr algn="ctr" fontAlgn="b">
                        <a:buNone/>
                      </a:pPr>
                      <a:r>
                        <a:rPr lang="en-IN" sz="1100" b="0" i="0" u="none" strike="noStrike">
                          <a:solidFill>
                            <a:srgbClr val="000000"/>
                          </a:solidFill>
                          <a:effectLst/>
                          <a:latin typeface="Aptos Narrow" panose="020B0004020202020204" pitchFamily="34" charset="0"/>
                        </a:rPr>
                        <a:t>6</a:t>
                      </a:r>
                    </a:p>
                  </a:txBody>
                  <a:tcPr marL="0" marR="0" marT="0" marB="0" anchor="ctr"/>
                </a:tc>
                <a:tc>
                  <a:txBody>
                    <a:bodyPr/>
                    <a:lstStyle/>
                    <a:p>
                      <a:pPr algn="ctr" fontAlgn="b">
                        <a:buNone/>
                      </a:pPr>
                      <a:r>
                        <a:rPr lang="en-IN" sz="1100" b="1" i="0" u="none" strike="noStrike" dirty="0">
                          <a:solidFill>
                            <a:srgbClr val="FF0000"/>
                          </a:solidFill>
                          <a:effectLst/>
                          <a:latin typeface="Aptos Narrow" panose="020B0004020202020204" pitchFamily="34" charset="0"/>
                        </a:rPr>
                        <a:t>-14</a:t>
                      </a:r>
                    </a:p>
                  </a:txBody>
                  <a:tcPr marL="0" marR="0" marT="0" marB="0" anchor="ctr"/>
                </a:tc>
                <a:tc>
                  <a:txBody>
                    <a:bodyPr/>
                    <a:lstStyle/>
                    <a:p>
                      <a:pPr algn="ctr" fontAlgn="b">
                        <a:buNone/>
                      </a:pPr>
                      <a:r>
                        <a:rPr lang="en-IN" sz="1100" b="1" i="0" u="none" strike="noStrike">
                          <a:solidFill>
                            <a:srgbClr val="FF0000"/>
                          </a:solidFill>
                          <a:effectLst/>
                          <a:latin typeface="Aptos Narrow" panose="020B0004020202020204" pitchFamily="34" charset="0"/>
                        </a:rPr>
                        <a:t>-70%</a:t>
                      </a:r>
                    </a:p>
                  </a:txBody>
                  <a:tcPr marL="0" marR="0" marT="0" marB="0" anchor="ctr"/>
                </a:tc>
                <a:extLst>
                  <a:ext uri="{0D108BD9-81ED-4DB2-BD59-A6C34878D82A}">
                    <a16:rowId xmlns:a16="http://schemas.microsoft.com/office/drawing/2014/main" val="2585532566"/>
                  </a:ext>
                </a:extLst>
              </a:tr>
              <a:tr h="391282">
                <a:tc>
                  <a:txBody>
                    <a:bodyPr/>
                    <a:lstStyle/>
                    <a:p>
                      <a:pPr algn="ctr" fontAlgn="b">
                        <a:buNone/>
                      </a:pPr>
                      <a:r>
                        <a:rPr lang="en-IN" sz="1100" b="1" i="0" u="none" strike="noStrike" dirty="0">
                          <a:solidFill>
                            <a:srgbClr val="000000"/>
                          </a:solidFill>
                          <a:effectLst/>
                          <a:latin typeface="Aptos Narrow" panose="020B0004020202020204" pitchFamily="34" charset="0"/>
                        </a:rPr>
                        <a:t>UNM Health System</a:t>
                      </a:r>
                    </a:p>
                  </a:txBody>
                  <a:tcPr marL="0" marR="0" marT="0" marB="0" anchor="ctr"/>
                </a:tc>
                <a:tc>
                  <a:txBody>
                    <a:bodyPr/>
                    <a:lstStyle/>
                    <a:p>
                      <a:pPr algn="ctr" fontAlgn="b">
                        <a:buNone/>
                      </a:pPr>
                      <a:r>
                        <a:rPr lang="en-IN" sz="1100" b="0" i="0" u="none" strike="noStrike">
                          <a:solidFill>
                            <a:srgbClr val="000000"/>
                          </a:solidFill>
                          <a:effectLst/>
                          <a:latin typeface="Aptos Narrow" panose="020B0004020202020204" pitchFamily="34" charset="0"/>
                        </a:rPr>
                        <a:t>18</a:t>
                      </a:r>
                    </a:p>
                  </a:txBody>
                  <a:tcPr marL="0" marR="0" marT="0" marB="0" anchor="ctr"/>
                </a:tc>
                <a:tc>
                  <a:txBody>
                    <a:bodyPr/>
                    <a:lstStyle/>
                    <a:p>
                      <a:pPr algn="ctr" fontAlgn="b">
                        <a:buNone/>
                      </a:pPr>
                      <a:r>
                        <a:rPr lang="en-IN" sz="1100" b="0" i="0" u="none" strike="noStrike" dirty="0">
                          <a:solidFill>
                            <a:srgbClr val="000000"/>
                          </a:solidFill>
                          <a:effectLst/>
                          <a:latin typeface="Aptos Narrow" panose="020B0004020202020204" pitchFamily="34" charset="0"/>
                        </a:rPr>
                        <a:t>4</a:t>
                      </a:r>
                    </a:p>
                  </a:txBody>
                  <a:tcPr marL="0" marR="0" marT="0" marB="0" anchor="ctr"/>
                </a:tc>
                <a:tc>
                  <a:txBody>
                    <a:bodyPr/>
                    <a:lstStyle/>
                    <a:p>
                      <a:pPr algn="ctr" fontAlgn="b">
                        <a:buNone/>
                      </a:pPr>
                      <a:r>
                        <a:rPr lang="en-IN" sz="1100" b="1" i="0" u="none" strike="noStrike" dirty="0">
                          <a:solidFill>
                            <a:srgbClr val="FF0000"/>
                          </a:solidFill>
                          <a:effectLst/>
                          <a:latin typeface="Aptos Narrow" panose="020B0004020202020204" pitchFamily="34" charset="0"/>
                        </a:rPr>
                        <a:t>-14</a:t>
                      </a:r>
                    </a:p>
                  </a:txBody>
                  <a:tcPr marL="0" marR="0" marT="0" marB="0" anchor="ctr"/>
                </a:tc>
                <a:tc>
                  <a:txBody>
                    <a:bodyPr/>
                    <a:lstStyle/>
                    <a:p>
                      <a:pPr algn="ctr" fontAlgn="b">
                        <a:buNone/>
                      </a:pPr>
                      <a:r>
                        <a:rPr lang="en-IN" sz="1100" b="1" i="0" u="none" strike="noStrike" dirty="0">
                          <a:solidFill>
                            <a:srgbClr val="FF0000"/>
                          </a:solidFill>
                          <a:effectLst/>
                          <a:latin typeface="Aptos Narrow" panose="020B0004020202020204" pitchFamily="34" charset="0"/>
                        </a:rPr>
                        <a:t>-78%</a:t>
                      </a:r>
                    </a:p>
                  </a:txBody>
                  <a:tcPr marL="0" marR="0" marT="0" marB="0" anchor="ctr"/>
                </a:tc>
                <a:extLst>
                  <a:ext uri="{0D108BD9-81ED-4DB2-BD59-A6C34878D82A}">
                    <a16:rowId xmlns:a16="http://schemas.microsoft.com/office/drawing/2014/main" val="2777197226"/>
                  </a:ext>
                </a:extLst>
              </a:tr>
            </a:tbl>
          </a:graphicData>
        </a:graphic>
      </p:graphicFrame>
      <p:graphicFrame>
        <p:nvGraphicFramePr>
          <p:cNvPr id="20" name="Table 6">
            <a:extLst>
              <a:ext uri="{FF2B5EF4-FFF2-40B4-BE49-F238E27FC236}">
                <a16:creationId xmlns:a16="http://schemas.microsoft.com/office/drawing/2014/main" id="{945997DB-9DE1-A6B0-A9B0-108C519BEAD0}"/>
              </a:ext>
            </a:extLst>
          </p:cNvPr>
          <p:cNvGraphicFramePr>
            <a:graphicFrameLocks noGrp="1"/>
          </p:cNvGraphicFramePr>
          <p:nvPr>
            <p:extLst>
              <p:ext uri="{D42A27DB-BD31-4B8C-83A1-F6EECF244321}">
                <p14:modId xmlns:p14="http://schemas.microsoft.com/office/powerpoint/2010/main" val="833096554"/>
              </p:ext>
            </p:extLst>
          </p:nvPr>
        </p:nvGraphicFramePr>
        <p:xfrm>
          <a:off x="6013172" y="2857543"/>
          <a:ext cx="5741386" cy="1585675"/>
        </p:xfrm>
        <a:graphic>
          <a:graphicData uri="http://schemas.openxmlformats.org/drawingml/2006/table">
            <a:tbl>
              <a:tblPr firstRow="1" bandRow="1">
                <a:tableStyleId>{3B4B98B0-60AC-42C2-AFA5-B58CD77FA1E5}</a:tableStyleId>
              </a:tblPr>
              <a:tblGrid>
                <a:gridCol w="2005432">
                  <a:extLst>
                    <a:ext uri="{9D8B030D-6E8A-4147-A177-3AD203B41FA5}">
                      <a16:colId xmlns:a16="http://schemas.microsoft.com/office/drawing/2014/main" val="2131702879"/>
                    </a:ext>
                  </a:extLst>
                </a:gridCol>
                <a:gridCol w="1012064">
                  <a:extLst>
                    <a:ext uri="{9D8B030D-6E8A-4147-A177-3AD203B41FA5}">
                      <a16:colId xmlns:a16="http://schemas.microsoft.com/office/drawing/2014/main" val="109579855"/>
                    </a:ext>
                  </a:extLst>
                </a:gridCol>
                <a:gridCol w="789468">
                  <a:extLst>
                    <a:ext uri="{9D8B030D-6E8A-4147-A177-3AD203B41FA5}">
                      <a16:colId xmlns:a16="http://schemas.microsoft.com/office/drawing/2014/main" val="2368129063"/>
                    </a:ext>
                  </a:extLst>
                </a:gridCol>
                <a:gridCol w="982637">
                  <a:extLst>
                    <a:ext uri="{9D8B030D-6E8A-4147-A177-3AD203B41FA5}">
                      <a16:colId xmlns:a16="http://schemas.microsoft.com/office/drawing/2014/main" val="1015831616"/>
                    </a:ext>
                  </a:extLst>
                </a:gridCol>
                <a:gridCol w="951785">
                  <a:extLst>
                    <a:ext uri="{9D8B030D-6E8A-4147-A177-3AD203B41FA5}">
                      <a16:colId xmlns:a16="http://schemas.microsoft.com/office/drawing/2014/main" val="3173316217"/>
                    </a:ext>
                  </a:extLst>
                </a:gridCol>
              </a:tblGrid>
              <a:tr h="374295">
                <a:tc>
                  <a:txBody>
                    <a:bodyPr/>
                    <a:lstStyle/>
                    <a:p>
                      <a:pPr marL="0" marR="0" indent="0" algn="ctr" defTabSz="914400" fontAlgn="t" latinLnBrk="0">
                        <a:lnSpc>
                          <a:spcPct val="100000"/>
                        </a:lnSpc>
                        <a:spcBef>
                          <a:spcPts val="0"/>
                        </a:spcBef>
                        <a:spcAft>
                          <a:spcPts val="0"/>
                        </a:spcAft>
                        <a:buClrTx/>
                        <a:buSzTx/>
                        <a:buFontTx/>
                        <a:buNone/>
                        <a:tabLst/>
                      </a:pPr>
                      <a:r>
                        <a:rPr lang="en-IN" sz="1100" b="1" u="none" strike="noStrike" cap="none" spc="0" baseline="0" dirty="0">
                          <a:solidFill>
                            <a:schemeClr val="bg1">
                              <a:lumMod val="95000"/>
                            </a:schemeClr>
                          </a:solidFill>
                          <a:effectLst/>
                          <a:uFillTx/>
                          <a:latin typeface="Arial Nova" panose="020B0504020202020204" pitchFamily="34" charset="0"/>
                          <a:sym typeface="Montserrat Regular"/>
                        </a:rPr>
                        <a:t>Top Contributors to Growth</a:t>
                      </a:r>
                      <a:endParaRPr lang="en-IN" sz="1100" b="1" i="0" u="none" strike="noStrike" cap="none" spc="0" baseline="0" dirty="0">
                        <a:solidFill>
                          <a:schemeClr val="bg1">
                            <a:lumMod val="95000"/>
                          </a:schemeClr>
                        </a:solidFill>
                        <a:effectLst/>
                        <a:uFillTx/>
                        <a:latin typeface="Arial Nova" panose="020B0504020202020204" pitchFamily="34" charset="0"/>
                        <a:ea typeface="+mn-ea"/>
                        <a:cs typeface="+mn-cs"/>
                        <a:sym typeface="Montserrat Regular"/>
                      </a:endParaRPr>
                    </a:p>
                  </a:txBody>
                  <a:tcPr marL="9525" marR="9525" marT="9525" marB="0" anchor="ctr">
                    <a:solidFill>
                      <a:srgbClr val="000738"/>
                    </a:solidFill>
                  </a:tcPr>
                </a:tc>
                <a:tc>
                  <a:txBody>
                    <a:bodyPr/>
                    <a:lstStyle/>
                    <a:p>
                      <a:pPr marL="0" marR="0" indent="0" algn="ctr" defTabSz="914400" fontAlgn="t" latinLnBrk="0">
                        <a:lnSpc>
                          <a:spcPct val="100000"/>
                        </a:lnSpc>
                        <a:spcBef>
                          <a:spcPts val="0"/>
                        </a:spcBef>
                        <a:spcAft>
                          <a:spcPts val="0"/>
                        </a:spcAft>
                        <a:buClrTx/>
                        <a:buSzTx/>
                        <a:buFontTx/>
                        <a:buNone/>
                        <a:tabLst/>
                      </a:pPr>
                      <a:r>
                        <a:rPr lang="en-IN" sz="1100" b="1" u="none" strike="noStrike" cap="none" spc="0" baseline="0" dirty="0">
                          <a:solidFill>
                            <a:schemeClr val="bg1">
                              <a:lumMod val="95000"/>
                            </a:schemeClr>
                          </a:solidFill>
                          <a:effectLst/>
                          <a:uFillTx/>
                          <a:latin typeface="Arial Nova" panose="020B0504020202020204" pitchFamily="34" charset="0"/>
                          <a:sym typeface="Montserrat Regular"/>
                        </a:rPr>
                        <a:t>Q4’25 Vials</a:t>
                      </a:r>
                      <a:endParaRPr lang="en-IN" sz="1100" b="1" i="0" u="none" strike="noStrike" cap="none" spc="0" baseline="0" dirty="0">
                        <a:solidFill>
                          <a:schemeClr val="bg1">
                            <a:lumMod val="95000"/>
                          </a:schemeClr>
                        </a:solidFill>
                        <a:effectLst/>
                        <a:uFillTx/>
                        <a:latin typeface="Arial Nova" panose="020B0504020202020204" pitchFamily="34" charset="0"/>
                        <a:ea typeface="+mn-ea"/>
                        <a:cs typeface="+mn-cs"/>
                        <a:sym typeface="Montserrat Regular"/>
                      </a:endParaRPr>
                    </a:p>
                  </a:txBody>
                  <a:tcPr marL="9525" marR="9525" marT="9525" marB="0" anchor="ctr">
                    <a:solidFill>
                      <a:srgbClr val="000738"/>
                    </a:solidFill>
                  </a:tcPr>
                </a:tc>
                <a:tc>
                  <a:txBody>
                    <a:bodyPr/>
                    <a:lstStyle/>
                    <a:p>
                      <a:pPr marL="0" marR="0" indent="0" algn="ctr" defTabSz="914400" fontAlgn="t" latinLnBrk="0">
                        <a:lnSpc>
                          <a:spcPct val="100000"/>
                        </a:lnSpc>
                        <a:spcBef>
                          <a:spcPts val="0"/>
                        </a:spcBef>
                        <a:spcAft>
                          <a:spcPts val="0"/>
                        </a:spcAft>
                        <a:buClrTx/>
                        <a:buSzTx/>
                        <a:buFontTx/>
                        <a:buNone/>
                        <a:tabLst/>
                      </a:pPr>
                      <a:r>
                        <a:rPr lang="en-IN" sz="1100" b="1" u="none" strike="noStrike" cap="none" spc="0" baseline="0" dirty="0">
                          <a:solidFill>
                            <a:schemeClr val="bg1">
                              <a:lumMod val="95000"/>
                            </a:schemeClr>
                          </a:solidFill>
                          <a:effectLst/>
                          <a:uFillTx/>
                          <a:latin typeface="Arial Nova" panose="020B0504020202020204" pitchFamily="34" charset="0"/>
                          <a:sym typeface="Montserrat Regular"/>
                        </a:rPr>
                        <a:t>Q1’26 Vials</a:t>
                      </a:r>
                      <a:endParaRPr lang="en-IN" sz="1100" b="1" i="0" u="none" strike="noStrike" cap="none" spc="0" baseline="0" dirty="0">
                        <a:solidFill>
                          <a:schemeClr val="bg1">
                            <a:lumMod val="95000"/>
                          </a:schemeClr>
                        </a:solidFill>
                        <a:effectLst/>
                        <a:uFillTx/>
                        <a:latin typeface="Arial Nova" panose="020B0504020202020204" pitchFamily="34" charset="0"/>
                        <a:ea typeface="+mn-ea"/>
                        <a:cs typeface="+mn-cs"/>
                        <a:sym typeface="Montserrat Regular"/>
                      </a:endParaRPr>
                    </a:p>
                  </a:txBody>
                  <a:tcPr marL="9525" marR="9525" marT="9525" marB="0" anchor="ctr">
                    <a:solidFill>
                      <a:srgbClr val="000738"/>
                    </a:solidFill>
                  </a:tcPr>
                </a:tc>
                <a:tc>
                  <a:txBody>
                    <a:bodyPr/>
                    <a:lstStyle/>
                    <a:p>
                      <a:pPr marL="0" marR="0" indent="0" algn="ctr" defTabSz="914400" fontAlgn="t" latinLnBrk="0">
                        <a:lnSpc>
                          <a:spcPct val="100000"/>
                        </a:lnSpc>
                        <a:spcBef>
                          <a:spcPts val="0"/>
                        </a:spcBef>
                        <a:spcAft>
                          <a:spcPts val="0"/>
                        </a:spcAft>
                        <a:buClrTx/>
                        <a:buSzTx/>
                        <a:buFontTx/>
                        <a:buNone/>
                        <a:tabLst/>
                      </a:pPr>
                      <a:r>
                        <a:rPr lang="en-IN" sz="1100" b="1" u="none" strike="noStrike" cap="none" spc="0" baseline="0" dirty="0">
                          <a:solidFill>
                            <a:schemeClr val="bg1">
                              <a:lumMod val="95000"/>
                            </a:schemeClr>
                          </a:solidFill>
                          <a:effectLst/>
                          <a:uFillTx/>
                          <a:latin typeface="Arial Nova" panose="020B0504020202020204" pitchFamily="34" charset="0"/>
                          <a:sym typeface="Montserrat Regular"/>
                        </a:rPr>
                        <a:t>Change</a:t>
                      </a:r>
                      <a:endParaRPr lang="en-IN" sz="1100" b="1" i="0" u="none" strike="noStrike" cap="none" spc="0" baseline="0" dirty="0">
                        <a:solidFill>
                          <a:schemeClr val="bg1">
                            <a:lumMod val="95000"/>
                          </a:schemeClr>
                        </a:solidFill>
                        <a:effectLst/>
                        <a:uFillTx/>
                        <a:latin typeface="Arial Nova" panose="020B0504020202020204" pitchFamily="34" charset="0"/>
                        <a:ea typeface="+mn-ea"/>
                        <a:cs typeface="+mn-cs"/>
                        <a:sym typeface="Montserrat Regular"/>
                      </a:endParaRPr>
                    </a:p>
                  </a:txBody>
                  <a:tcPr marL="9525" marR="9525" marT="9525" marB="0" anchor="ctr">
                    <a:solidFill>
                      <a:srgbClr val="000738"/>
                    </a:solidFill>
                  </a:tcPr>
                </a:tc>
                <a:tc>
                  <a:txBody>
                    <a:bodyPr/>
                    <a:lstStyle/>
                    <a:p>
                      <a:pPr marL="0" marR="0" indent="0" algn="ctr" defTabSz="914400" fontAlgn="t" latinLnBrk="0">
                        <a:lnSpc>
                          <a:spcPct val="100000"/>
                        </a:lnSpc>
                        <a:spcBef>
                          <a:spcPts val="0"/>
                        </a:spcBef>
                        <a:spcAft>
                          <a:spcPts val="0"/>
                        </a:spcAft>
                        <a:buClrTx/>
                        <a:buSzTx/>
                        <a:buFontTx/>
                        <a:buNone/>
                        <a:tabLst/>
                      </a:pPr>
                      <a:r>
                        <a:rPr lang="en-IN" sz="1100" b="1" u="none" strike="noStrike" cap="none" spc="0" baseline="0" dirty="0">
                          <a:solidFill>
                            <a:schemeClr val="bg1">
                              <a:lumMod val="95000"/>
                            </a:schemeClr>
                          </a:solidFill>
                          <a:effectLst/>
                          <a:uFillTx/>
                          <a:latin typeface="Arial Nova" panose="020B0504020202020204" pitchFamily="34" charset="0"/>
                          <a:sym typeface="Montserrat Regular"/>
                        </a:rPr>
                        <a:t>Change %</a:t>
                      </a:r>
                      <a:endParaRPr lang="en-IN" sz="1100" b="1" i="0" u="none" strike="noStrike" cap="none" spc="0" baseline="0" dirty="0">
                        <a:solidFill>
                          <a:schemeClr val="bg1">
                            <a:lumMod val="95000"/>
                          </a:schemeClr>
                        </a:solidFill>
                        <a:effectLst/>
                        <a:uFillTx/>
                        <a:latin typeface="Arial Nova" panose="020B0504020202020204" pitchFamily="34" charset="0"/>
                        <a:ea typeface="+mn-ea"/>
                        <a:cs typeface="+mn-cs"/>
                        <a:sym typeface="Montserrat Regular"/>
                      </a:endParaRPr>
                    </a:p>
                  </a:txBody>
                  <a:tcPr marL="9525" marR="9525" marT="9525" marB="0" anchor="ctr">
                    <a:solidFill>
                      <a:srgbClr val="000738"/>
                    </a:solidFill>
                  </a:tcPr>
                </a:tc>
                <a:extLst>
                  <a:ext uri="{0D108BD9-81ED-4DB2-BD59-A6C34878D82A}">
                    <a16:rowId xmlns:a16="http://schemas.microsoft.com/office/drawing/2014/main" val="3918405247"/>
                  </a:ext>
                </a:extLst>
              </a:tr>
              <a:tr h="439670">
                <a:tc>
                  <a:txBody>
                    <a:bodyPr/>
                    <a:lstStyle/>
                    <a:p>
                      <a:pPr algn="ctr" fontAlgn="b">
                        <a:buNone/>
                      </a:pPr>
                      <a:r>
                        <a:rPr lang="en-IN" sz="1100" b="1" i="0" u="none" strike="noStrike" dirty="0">
                          <a:solidFill>
                            <a:srgbClr val="000000"/>
                          </a:solidFill>
                          <a:effectLst/>
                          <a:latin typeface="Aptos Narrow" panose="020B0004020202020204" pitchFamily="34" charset="0"/>
                        </a:rPr>
                        <a:t>Kern County</a:t>
                      </a:r>
                    </a:p>
                  </a:txBody>
                  <a:tcPr marL="0" marR="0" marT="0" marB="0" anchor="ctr"/>
                </a:tc>
                <a:tc>
                  <a:txBody>
                    <a:bodyPr/>
                    <a:lstStyle/>
                    <a:p>
                      <a:pPr algn="ctr" fontAlgn="b">
                        <a:buNone/>
                      </a:pPr>
                      <a:r>
                        <a:rPr lang="en-IN" sz="1100" b="0" i="0" u="none" strike="noStrike" dirty="0">
                          <a:solidFill>
                            <a:srgbClr val="000000"/>
                          </a:solidFill>
                          <a:effectLst/>
                          <a:latin typeface="Aptos Narrow" panose="020B0004020202020204" pitchFamily="34" charset="0"/>
                        </a:rPr>
                        <a:t>0</a:t>
                      </a:r>
                    </a:p>
                  </a:txBody>
                  <a:tcPr marL="0" marR="0" marT="0" marB="0" anchor="ctr"/>
                </a:tc>
                <a:tc>
                  <a:txBody>
                    <a:bodyPr/>
                    <a:lstStyle/>
                    <a:p>
                      <a:pPr algn="ctr" fontAlgn="b">
                        <a:buNone/>
                      </a:pPr>
                      <a:r>
                        <a:rPr lang="en-IN" sz="1100" b="0" i="0" u="none" strike="noStrike">
                          <a:solidFill>
                            <a:srgbClr val="000000"/>
                          </a:solidFill>
                          <a:effectLst/>
                          <a:latin typeface="Aptos Narrow" panose="020B0004020202020204" pitchFamily="34" charset="0"/>
                        </a:rPr>
                        <a:t>14</a:t>
                      </a:r>
                    </a:p>
                  </a:txBody>
                  <a:tcPr marL="0" marR="0" marT="0" marB="0" anchor="ctr"/>
                </a:tc>
                <a:tc>
                  <a:txBody>
                    <a:bodyPr/>
                    <a:lstStyle/>
                    <a:p>
                      <a:pPr algn="ctr" fontAlgn="b">
                        <a:buNone/>
                      </a:pPr>
                      <a:r>
                        <a:rPr lang="en-IN" sz="1100" b="1" i="0" u="none" strike="noStrike" dirty="0">
                          <a:solidFill>
                            <a:srgbClr val="00B050"/>
                          </a:solidFill>
                          <a:effectLst/>
                          <a:latin typeface="Aptos Narrow" panose="020B0004020202020204" pitchFamily="34" charset="0"/>
                        </a:rPr>
                        <a:t>14</a:t>
                      </a:r>
                    </a:p>
                  </a:txBody>
                  <a:tcPr marL="0" marR="0" marT="0" marB="0" anchor="ctr"/>
                </a:tc>
                <a:tc>
                  <a:txBody>
                    <a:bodyPr/>
                    <a:lstStyle/>
                    <a:p>
                      <a:pPr algn="ctr" fontAlgn="b">
                        <a:buNone/>
                      </a:pPr>
                      <a:r>
                        <a:rPr lang="en-IN" sz="1100" b="1" i="0" u="none" strike="noStrike" dirty="0">
                          <a:solidFill>
                            <a:srgbClr val="00B050"/>
                          </a:solidFill>
                          <a:effectLst/>
                          <a:latin typeface="Aptos Narrow" panose="020B0004020202020204" pitchFamily="34" charset="0"/>
                        </a:rPr>
                        <a:t>Reactivated</a:t>
                      </a:r>
                    </a:p>
                  </a:txBody>
                  <a:tcPr marL="0" marR="0" marT="0" marB="0" anchor="ctr"/>
                </a:tc>
                <a:extLst>
                  <a:ext uri="{0D108BD9-81ED-4DB2-BD59-A6C34878D82A}">
                    <a16:rowId xmlns:a16="http://schemas.microsoft.com/office/drawing/2014/main" val="1685877761"/>
                  </a:ext>
                </a:extLst>
              </a:tr>
              <a:tr h="397415">
                <a:tc>
                  <a:txBody>
                    <a:bodyPr/>
                    <a:lstStyle/>
                    <a:p>
                      <a:pPr algn="ctr" fontAlgn="b">
                        <a:buNone/>
                      </a:pPr>
                      <a:r>
                        <a:rPr lang="en-IN" sz="1100" b="1" i="0" u="none" strike="noStrike" dirty="0">
                          <a:solidFill>
                            <a:srgbClr val="000000"/>
                          </a:solidFill>
                          <a:effectLst/>
                          <a:latin typeface="Aptos Narrow" panose="020B0004020202020204" pitchFamily="34" charset="0"/>
                        </a:rPr>
                        <a:t>Fred Hutchinson Cancer </a:t>
                      </a:r>
                      <a:r>
                        <a:rPr lang="en-IN" sz="1100" b="1" i="0" u="none" strike="noStrike" dirty="0" err="1">
                          <a:solidFill>
                            <a:srgbClr val="000000"/>
                          </a:solidFill>
                          <a:effectLst/>
                          <a:latin typeface="Aptos Narrow" panose="020B0004020202020204" pitchFamily="34" charset="0"/>
                        </a:rPr>
                        <a:t>Center</a:t>
                      </a:r>
                      <a:endParaRPr lang="en-IN" sz="1100" b="1" i="0" u="none" strike="noStrike" dirty="0">
                        <a:solidFill>
                          <a:srgbClr val="000000"/>
                        </a:solidFill>
                        <a:effectLst/>
                        <a:latin typeface="Aptos Narrow" panose="020B0004020202020204" pitchFamily="34" charset="0"/>
                      </a:endParaRPr>
                    </a:p>
                  </a:txBody>
                  <a:tcPr marL="0" marR="0" marT="0" marB="0" anchor="ctr"/>
                </a:tc>
                <a:tc>
                  <a:txBody>
                    <a:bodyPr/>
                    <a:lstStyle/>
                    <a:p>
                      <a:pPr algn="ctr" fontAlgn="b">
                        <a:buNone/>
                      </a:pPr>
                      <a:r>
                        <a:rPr lang="en-IN" sz="1100" b="0" i="0" u="none" strike="noStrike" dirty="0">
                          <a:solidFill>
                            <a:srgbClr val="000000"/>
                          </a:solidFill>
                          <a:effectLst/>
                          <a:latin typeface="Aptos Narrow" panose="020B0004020202020204" pitchFamily="34" charset="0"/>
                        </a:rPr>
                        <a:t>9</a:t>
                      </a:r>
                    </a:p>
                  </a:txBody>
                  <a:tcPr marL="0" marR="0" marT="0" marB="0" anchor="ctr"/>
                </a:tc>
                <a:tc>
                  <a:txBody>
                    <a:bodyPr/>
                    <a:lstStyle/>
                    <a:p>
                      <a:pPr algn="ctr" fontAlgn="b">
                        <a:buNone/>
                      </a:pPr>
                      <a:r>
                        <a:rPr lang="en-IN" sz="1100" b="0" i="0" u="none" strike="noStrike" dirty="0">
                          <a:solidFill>
                            <a:srgbClr val="000000"/>
                          </a:solidFill>
                          <a:effectLst/>
                          <a:latin typeface="Aptos Narrow" panose="020B0004020202020204" pitchFamily="34" charset="0"/>
                        </a:rPr>
                        <a:t>17</a:t>
                      </a:r>
                    </a:p>
                  </a:txBody>
                  <a:tcPr marL="0" marR="0" marT="0" marB="0" anchor="ctr"/>
                </a:tc>
                <a:tc>
                  <a:txBody>
                    <a:bodyPr/>
                    <a:lstStyle/>
                    <a:p>
                      <a:pPr algn="ctr" fontAlgn="b">
                        <a:buNone/>
                      </a:pPr>
                      <a:r>
                        <a:rPr lang="en-IN" sz="1100" b="1" i="0" u="none" strike="noStrike" dirty="0">
                          <a:solidFill>
                            <a:srgbClr val="00B050"/>
                          </a:solidFill>
                          <a:effectLst/>
                          <a:latin typeface="Aptos Narrow" panose="020B0004020202020204" pitchFamily="34" charset="0"/>
                        </a:rPr>
                        <a:t>8</a:t>
                      </a:r>
                    </a:p>
                  </a:txBody>
                  <a:tcPr marL="0" marR="0" marT="0" marB="0" anchor="ctr"/>
                </a:tc>
                <a:tc>
                  <a:txBody>
                    <a:bodyPr/>
                    <a:lstStyle/>
                    <a:p>
                      <a:pPr algn="ctr" fontAlgn="b">
                        <a:buNone/>
                      </a:pPr>
                      <a:r>
                        <a:rPr lang="en-IN" sz="1100" b="1" i="0" u="none" strike="noStrike" dirty="0">
                          <a:solidFill>
                            <a:srgbClr val="00B050"/>
                          </a:solidFill>
                          <a:effectLst/>
                          <a:latin typeface="Aptos Narrow" panose="020B0004020202020204" pitchFamily="34" charset="0"/>
                        </a:rPr>
                        <a:t>89%</a:t>
                      </a:r>
                    </a:p>
                  </a:txBody>
                  <a:tcPr marL="0" marR="0" marT="0" marB="0" anchor="ctr"/>
                </a:tc>
                <a:extLst>
                  <a:ext uri="{0D108BD9-81ED-4DB2-BD59-A6C34878D82A}">
                    <a16:rowId xmlns:a16="http://schemas.microsoft.com/office/drawing/2014/main" val="2585532566"/>
                  </a:ext>
                </a:extLst>
              </a:tr>
              <a:tr h="374295">
                <a:tc>
                  <a:txBody>
                    <a:bodyPr/>
                    <a:lstStyle/>
                    <a:p>
                      <a:pPr algn="ctr" fontAlgn="b">
                        <a:buNone/>
                      </a:pPr>
                      <a:r>
                        <a:rPr lang="en-IN" sz="1100" b="1" i="0" u="none" strike="noStrike" dirty="0">
                          <a:solidFill>
                            <a:srgbClr val="000000"/>
                          </a:solidFill>
                          <a:effectLst/>
                          <a:latin typeface="Aptos Narrow" panose="020B0004020202020204" pitchFamily="34" charset="0"/>
                        </a:rPr>
                        <a:t>City of Hope</a:t>
                      </a:r>
                    </a:p>
                  </a:txBody>
                  <a:tcPr marL="0" marR="0" marT="0" marB="0" anchor="ctr"/>
                </a:tc>
                <a:tc>
                  <a:txBody>
                    <a:bodyPr/>
                    <a:lstStyle/>
                    <a:p>
                      <a:pPr algn="ctr" fontAlgn="b">
                        <a:buNone/>
                      </a:pPr>
                      <a:r>
                        <a:rPr lang="en-IN" sz="1100" b="0" i="0" u="none" strike="noStrike">
                          <a:solidFill>
                            <a:srgbClr val="000000"/>
                          </a:solidFill>
                          <a:effectLst/>
                          <a:latin typeface="Aptos Narrow" panose="020B0004020202020204" pitchFamily="34" charset="0"/>
                        </a:rPr>
                        <a:t>2</a:t>
                      </a:r>
                    </a:p>
                  </a:txBody>
                  <a:tcPr marL="0" marR="0" marT="0" marB="0" anchor="ctr"/>
                </a:tc>
                <a:tc>
                  <a:txBody>
                    <a:bodyPr/>
                    <a:lstStyle/>
                    <a:p>
                      <a:pPr algn="ctr" fontAlgn="b">
                        <a:buNone/>
                      </a:pPr>
                      <a:r>
                        <a:rPr lang="en-IN" sz="1100" b="0" i="0" u="none" strike="noStrike" dirty="0">
                          <a:solidFill>
                            <a:srgbClr val="000000"/>
                          </a:solidFill>
                          <a:effectLst/>
                          <a:latin typeface="Aptos Narrow" panose="020B0004020202020204" pitchFamily="34" charset="0"/>
                        </a:rPr>
                        <a:t>8</a:t>
                      </a:r>
                    </a:p>
                  </a:txBody>
                  <a:tcPr marL="0" marR="0" marT="0" marB="0" anchor="ctr"/>
                </a:tc>
                <a:tc>
                  <a:txBody>
                    <a:bodyPr/>
                    <a:lstStyle/>
                    <a:p>
                      <a:pPr algn="ctr" fontAlgn="b">
                        <a:buNone/>
                      </a:pPr>
                      <a:r>
                        <a:rPr lang="en-IN" sz="1100" b="1" i="0" u="none" strike="noStrike" dirty="0">
                          <a:solidFill>
                            <a:srgbClr val="00B050"/>
                          </a:solidFill>
                          <a:effectLst/>
                          <a:latin typeface="Aptos Narrow" panose="020B0004020202020204" pitchFamily="34" charset="0"/>
                        </a:rPr>
                        <a:t>6</a:t>
                      </a:r>
                    </a:p>
                  </a:txBody>
                  <a:tcPr marL="0" marR="0" marT="0" marB="0" anchor="ctr"/>
                </a:tc>
                <a:tc>
                  <a:txBody>
                    <a:bodyPr/>
                    <a:lstStyle/>
                    <a:p>
                      <a:pPr algn="ctr" fontAlgn="b">
                        <a:buNone/>
                      </a:pPr>
                      <a:r>
                        <a:rPr lang="en-IN" sz="1100" b="1" i="0" u="none" strike="noStrike" dirty="0">
                          <a:solidFill>
                            <a:srgbClr val="00B050"/>
                          </a:solidFill>
                          <a:effectLst/>
                          <a:latin typeface="Aptos Narrow" panose="020B0004020202020204" pitchFamily="34" charset="0"/>
                        </a:rPr>
                        <a:t>300%</a:t>
                      </a:r>
                    </a:p>
                  </a:txBody>
                  <a:tcPr marL="0" marR="0" marT="0" marB="0" anchor="ctr"/>
                </a:tc>
                <a:extLst>
                  <a:ext uri="{0D108BD9-81ED-4DB2-BD59-A6C34878D82A}">
                    <a16:rowId xmlns:a16="http://schemas.microsoft.com/office/drawing/2014/main" val="2777197226"/>
                  </a:ext>
                </a:extLst>
              </a:tr>
            </a:tbl>
          </a:graphicData>
        </a:graphic>
      </p:graphicFrame>
      <p:sp>
        <p:nvSpPr>
          <p:cNvPr id="25" name="Content Placeholder 5">
            <a:extLst>
              <a:ext uri="{FF2B5EF4-FFF2-40B4-BE49-F238E27FC236}">
                <a16:creationId xmlns:a16="http://schemas.microsoft.com/office/drawing/2014/main" id="{E1C74DF2-97F6-2E53-DEAC-8962D16702CE}"/>
              </a:ext>
            </a:extLst>
          </p:cNvPr>
          <p:cNvSpPr txBox="1">
            <a:spLocks/>
          </p:cNvSpPr>
          <p:nvPr/>
        </p:nvSpPr>
        <p:spPr>
          <a:xfrm>
            <a:off x="6004338" y="1239289"/>
            <a:ext cx="5741386" cy="1537580"/>
          </a:xfrm>
          <a:prstGeom prst="rect">
            <a:avLst/>
          </a:prstGeom>
          <a:ln w="9525">
            <a:solidFill>
              <a:schemeClr val="bg1">
                <a:lumMod val="85000"/>
              </a:schemeClr>
            </a:solidFill>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20" rIns="45719" anchor="ctr">
            <a:noAutofit/>
          </a:bodyPr>
          <a:lstStyle>
            <a:lvl1pPr marL="228560" marR="0" indent="-228560" algn="l" defTabSz="914240" eaLnBrk="1" latinLnBrk="0" hangingPunct="1">
              <a:lnSpc>
                <a:spcPct val="90000"/>
              </a:lnSpc>
              <a:spcBef>
                <a:spcPts val="1000"/>
              </a:spcBef>
              <a:spcAft>
                <a:spcPts val="400"/>
              </a:spcAft>
              <a:buClr>
                <a:schemeClr val="accent4"/>
              </a:buClr>
              <a:buSzPct val="100000"/>
              <a:buFont typeface="Arial" panose="020B0604020202020204" pitchFamily="34" charset="0"/>
              <a:buChar char="•"/>
              <a:tabLst/>
              <a:defRPr sz="1600" b="0" i="0" u="none" strike="noStrike" cap="none" spc="0" baseline="0">
                <a:solidFill>
                  <a:schemeClr val="bg2"/>
                </a:solidFill>
                <a:uFillTx/>
                <a:latin typeface="Arial" panose="020B0604020202020204" pitchFamily="34" charset="0"/>
                <a:ea typeface="Arial" panose="020B0604020202020204" pitchFamily="34" charset="0"/>
                <a:cs typeface="Arial" panose="020B0604020202020204" pitchFamily="34" charset="0"/>
                <a:sym typeface="Avenir Book"/>
              </a:defRPr>
            </a:lvl1pPr>
            <a:lvl2pPr marL="463550" marR="0" indent="-165100" algn="l" defTabSz="914240" eaLnBrk="1" latinLnBrk="0" hangingPunct="1">
              <a:lnSpc>
                <a:spcPct val="90000"/>
              </a:lnSpc>
              <a:spcBef>
                <a:spcPts val="400"/>
              </a:spcBef>
              <a:spcAft>
                <a:spcPts val="400"/>
              </a:spcAft>
              <a:buClr>
                <a:schemeClr val="accent4"/>
              </a:buClr>
              <a:buSzPct val="100000"/>
              <a:buFont typeface="System Font Regular"/>
              <a:buChar char="–"/>
              <a:tabLst/>
              <a:defRPr sz="1400" b="0" i="0" u="none" strike="noStrike" cap="none" spc="0" baseline="0">
                <a:solidFill>
                  <a:schemeClr val="bg2"/>
                </a:solidFill>
                <a:uFillTx/>
                <a:latin typeface="Arial" panose="020B0604020202020204" pitchFamily="34" charset="0"/>
                <a:ea typeface="Arial" panose="020B0604020202020204" pitchFamily="34" charset="0"/>
                <a:cs typeface="Arial" panose="020B0604020202020204" pitchFamily="34" charset="0"/>
                <a:sym typeface="Avenir Book"/>
              </a:defRPr>
            </a:lvl2pPr>
            <a:lvl3pPr marL="687388" marR="0" indent="-173038" algn="l" defTabSz="914240" eaLnBrk="1" latinLnBrk="0" hangingPunct="1">
              <a:lnSpc>
                <a:spcPct val="90000"/>
              </a:lnSpc>
              <a:spcBef>
                <a:spcPts val="400"/>
              </a:spcBef>
              <a:spcAft>
                <a:spcPts val="400"/>
              </a:spcAft>
              <a:buClr>
                <a:schemeClr val="accent4"/>
              </a:buClr>
              <a:buSzPct val="100000"/>
              <a:buFont typeface="Arial" panose="020B0604020202020204" pitchFamily="34" charset="0"/>
              <a:buChar char="•"/>
              <a:tabLst/>
              <a:defRPr sz="1200" b="0" i="0" u="none" strike="noStrike" cap="none" spc="0" baseline="0">
                <a:solidFill>
                  <a:schemeClr val="bg2"/>
                </a:solidFill>
                <a:uFillTx/>
                <a:latin typeface="Arial" panose="020B0604020202020204" pitchFamily="34" charset="0"/>
                <a:ea typeface="Arial" panose="020B0604020202020204" pitchFamily="34" charset="0"/>
                <a:cs typeface="Arial" panose="020B0604020202020204" pitchFamily="34" charset="0"/>
                <a:sym typeface="Avenir Book"/>
              </a:defRPr>
            </a:lvl3pPr>
            <a:lvl4pPr marL="862013" marR="0" indent="-157163" algn="l" defTabSz="914240" eaLnBrk="1" latinLnBrk="0" hangingPunct="1">
              <a:lnSpc>
                <a:spcPct val="90000"/>
              </a:lnSpc>
              <a:spcBef>
                <a:spcPts val="400"/>
              </a:spcBef>
              <a:spcAft>
                <a:spcPts val="400"/>
              </a:spcAft>
              <a:buClr>
                <a:schemeClr val="accent4"/>
              </a:buClr>
              <a:buSzPct val="100000"/>
              <a:buFont typeface="System Font Regular"/>
              <a:buChar char="–"/>
              <a:tabLst/>
              <a:defRPr sz="1200" b="0" i="0" u="none" strike="noStrike" cap="none" spc="0" baseline="0">
                <a:solidFill>
                  <a:schemeClr val="bg2"/>
                </a:solidFill>
                <a:uFillTx/>
                <a:latin typeface="Arial" panose="020B0604020202020204" pitchFamily="34" charset="0"/>
                <a:ea typeface="Arial" panose="020B0604020202020204" pitchFamily="34" charset="0"/>
                <a:cs typeface="Arial" panose="020B0604020202020204" pitchFamily="34" charset="0"/>
                <a:sym typeface="Avenir Book"/>
              </a:defRPr>
            </a:lvl4pPr>
            <a:lvl5pPr marL="1085850" marR="0" indent="-157163" algn="l" defTabSz="914240" eaLnBrk="1" latinLnBrk="0" hangingPunct="1">
              <a:lnSpc>
                <a:spcPct val="90000"/>
              </a:lnSpc>
              <a:spcBef>
                <a:spcPts val="400"/>
              </a:spcBef>
              <a:spcAft>
                <a:spcPts val="400"/>
              </a:spcAft>
              <a:buClr>
                <a:schemeClr val="accent4"/>
              </a:buClr>
              <a:buSzPct val="100000"/>
              <a:buFont typeface="Arial" panose="020B0604020202020204" pitchFamily="34" charset="0"/>
              <a:buChar char="•"/>
              <a:tabLst/>
              <a:defRPr sz="1200" b="0" i="0" u="none" strike="noStrike" cap="none" spc="0" baseline="0">
                <a:solidFill>
                  <a:schemeClr val="bg2"/>
                </a:solidFill>
                <a:uFillTx/>
                <a:latin typeface="Arial" panose="020B0604020202020204" pitchFamily="34" charset="0"/>
                <a:ea typeface="Arial" panose="020B0604020202020204" pitchFamily="34" charset="0"/>
                <a:cs typeface="Arial" panose="020B0604020202020204" pitchFamily="34" charset="0"/>
                <a:sym typeface="Avenir Book"/>
              </a:defRPr>
            </a:lvl5pPr>
            <a:lvl6pPr marL="2502130" marR="0" indent="-216530" algn="l" defTabSz="914240" eaLnBrk="1" latinLnBrk="0" hangingPunct="1">
              <a:lnSpc>
                <a:spcPct val="90000"/>
              </a:lnSpc>
              <a:spcBef>
                <a:spcPts val="1000"/>
              </a:spcBef>
              <a:spcAft>
                <a:spcPts val="0"/>
              </a:spcAft>
              <a:buClrTx/>
              <a:buSzPct val="100000"/>
              <a:buFont typeface="Arial"/>
              <a:buChar char="•"/>
              <a:tabLst/>
              <a:defRPr sz="1800" b="0" i="0" u="none" strike="noStrike" cap="none" spc="0" baseline="0">
                <a:solidFill>
                  <a:srgbClr val="50626A"/>
                </a:solidFill>
                <a:uFillTx/>
                <a:latin typeface="Avenir Book"/>
                <a:ea typeface="Avenir Book"/>
                <a:cs typeface="Avenir Book"/>
                <a:sym typeface="Avenir Book"/>
              </a:defRPr>
            </a:lvl6pPr>
            <a:lvl7pPr marL="2959250" marR="0" indent="-216530" algn="l" defTabSz="914240" eaLnBrk="1" latinLnBrk="0" hangingPunct="1">
              <a:lnSpc>
                <a:spcPct val="90000"/>
              </a:lnSpc>
              <a:spcBef>
                <a:spcPts val="1000"/>
              </a:spcBef>
              <a:spcAft>
                <a:spcPts val="0"/>
              </a:spcAft>
              <a:buClrTx/>
              <a:buSzPct val="100000"/>
              <a:buFont typeface="Arial"/>
              <a:buChar char="•"/>
              <a:tabLst/>
              <a:defRPr sz="1800" b="0" i="0" u="none" strike="noStrike" cap="none" spc="0" baseline="0">
                <a:solidFill>
                  <a:srgbClr val="50626A"/>
                </a:solidFill>
                <a:uFillTx/>
                <a:latin typeface="Avenir Book"/>
                <a:ea typeface="Avenir Book"/>
                <a:cs typeface="Avenir Book"/>
                <a:sym typeface="Avenir Book"/>
              </a:defRPr>
            </a:lvl7pPr>
            <a:lvl8pPr marL="3416370" marR="0" indent="-216530" algn="l" defTabSz="914240" eaLnBrk="1" latinLnBrk="0" hangingPunct="1">
              <a:lnSpc>
                <a:spcPct val="90000"/>
              </a:lnSpc>
              <a:spcBef>
                <a:spcPts val="1000"/>
              </a:spcBef>
              <a:spcAft>
                <a:spcPts val="0"/>
              </a:spcAft>
              <a:buClrTx/>
              <a:buSzPct val="100000"/>
              <a:buFont typeface="Arial"/>
              <a:buChar char="•"/>
              <a:tabLst/>
              <a:defRPr sz="1800" b="0" i="0" u="none" strike="noStrike" cap="none" spc="0" baseline="0">
                <a:solidFill>
                  <a:srgbClr val="50626A"/>
                </a:solidFill>
                <a:uFillTx/>
                <a:latin typeface="Avenir Book"/>
                <a:ea typeface="Avenir Book"/>
                <a:cs typeface="Avenir Book"/>
                <a:sym typeface="Avenir Book"/>
              </a:defRPr>
            </a:lvl8pPr>
            <a:lvl9pPr marL="3873490" marR="0" indent="-216530" algn="l" defTabSz="914240" eaLnBrk="1" latinLnBrk="0" hangingPunct="1">
              <a:lnSpc>
                <a:spcPct val="90000"/>
              </a:lnSpc>
              <a:spcBef>
                <a:spcPts val="1000"/>
              </a:spcBef>
              <a:spcAft>
                <a:spcPts val="0"/>
              </a:spcAft>
              <a:buClrTx/>
              <a:buSzPct val="100000"/>
              <a:buFont typeface="Arial"/>
              <a:buChar char="•"/>
              <a:tabLst/>
              <a:defRPr sz="1800" b="0" i="0" u="none" strike="noStrike" cap="none" spc="0" baseline="0">
                <a:solidFill>
                  <a:srgbClr val="50626A"/>
                </a:solidFill>
                <a:uFillTx/>
                <a:latin typeface="Avenir Book"/>
                <a:ea typeface="Avenir Book"/>
                <a:cs typeface="Avenir Book"/>
                <a:sym typeface="Avenir Book"/>
              </a:defRPr>
            </a:lvl9pPr>
          </a:lstStyle>
          <a:p>
            <a:pPr lvl="0">
              <a:lnSpc>
                <a:spcPct val="150000"/>
              </a:lnSpc>
              <a:spcBef>
                <a:spcPts val="0"/>
              </a:spcBef>
              <a:spcAft>
                <a:spcPts val="0"/>
              </a:spcAft>
              <a:buClr>
                <a:srgbClr val="017298"/>
              </a:buClr>
              <a:buSzPct val="150000"/>
              <a:defRPr/>
            </a:pPr>
            <a:r>
              <a:rPr lang="en-US" sz="1050" dirty="0"/>
              <a:t>Breadth of ordering accounts has declined consistently across quarters, with a 21% drop in Q1</a:t>
            </a:r>
          </a:p>
          <a:p>
            <a:pPr lvl="0">
              <a:lnSpc>
                <a:spcPct val="150000"/>
              </a:lnSpc>
              <a:spcBef>
                <a:spcPts val="0"/>
              </a:spcBef>
              <a:spcAft>
                <a:spcPts val="0"/>
              </a:spcAft>
              <a:buClr>
                <a:srgbClr val="017298"/>
              </a:buClr>
              <a:buSzPct val="150000"/>
              <a:defRPr/>
            </a:pPr>
            <a:r>
              <a:rPr lang="en-US" sz="1050" dirty="0"/>
              <a:t>Depth improved from Q3 to Q4 but slightly softened in Q1, remaining above Q3 levels </a:t>
            </a:r>
          </a:p>
          <a:p>
            <a:pPr>
              <a:lnSpc>
                <a:spcPct val="150000"/>
              </a:lnSpc>
              <a:spcBef>
                <a:spcPts val="0"/>
              </a:spcBef>
              <a:spcAft>
                <a:spcPts val="0"/>
              </a:spcAft>
              <a:buClr>
                <a:srgbClr val="017298"/>
              </a:buClr>
              <a:buSzPct val="150000"/>
              <a:defRPr/>
            </a:pPr>
            <a:r>
              <a:rPr lang="en-IN" sz="1050" dirty="0"/>
              <a:t>Kern County </a:t>
            </a:r>
            <a:r>
              <a:rPr lang="en-US" sz="1050" dirty="0"/>
              <a:t>was the biggest growing account; while </a:t>
            </a:r>
            <a:r>
              <a:rPr lang="en-IN" sz="1050" dirty="0"/>
              <a:t>Allison Curtis (CCC Nevada)</a:t>
            </a:r>
            <a:r>
              <a:rPr lang="en-US" sz="1050" dirty="0"/>
              <a:t> was the biggest decliner</a:t>
            </a:r>
          </a:p>
        </p:txBody>
      </p:sp>
      <p:sp>
        <p:nvSpPr>
          <p:cNvPr id="26" name="TextBox 1">
            <a:extLst>
              <a:ext uri="{FF2B5EF4-FFF2-40B4-BE49-F238E27FC236}">
                <a16:creationId xmlns:a16="http://schemas.microsoft.com/office/drawing/2014/main" id="{24823EE2-62D4-4F7C-21E2-96D73A52CD04}"/>
              </a:ext>
            </a:extLst>
          </p:cNvPr>
          <p:cNvSpPr txBox="1"/>
          <p:nvPr/>
        </p:nvSpPr>
        <p:spPr>
          <a:xfrm>
            <a:off x="2395481" y="5039857"/>
            <a:ext cx="572254" cy="24621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horz" wrap="square" lIns="45719" tIns="45719" rIns="45719" bIns="45719" numCol="1" spcCol="38100" rtlCol="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0">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FF0000"/>
                </a:solidFill>
                <a:effectLst/>
                <a:uLnTx/>
                <a:uFillTx/>
                <a:latin typeface="Arial Nova" panose="020B0504020202020204" pitchFamily="34" charset="0"/>
                <a:ea typeface="Arial"/>
                <a:cs typeface="Arial"/>
                <a:sym typeface="Arial"/>
              </a:rPr>
              <a:t>(</a:t>
            </a:r>
            <a:r>
              <a:rPr lang="en-US" sz="1000" b="1" dirty="0">
                <a:solidFill>
                  <a:srgbClr val="FF0000"/>
                </a:solidFill>
                <a:latin typeface="Arial Nova" panose="020B0504020202020204" pitchFamily="34" charset="0"/>
                <a:ea typeface="Arial"/>
                <a:cs typeface="Arial"/>
                <a:sym typeface="Arial"/>
              </a:rPr>
              <a:t>-6</a:t>
            </a:r>
            <a:r>
              <a:rPr kumimoji="0" lang="en-US" sz="1000" b="1" i="0" u="none" strike="noStrike" kern="1200" cap="none" spc="0" normalizeH="0" baseline="0" noProof="0" dirty="0">
                <a:ln>
                  <a:noFill/>
                </a:ln>
                <a:solidFill>
                  <a:srgbClr val="FF0000"/>
                </a:solidFill>
                <a:effectLst/>
                <a:uLnTx/>
                <a:uFillTx/>
                <a:latin typeface="Arial Nova" panose="020B0504020202020204" pitchFamily="34" charset="0"/>
                <a:ea typeface="Arial"/>
                <a:cs typeface="Arial"/>
                <a:sym typeface="Arial"/>
              </a:rPr>
              <a:t>%)</a:t>
            </a:r>
          </a:p>
        </p:txBody>
      </p:sp>
      <p:sp>
        <p:nvSpPr>
          <p:cNvPr id="27" name="Text Placeholder 7">
            <a:extLst>
              <a:ext uri="{FF2B5EF4-FFF2-40B4-BE49-F238E27FC236}">
                <a16:creationId xmlns:a16="http://schemas.microsoft.com/office/drawing/2014/main" id="{E9F0B12E-9DF5-4EE9-8C5B-A0DA39F21BA9}"/>
              </a:ext>
            </a:extLst>
          </p:cNvPr>
          <p:cNvSpPr txBox="1">
            <a:spLocks/>
          </p:cNvSpPr>
          <p:nvPr/>
        </p:nvSpPr>
        <p:spPr>
          <a:xfrm>
            <a:off x="3042580" y="4106851"/>
            <a:ext cx="2522817" cy="336442"/>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45720" rIns="45719" anchor="ctr">
            <a:noAutofit/>
          </a:bodyPr>
          <a:lstStyle>
            <a:lvl1pPr marL="0" marR="0" indent="0" algn="l" defTabSz="914240" eaLnBrk="1" latinLnBrk="0" hangingPunct="1">
              <a:lnSpc>
                <a:spcPct val="90000"/>
              </a:lnSpc>
              <a:spcBef>
                <a:spcPts val="1000"/>
              </a:spcBef>
              <a:spcAft>
                <a:spcPts val="400"/>
              </a:spcAft>
              <a:buClr>
                <a:schemeClr val="accent4"/>
              </a:buClr>
              <a:buSzPct val="100000"/>
              <a:buFont typeface="Arial" panose="020B0604020202020204" pitchFamily="34" charset="0"/>
              <a:buNone/>
              <a:tabLst/>
              <a:defRPr sz="2000" b="0" i="0" u="none" strike="noStrike" cap="none" spc="0" baseline="0">
                <a:solidFill>
                  <a:schemeClr val="accent4"/>
                </a:solidFill>
                <a:uFillTx/>
                <a:latin typeface="Arial" panose="020B0604020202020204" pitchFamily="34" charset="0"/>
                <a:ea typeface="Arial" panose="020B0604020202020204" pitchFamily="34" charset="0"/>
                <a:cs typeface="Arial" panose="020B0604020202020204" pitchFamily="34" charset="0"/>
                <a:sym typeface="Avenir Book"/>
              </a:defRPr>
            </a:lvl1pPr>
            <a:lvl2pPr marL="457200" marR="0" indent="0" algn="l" defTabSz="914240" eaLnBrk="1" latinLnBrk="0" hangingPunct="1">
              <a:lnSpc>
                <a:spcPct val="90000"/>
              </a:lnSpc>
              <a:spcBef>
                <a:spcPts val="400"/>
              </a:spcBef>
              <a:spcAft>
                <a:spcPts val="400"/>
              </a:spcAft>
              <a:buClr>
                <a:schemeClr val="accent4"/>
              </a:buClr>
              <a:buSzPct val="100000"/>
              <a:buFont typeface="System Font Regular"/>
              <a:buNone/>
              <a:tabLst/>
              <a:defRPr sz="2000" b="1" i="0" u="none" strike="noStrike" cap="none" spc="0" baseline="0">
                <a:solidFill>
                  <a:schemeClr val="bg2"/>
                </a:solidFill>
                <a:uFillTx/>
                <a:latin typeface="Arial" panose="020B0604020202020204" pitchFamily="34" charset="0"/>
                <a:ea typeface="Arial" panose="020B0604020202020204" pitchFamily="34" charset="0"/>
                <a:cs typeface="Arial" panose="020B0604020202020204" pitchFamily="34" charset="0"/>
                <a:sym typeface="Avenir Book"/>
              </a:defRPr>
            </a:lvl2pPr>
            <a:lvl3pPr marL="914400" marR="0" indent="0" algn="l" defTabSz="914240" eaLnBrk="1" latinLnBrk="0" hangingPunct="1">
              <a:lnSpc>
                <a:spcPct val="90000"/>
              </a:lnSpc>
              <a:spcBef>
                <a:spcPts val="400"/>
              </a:spcBef>
              <a:spcAft>
                <a:spcPts val="400"/>
              </a:spcAft>
              <a:buClr>
                <a:schemeClr val="accent4"/>
              </a:buClr>
              <a:buSzPct val="100000"/>
              <a:buFont typeface="Arial" panose="020B0604020202020204" pitchFamily="34" charset="0"/>
              <a:buNone/>
              <a:tabLst/>
              <a:defRPr sz="1800" b="1" i="0" u="none" strike="noStrike" cap="none" spc="0" baseline="0">
                <a:solidFill>
                  <a:schemeClr val="bg2"/>
                </a:solidFill>
                <a:uFillTx/>
                <a:latin typeface="Arial" panose="020B0604020202020204" pitchFamily="34" charset="0"/>
                <a:ea typeface="Arial" panose="020B0604020202020204" pitchFamily="34" charset="0"/>
                <a:cs typeface="Arial" panose="020B0604020202020204" pitchFamily="34" charset="0"/>
                <a:sym typeface="Avenir Book"/>
              </a:defRPr>
            </a:lvl3pPr>
            <a:lvl4pPr marL="1371600" marR="0" indent="0" algn="l" defTabSz="914240" eaLnBrk="1" latinLnBrk="0" hangingPunct="1">
              <a:lnSpc>
                <a:spcPct val="90000"/>
              </a:lnSpc>
              <a:spcBef>
                <a:spcPts val="400"/>
              </a:spcBef>
              <a:spcAft>
                <a:spcPts val="400"/>
              </a:spcAft>
              <a:buClr>
                <a:schemeClr val="accent4"/>
              </a:buClr>
              <a:buSzPct val="100000"/>
              <a:buFont typeface="System Font Regular"/>
              <a:buNone/>
              <a:tabLst/>
              <a:defRPr sz="1600" b="1" i="0" u="none" strike="noStrike" cap="none" spc="0" baseline="0">
                <a:solidFill>
                  <a:schemeClr val="bg2"/>
                </a:solidFill>
                <a:uFillTx/>
                <a:latin typeface="Arial" panose="020B0604020202020204" pitchFamily="34" charset="0"/>
                <a:ea typeface="Arial" panose="020B0604020202020204" pitchFamily="34" charset="0"/>
                <a:cs typeface="Arial" panose="020B0604020202020204" pitchFamily="34" charset="0"/>
                <a:sym typeface="Avenir Book"/>
              </a:defRPr>
            </a:lvl4pPr>
            <a:lvl5pPr marL="1828800" marR="0" indent="0" algn="l" defTabSz="914240" eaLnBrk="1" latinLnBrk="0" hangingPunct="1">
              <a:lnSpc>
                <a:spcPct val="90000"/>
              </a:lnSpc>
              <a:spcBef>
                <a:spcPts val="400"/>
              </a:spcBef>
              <a:spcAft>
                <a:spcPts val="400"/>
              </a:spcAft>
              <a:buClr>
                <a:schemeClr val="accent4"/>
              </a:buClr>
              <a:buSzPct val="100000"/>
              <a:buFont typeface="Arial" panose="020B0604020202020204" pitchFamily="34" charset="0"/>
              <a:buNone/>
              <a:tabLst/>
              <a:defRPr sz="1600" b="1" i="0" u="none" strike="noStrike" cap="none" spc="0" baseline="0">
                <a:solidFill>
                  <a:schemeClr val="bg2"/>
                </a:solidFill>
                <a:uFillTx/>
                <a:latin typeface="Arial" panose="020B0604020202020204" pitchFamily="34" charset="0"/>
                <a:ea typeface="Arial" panose="020B0604020202020204" pitchFamily="34" charset="0"/>
                <a:cs typeface="Arial" panose="020B0604020202020204" pitchFamily="34" charset="0"/>
                <a:sym typeface="Avenir Book"/>
              </a:defRPr>
            </a:lvl5pPr>
            <a:lvl6pPr marL="2286000" marR="0" indent="0" algn="l" defTabSz="914240" eaLnBrk="1" latinLnBrk="0" hangingPunct="1">
              <a:lnSpc>
                <a:spcPct val="90000"/>
              </a:lnSpc>
              <a:spcBef>
                <a:spcPts val="1000"/>
              </a:spcBef>
              <a:spcAft>
                <a:spcPts val="0"/>
              </a:spcAft>
              <a:buClrTx/>
              <a:buSzPct val="100000"/>
              <a:buFont typeface="Arial"/>
              <a:buNone/>
              <a:tabLst/>
              <a:defRPr sz="1600" b="1" i="0" u="none" strike="noStrike" cap="none" spc="0" baseline="0">
                <a:solidFill>
                  <a:srgbClr val="50626A"/>
                </a:solidFill>
                <a:uFillTx/>
                <a:latin typeface="Avenir Book"/>
                <a:ea typeface="Avenir Book"/>
                <a:cs typeface="Avenir Book"/>
                <a:sym typeface="Avenir Book"/>
              </a:defRPr>
            </a:lvl6pPr>
            <a:lvl7pPr marL="2743200" marR="0" indent="0" algn="l" defTabSz="914240" eaLnBrk="1" latinLnBrk="0" hangingPunct="1">
              <a:lnSpc>
                <a:spcPct val="90000"/>
              </a:lnSpc>
              <a:spcBef>
                <a:spcPts val="1000"/>
              </a:spcBef>
              <a:spcAft>
                <a:spcPts val="0"/>
              </a:spcAft>
              <a:buClrTx/>
              <a:buSzPct val="100000"/>
              <a:buFont typeface="Arial"/>
              <a:buNone/>
              <a:tabLst/>
              <a:defRPr sz="1600" b="1" i="0" u="none" strike="noStrike" cap="none" spc="0" baseline="0">
                <a:solidFill>
                  <a:srgbClr val="50626A"/>
                </a:solidFill>
                <a:uFillTx/>
                <a:latin typeface="Avenir Book"/>
                <a:ea typeface="Avenir Book"/>
                <a:cs typeface="Avenir Book"/>
                <a:sym typeface="Avenir Book"/>
              </a:defRPr>
            </a:lvl7pPr>
            <a:lvl8pPr marL="3200400" marR="0" indent="0" algn="l" defTabSz="914240" eaLnBrk="1" latinLnBrk="0" hangingPunct="1">
              <a:lnSpc>
                <a:spcPct val="90000"/>
              </a:lnSpc>
              <a:spcBef>
                <a:spcPts val="1000"/>
              </a:spcBef>
              <a:spcAft>
                <a:spcPts val="0"/>
              </a:spcAft>
              <a:buClrTx/>
              <a:buSzPct val="100000"/>
              <a:buFont typeface="Arial"/>
              <a:buNone/>
              <a:tabLst/>
              <a:defRPr sz="1600" b="1" i="0" u="none" strike="noStrike" cap="none" spc="0" baseline="0">
                <a:solidFill>
                  <a:srgbClr val="50626A"/>
                </a:solidFill>
                <a:uFillTx/>
                <a:latin typeface="Avenir Book"/>
                <a:ea typeface="Avenir Book"/>
                <a:cs typeface="Avenir Book"/>
                <a:sym typeface="Avenir Book"/>
              </a:defRPr>
            </a:lvl8pPr>
            <a:lvl9pPr marL="3657600" marR="0" indent="0" algn="l" defTabSz="914240" eaLnBrk="1" latinLnBrk="0" hangingPunct="1">
              <a:lnSpc>
                <a:spcPct val="90000"/>
              </a:lnSpc>
              <a:spcBef>
                <a:spcPts val="1000"/>
              </a:spcBef>
              <a:spcAft>
                <a:spcPts val="0"/>
              </a:spcAft>
              <a:buClrTx/>
              <a:buSzPct val="100000"/>
              <a:buFont typeface="Arial"/>
              <a:buNone/>
              <a:tabLst/>
              <a:defRPr sz="1600" b="1" i="0" u="none" strike="noStrike" cap="none" spc="0" baseline="0">
                <a:solidFill>
                  <a:srgbClr val="50626A"/>
                </a:solidFill>
                <a:uFillTx/>
                <a:latin typeface="Avenir Book"/>
                <a:ea typeface="Avenir Book"/>
                <a:cs typeface="Avenir Book"/>
                <a:sym typeface="Avenir Book"/>
              </a:defRPr>
            </a:lvl9pPr>
          </a:lstStyle>
          <a:p>
            <a:pPr lvl="0" algn="ctr">
              <a:buClr>
                <a:srgbClr val="017298"/>
              </a:buClr>
              <a:defRPr/>
            </a:pPr>
            <a:r>
              <a:rPr kumimoji="0" lang="en-US" sz="1400" b="1" i="0" u="none" strike="noStrike" kern="0" cap="none" spc="0" normalizeH="0" baseline="0" noProof="0" dirty="0">
                <a:ln>
                  <a:noFill/>
                </a:ln>
                <a:solidFill>
                  <a:srgbClr val="017298"/>
                </a:solidFill>
                <a:effectLst/>
                <a:uLnTx/>
                <a:uFillTx/>
                <a:latin typeface="Arial Nova" panose="020B0504020202020204" pitchFamily="34" charset="0"/>
                <a:cs typeface="Arial" panose="020B0604020202020204" pitchFamily="34" charset="0"/>
                <a:sym typeface="Avenir Book"/>
              </a:rPr>
              <a:t>Breadth</a:t>
            </a:r>
          </a:p>
        </p:txBody>
      </p:sp>
      <p:sp>
        <p:nvSpPr>
          <p:cNvPr id="28" name="TextBox 27">
            <a:extLst>
              <a:ext uri="{FF2B5EF4-FFF2-40B4-BE49-F238E27FC236}">
                <a16:creationId xmlns:a16="http://schemas.microsoft.com/office/drawing/2014/main" id="{A85051EF-8B3C-C931-7CD6-AD499EBB010F}"/>
              </a:ext>
            </a:extLst>
          </p:cNvPr>
          <p:cNvSpPr txBox="1"/>
          <p:nvPr/>
        </p:nvSpPr>
        <p:spPr>
          <a:xfrm>
            <a:off x="492338" y="6147409"/>
            <a:ext cx="5234867" cy="3693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lvl="0" indent="0" algn="l" defTabSz="914400" rtl="0" eaLnBrk="1" fontAlgn="auto" latinLnBrk="0" hangingPunct="0">
              <a:lnSpc>
                <a:spcPct val="100000"/>
              </a:lnSpc>
              <a:spcBef>
                <a:spcPts val="0"/>
              </a:spcBef>
              <a:spcAft>
                <a:spcPts val="0"/>
              </a:spcAft>
              <a:buClrTx/>
              <a:buSzTx/>
              <a:buFontTx/>
              <a:buNone/>
              <a:tabLst/>
              <a:defRPr/>
            </a:pPr>
            <a:r>
              <a:rPr kumimoji="0" lang="en-GB" sz="900" b="1" i="0" u="none" strike="noStrike" kern="1200" cap="none" spc="0" normalizeH="0" baseline="0" noProof="0" dirty="0">
                <a:ln>
                  <a:noFill/>
                </a:ln>
                <a:solidFill>
                  <a:srgbClr val="000000">
                    <a:lumMod val="65000"/>
                    <a:lumOff val="35000"/>
                  </a:srgbClr>
                </a:solidFill>
                <a:effectLst/>
                <a:uLnTx/>
                <a:uFillTx/>
                <a:latin typeface="Arial Nova" panose="020B0504020202020204" pitchFamily="34" charset="0"/>
                <a:ea typeface="+mn-ea"/>
                <a:cs typeface="Arial"/>
                <a:sym typeface="Arial"/>
              </a:rPr>
              <a:t>Breadth is defined as #accounts with demand in respective quarter; </a:t>
            </a:r>
          </a:p>
          <a:p>
            <a:pPr marL="0" marR="0" lvl="0" indent="0" algn="l" defTabSz="914400" rtl="0" eaLnBrk="1" fontAlgn="auto" latinLnBrk="0" hangingPunct="0">
              <a:lnSpc>
                <a:spcPct val="100000"/>
              </a:lnSpc>
              <a:spcBef>
                <a:spcPts val="0"/>
              </a:spcBef>
              <a:spcAft>
                <a:spcPts val="0"/>
              </a:spcAft>
              <a:buClrTx/>
              <a:buSzTx/>
              <a:buFontTx/>
              <a:buNone/>
              <a:tabLst/>
              <a:defRPr/>
            </a:pPr>
            <a:r>
              <a:rPr kumimoji="0" lang="en-GB" sz="900" b="1" i="0" u="none" strike="noStrike" kern="1200" cap="none" spc="0" normalizeH="0" baseline="0" noProof="0" dirty="0">
                <a:ln>
                  <a:noFill/>
                </a:ln>
                <a:solidFill>
                  <a:srgbClr val="000000">
                    <a:lumMod val="65000"/>
                    <a:lumOff val="35000"/>
                  </a:srgbClr>
                </a:solidFill>
                <a:effectLst/>
                <a:uLnTx/>
                <a:uFillTx/>
                <a:latin typeface="Arial Nova" panose="020B0504020202020204" pitchFamily="34" charset="0"/>
                <a:ea typeface="+mn-ea"/>
                <a:cs typeface="Arial"/>
                <a:sym typeface="Arial"/>
              </a:rPr>
              <a:t>Depth is #vials per ordering account in respective quarter</a:t>
            </a:r>
            <a:endParaRPr kumimoji="0" lang="en-IN" sz="900" b="1" i="0" u="none" strike="noStrike" kern="1200" cap="none" spc="0" normalizeH="0" baseline="0" noProof="0" dirty="0">
              <a:ln>
                <a:noFill/>
              </a:ln>
              <a:solidFill>
                <a:srgbClr val="000000">
                  <a:lumMod val="65000"/>
                  <a:lumOff val="35000"/>
                </a:srgbClr>
              </a:solidFill>
              <a:effectLst/>
              <a:uLnTx/>
              <a:uFillTx/>
              <a:latin typeface="Arial" panose="020B0604020202020204"/>
              <a:ea typeface="+mn-ea"/>
              <a:cs typeface="+mn-cs"/>
              <a:sym typeface="Calibri"/>
            </a:endParaRPr>
          </a:p>
        </p:txBody>
      </p:sp>
      <p:sp>
        <p:nvSpPr>
          <p:cNvPr id="4" name="TextBox 1">
            <a:extLst>
              <a:ext uri="{FF2B5EF4-FFF2-40B4-BE49-F238E27FC236}">
                <a16:creationId xmlns:a16="http://schemas.microsoft.com/office/drawing/2014/main" id="{3C10E529-5A7A-802C-9478-A4B58DF7872F}"/>
              </a:ext>
            </a:extLst>
          </p:cNvPr>
          <p:cNvSpPr txBox="1"/>
          <p:nvPr/>
        </p:nvSpPr>
        <p:spPr>
          <a:xfrm>
            <a:off x="5151152" y="5347414"/>
            <a:ext cx="525997" cy="24621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horz" wrap="square" lIns="45719" tIns="45719" rIns="45719" bIns="45719" numCol="1" spcCol="38100" rtlCol="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0">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FF0000"/>
                </a:solidFill>
                <a:effectLst/>
                <a:uLnTx/>
                <a:uFillTx/>
                <a:latin typeface="Arial Nova" panose="020B0504020202020204" pitchFamily="34" charset="0"/>
                <a:ea typeface="Arial"/>
                <a:cs typeface="Arial"/>
                <a:sym typeface="Arial"/>
              </a:rPr>
              <a:t>(</a:t>
            </a:r>
            <a:r>
              <a:rPr lang="en-US" sz="1000" b="1" dirty="0">
                <a:solidFill>
                  <a:srgbClr val="FF0000"/>
                </a:solidFill>
                <a:latin typeface="Arial Nova" panose="020B0504020202020204" pitchFamily="34" charset="0"/>
                <a:ea typeface="Arial"/>
                <a:cs typeface="Arial"/>
                <a:sym typeface="Arial"/>
              </a:rPr>
              <a:t>-21</a:t>
            </a:r>
            <a:r>
              <a:rPr kumimoji="0" lang="en-US" sz="1000" b="1" i="0" u="none" strike="noStrike" kern="1200" cap="none" spc="0" normalizeH="0" baseline="0" noProof="0" dirty="0">
                <a:ln>
                  <a:noFill/>
                </a:ln>
                <a:solidFill>
                  <a:srgbClr val="FF0000"/>
                </a:solidFill>
                <a:effectLst/>
                <a:uLnTx/>
                <a:uFillTx/>
                <a:latin typeface="Arial Nova" panose="020B0504020202020204" pitchFamily="34" charset="0"/>
                <a:ea typeface="Arial"/>
                <a:cs typeface="Arial"/>
                <a:sym typeface="Arial"/>
              </a:rPr>
              <a:t>%)</a:t>
            </a:r>
          </a:p>
        </p:txBody>
      </p:sp>
    </p:spTree>
    <p:extLst>
      <p:ext uri="{BB962C8B-B14F-4D97-AF65-F5344CB8AC3E}">
        <p14:creationId xmlns:p14="http://schemas.microsoft.com/office/powerpoint/2010/main" val="1704760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D3B975-0AD4-BF51-2647-240889089E2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AAB4C47E-447B-52E4-BAD5-F757F502AA6D}"/>
              </a:ext>
            </a:extLst>
          </p:cNvPr>
          <p:cNvSpPr>
            <a:spLocks noGrp="1"/>
          </p:cNvSpPr>
          <p:nvPr>
            <p:ph type="title"/>
          </p:nvPr>
        </p:nvSpPr>
        <p:spPr/>
        <p:txBody>
          <a:bodyPr/>
          <a:lstStyle/>
          <a:p>
            <a:r>
              <a:rPr lang="en-US" dirty="0"/>
              <a:t>Q1 2026 Marketing Highlights</a:t>
            </a:r>
          </a:p>
        </p:txBody>
      </p:sp>
      <p:sp>
        <p:nvSpPr>
          <p:cNvPr id="3" name="Slide Number Placeholder 2">
            <a:extLst>
              <a:ext uri="{FF2B5EF4-FFF2-40B4-BE49-F238E27FC236}">
                <a16:creationId xmlns:a16="http://schemas.microsoft.com/office/drawing/2014/main" id="{748F1850-72D5-87A8-A5EA-FCB716354C73}"/>
              </a:ext>
            </a:extLst>
          </p:cNvPr>
          <p:cNvSpPr>
            <a:spLocks noGrp="1"/>
          </p:cNvSpPr>
          <p:nvPr>
            <p:ph type="sldNum" sz="quarter" idx="4294967295"/>
          </p:nvPr>
        </p:nvSpPr>
        <p:spPr>
          <a:xfrm>
            <a:off x="0" y="6413500"/>
            <a:ext cx="427038" cy="365125"/>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2B143D1D-9801-49CA-88C0-178C03B6937F}" type="slidenum">
              <a:rPr kumimoji="0" lang="en-US" sz="900" b="0" i="0" u="none" strike="noStrike" kern="1200" cap="none" spc="0" normalizeH="0" baseline="0" noProof="0" smtClean="0">
                <a:ln>
                  <a:noFill/>
                </a:ln>
                <a:solidFill>
                  <a:srgbClr val="FFFFFF">
                    <a:lumMod val="50000"/>
                  </a:srgbClr>
                </a:solidFill>
                <a:effectLst/>
                <a:uLnTx/>
                <a:uFillTx/>
                <a:latin typeface="Arial" panose="020B06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11</a:t>
            </a:fld>
            <a:endParaRPr kumimoji="0" lang="en-US" sz="900" b="0" i="0" u="none" strike="noStrike" kern="1200" cap="none" spc="0" normalizeH="0" baseline="0" noProof="0" dirty="0">
              <a:ln>
                <a:noFill/>
              </a:ln>
              <a:solidFill>
                <a:srgbClr val="FFFFFF">
                  <a:lumMod val="50000"/>
                </a:srgbClr>
              </a:solidFill>
              <a:effectLst/>
              <a:uLnTx/>
              <a:uFillTx/>
              <a:latin typeface="Arial" panose="020B0604020202020204"/>
              <a:ea typeface="+mn-ea"/>
              <a:cs typeface="+mn-cs"/>
            </a:endParaRPr>
          </a:p>
        </p:txBody>
      </p:sp>
    </p:spTree>
    <p:extLst>
      <p:ext uri="{BB962C8B-B14F-4D97-AF65-F5344CB8AC3E}">
        <p14:creationId xmlns:p14="http://schemas.microsoft.com/office/powerpoint/2010/main" val="26573357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335E02-4A2D-5EE6-F8C4-1AE514487DCB}"/>
              </a:ext>
            </a:extLst>
          </p:cNvPr>
          <p:cNvSpPr>
            <a:spLocks noGrp="1"/>
          </p:cNvSpPr>
          <p:nvPr>
            <p:ph type="title"/>
          </p:nvPr>
        </p:nvSpPr>
        <p:spPr/>
        <p:txBody>
          <a:bodyPr/>
          <a:lstStyle/>
          <a:p>
            <a:r>
              <a:rPr lang="en-US" u="sng" dirty="0"/>
              <a:t>2026</a:t>
            </a:r>
            <a:r>
              <a:rPr lang="en-US" dirty="0"/>
              <a:t> FYARRO Strategic Imperatives (SIs) and Tactical Objectives </a:t>
            </a:r>
            <a:br>
              <a:rPr lang="en-US" dirty="0"/>
            </a:br>
            <a:r>
              <a:rPr lang="en-US" sz="1400" i="1" dirty="0"/>
              <a:t>Our strategy focuses on activating impactful leverage points across the patient journey where targeted action can most directly influence patient identification, treatment initiation, and duration</a:t>
            </a:r>
            <a:br>
              <a:rPr lang="en-US" sz="3200" b="0" i="1" dirty="0">
                <a:latin typeface="Arial" panose="020B0604020202020204" pitchFamily="34" charset="0"/>
                <a:sym typeface="Trebuchet MS"/>
              </a:rPr>
            </a:br>
            <a:br>
              <a:rPr lang="en-US" sz="1400" i="1" dirty="0"/>
            </a:br>
            <a:endParaRPr lang="en-US" i="1" dirty="0"/>
          </a:p>
        </p:txBody>
      </p:sp>
      <p:sp>
        <p:nvSpPr>
          <p:cNvPr id="3" name="Slide Number Placeholder 2">
            <a:extLst>
              <a:ext uri="{FF2B5EF4-FFF2-40B4-BE49-F238E27FC236}">
                <a16:creationId xmlns:a16="http://schemas.microsoft.com/office/drawing/2014/main" id="{03450A75-CE24-2EBE-EF97-A973C73EE59E}"/>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2B143D1D-9801-49CA-88C0-178C03B6937F}" type="slidenum">
              <a:rPr kumimoji="0" lang="en-US" sz="900" b="0" i="0" u="none" strike="noStrike" kern="1200" cap="none" spc="0" normalizeH="0" baseline="0" noProof="0" smtClean="0">
                <a:ln>
                  <a:noFill/>
                </a:ln>
                <a:solidFill>
                  <a:srgbClr val="FFFFFF">
                    <a:lumMod val="50000"/>
                  </a:srgbClr>
                </a:solidFill>
                <a:effectLst/>
                <a:uLnTx/>
                <a:uFillTx/>
                <a:latin typeface="Arial" panose="020B06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12</a:t>
            </a:fld>
            <a:endParaRPr kumimoji="0" lang="en-US" sz="900" b="0" i="0" u="none" strike="noStrike" kern="1200" cap="none" spc="0" normalizeH="0" baseline="0" noProof="0">
              <a:ln>
                <a:noFill/>
              </a:ln>
              <a:solidFill>
                <a:srgbClr val="FFFFFF">
                  <a:lumMod val="50000"/>
                </a:srgbClr>
              </a:solidFill>
              <a:effectLst/>
              <a:uLnTx/>
              <a:uFillTx/>
              <a:latin typeface="Arial" panose="020B0604020202020204"/>
              <a:ea typeface="+mn-ea"/>
              <a:cs typeface="+mn-cs"/>
            </a:endParaRPr>
          </a:p>
        </p:txBody>
      </p:sp>
      <p:sp>
        <p:nvSpPr>
          <p:cNvPr id="5" name="Rectangle 4">
            <a:extLst>
              <a:ext uri="{FF2B5EF4-FFF2-40B4-BE49-F238E27FC236}">
                <a16:creationId xmlns:a16="http://schemas.microsoft.com/office/drawing/2014/main" id="{0D2A47EF-511B-58E1-CCF2-34FD6CB44183}"/>
              </a:ext>
            </a:extLst>
          </p:cNvPr>
          <p:cNvSpPr/>
          <p:nvPr/>
        </p:nvSpPr>
        <p:spPr>
          <a:xfrm>
            <a:off x="1553806" y="1415543"/>
            <a:ext cx="3686933" cy="1143430"/>
          </a:xfrm>
          <a:prstGeom prst="rect">
            <a:avLst/>
          </a:prstGeom>
          <a:gradFill flip="none" rotWithShape="1">
            <a:gsLst>
              <a:gs pos="40000">
                <a:srgbClr val="F02A37"/>
              </a:gs>
              <a:gs pos="100000">
                <a:srgbClr val="262626"/>
              </a:gs>
            </a:gsLst>
            <a:lin ang="0" scaled="1"/>
            <a:tileRect/>
          </a:gra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Roboto"/>
              <a:ea typeface="+mn-ea"/>
              <a:cs typeface="+mn-cs"/>
            </a:endParaRPr>
          </a:p>
        </p:txBody>
      </p:sp>
      <p:sp>
        <p:nvSpPr>
          <p:cNvPr id="6" name="Oval 5">
            <a:extLst>
              <a:ext uri="{FF2B5EF4-FFF2-40B4-BE49-F238E27FC236}">
                <a16:creationId xmlns:a16="http://schemas.microsoft.com/office/drawing/2014/main" id="{43DC0201-01E7-55EA-84E1-322687437FC2}"/>
              </a:ext>
            </a:extLst>
          </p:cNvPr>
          <p:cNvSpPr/>
          <p:nvPr/>
        </p:nvSpPr>
        <p:spPr>
          <a:xfrm>
            <a:off x="1009982" y="1415542"/>
            <a:ext cx="1143430" cy="1143430"/>
          </a:xfrm>
          <a:prstGeom prst="ellipse">
            <a:avLst/>
          </a:prstGeom>
          <a:solidFill>
            <a:srgbClr val="F6F6F6"/>
          </a:solidFill>
          <a:ln w="12700" cap="flat" cmpd="sng" algn="ctr">
            <a:solidFill>
              <a:srgbClr val="F02A37"/>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Roboto"/>
              <a:ea typeface="+mn-ea"/>
              <a:cs typeface="+mn-cs"/>
            </a:endParaRPr>
          </a:p>
        </p:txBody>
      </p:sp>
      <p:sp>
        <p:nvSpPr>
          <p:cNvPr id="7" name="TextBox 6">
            <a:extLst>
              <a:ext uri="{FF2B5EF4-FFF2-40B4-BE49-F238E27FC236}">
                <a16:creationId xmlns:a16="http://schemas.microsoft.com/office/drawing/2014/main" id="{A5229E81-6AD9-70EA-E895-D30A31EF368E}"/>
              </a:ext>
            </a:extLst>
          </p:cNvPr>
          <p:cNvSpPr txBox="1"/>
          <p:nvPr/>
        </p:nvSpPr>
        <p:spPr>
          <a:xfrm>
            <a:off x="2196397" y="1639997"/>
            <a:ext cx="2587384" cy="738664"/>
          </a:xfrm>
          <a:prstGeom prst="rect">
            <a:avLst/>
          </a:prstGeom>
          <a:noFill/>
        </p:spPr>
        <p:txBody>
          <a:bodyPr wrap="square">
            <a:spAutoFit/>
          </a:bodyPr>
          <a:lstStyle/>
          <a:p>
            <a:pPr marL="55546" marR="0" lvl="1" indent="0" algn="l" defTabSz="914400" rtl="0" eaLnBrk="1" fontAlgn="auto" latinLnBrk="0" hangingPunct="1">
              <a:lnSpc>
                <a:spcPct val="100000"/>
              </a:lnSpc>
              <a:spcBef>
                <a:spcPts val="300"/>
              </a:spcBef>
              <a:spcAft>
                <a:spcPts val="300"/>
              </a:spcAft>
              <a:buClr>
                <a:srgbClr val="F6F6F6"/>
              </a:buClr>
              <a:buSzPct val="100000"/>
              <a:buFontTx/>
              <a:buNone/>
              <a:tabLst/>
              <a:defRPr/>
            </a:pPr>
            <a:r>
              <a:rPr kumimoji="0" lang="en-US" sz="1400" b="1" i="0" u="none" strike="noStrike" kern="1200" cap="none" spc="0" normalizeH="0" baseline="0" noProof="0" dirty="0">
                <a:ln>
                  <a:noFill/>
                </a:ln>
                <a:solidFill>
                  <a:prstClr val="white"/>
                </a:solidFill>
                <a:effectLst/>
                <a:uLnTx/>
                <a:uFillTx/>
                <a:latin typeface="Arial" panose="020B0604020202020204"/>
                <a:ea typeface="+mn-ea"/>
                <a:cs typeface="Arial" panose="020B0604020202020204" pitchFamily="34" charset="0"/>
              </a:rPr>
              <a:t>Expand FYARRO’s Role as the 1L Standard in mPEComa </a:t>
            </a:r>
            <a:endParaRPr kumimoji="0" lang="en-US" sz="1400" b="0" i="0" u="none" strike="noStrike" kern="1200" cap="none" spc="0" normalizeH="0" baseline="0" noProof="0" dirty="0">
              <a:ln>
                <a:noFill/>
              </a:ln>
              <a:solidFill>
                <a:prstClr val="white"/>
              </a:solidFill>
              <a:effectLst/>
              <a:uLnTx/>
              <a:uFillTx/>
              <a:latin typeface="Arial" panose="020B0604020202020204"/>
              <a:ea typeface="+mn-ea"/>
              <a:cs typeface="Arial" panose="020B0604020202020204" pitchFamily="34" charset="0"/>
            </a:endParaRPr>
          </a:p>
        </p:txBody>
      </p:sp>
      <p:sp>
        <p:nvSpPr>
          <p:cNvPr id="8" name="Rectangle 7">
            <a:extLst>
              <a:ext uri="{FF2B5EF4-FFF2-40B4-BE49-F238E27FC236}">
                <a16:creationId xmlns:a16="http://schemas.microsoft.com/office/drawing/2014/main" id="{060EAA93-A509-1A55-A507-773FFAE9E39E}"/>
              </a:ext>
            </a:extLst>
          </p:cNvPr>
          <p:cNvSpPr/>
          <p:nvPr/>
        </p:nvSpPr>
        <p:spPr>
          <a:xfrm>
            <a:off x="612069" y="1678067"/>
            <a:ext cx="1962477" cy="615553"/>
          </a:xfrm>
          <a:prstGeom prst="rect">
            <a:avLst/>
          </a:prstGeom>
        </p:spPr>
        <p:txBody>
          <a:bodyPr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dirty="0">
                <a:ln>
                  <a:noFill/>
                </a:ln>
                <a:solidFill>
                  <a:srgbClr val="F02A37"/>
                </a:solidFill>
                <a:effectLst/>
                <a:uLnTx/>
                <a:uFillTx/>
                <a:latin typeface="Arial" panose="020B0604020202020204"/>
                <a:ea typeface="+mn-ea"/>
                <a:cs typeface="Arial" panose="020B0604020202020204" pitchFamily="34" charset="0"/>
              </a:rPr>
              <a:t>SI 1</a:t>
            </a:r>
          </a:p>
        </p:txBody>
      </p:sp>
      <p:sp>
        <p:nvSpPr>
          <p:cNvPr id="9" name="Rectangle 8">
            <a:extLst>
              <a:ext uri="{FF2B5EF4-FFF2-40B4-BE49-F238E27FC236}">
                <a16:creationId xmlns:a16="http://schemas.microsoft.com/office/drawing/2014/main" id="{66CAEA72-24FB-0F60-E4F0-528E6166DA15}"/>
              </a:ext>
            </a:extLst>
          </p:cNvPr>
          <p:cNvSpPr/>
          <p:nvPr/>
        </p:nvSpPr>
        <p:spPr>
          <a:xfrm>
            <a:off x="5197758" y="1415543"/>
            <a:ext cx="3686933" cy="1143430"/>
          </a:xfrm>
          <a:prstGeom prst="rect">
            <a:avLst/>
          </a:prstGeom>
          <a:gradFill flip="none" rotWithShape="1">
            <a:gsLst>
              <a:gs pos="40000">
                <a:srgbClr val="F98D2B"/>
              </a:gs>
              <a:gs pos="100000">
                <a:srgbClr val="262626"/>
              </a:gs>
            </a:gsLst>
            <a:lin ang="0" scaled="1"/>
            <a:tileRect/>
          </a:gra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Roboto"/>
              <a:ea typeface="+mn-ea"/>
              <a:cs typeface="+mn-cs"/>
            </a:endParaRPr>
          </a:p>
        </p:txBody>
      </p:sp>
      <p:sp>
        <p:nvSpPr>
          <p:cNvPr id="10" name="Oval 9">
            <a:extLst>
              <a:ext uri="{FF2B5EF4-FFF2-40B4-BE49-F238E27FC236}">
                <a16:creationId xmlns:a16="http://schemas.microsoft.com/office/drawing/2014/main" id="{D3F368C4-E9B8-BC8C-E473-829959BF113C}"/>
              </a:ext>
            </a:extLst>
          </p:cNvPr>
          <p:cNvSpPr/>
          <p:nvPr/>
        </p:nvSpPr>
        <p:spPr>
          <a:xfrm>
            <a:off x="4653934" y="1415542"/>
            <a:ext cx="1143430" cy="1143430"/>
          </a:xfrm>
          <a:prstGeom prst="ellipse">
            <a:avLst/>
          </a:prstGeom>
          <a:solidFill>
            <a:srgbClr val="F6F6F6"/>
          </a:solidFill>
          <a:ln w="12700" cap="flat" cmpd="sng" algn="ctr">
            <a:solidFill>
              <a:srgbClr val="F98D2B"/>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Roboto"/>
              <a:ea typeface="+mn-ea"/>
              <a:cs typeface="+mn-cs"/>
            </a:endParaRPr>
          </a:p>
        </p:txBody>
      </p:sp>
      <p:sp>
        <p:nvSpPr>
          <p:cNvPr id="11" name="TextBox 10">
            <a:extLst>
              <a:ext uri="{FF2B5EF4-FFF2-40B4-BE49-F238E27FC236}">
                <a16:creationId xmlns:a16="http://schemas.microsoft.com/office/drawing/2014/main" id="{FBE93D07-90A2-EF65-6B53-92211EA12D2A}"/>
              </a:ext>
            </a:extLst>
          </p:cNvPr>
          <p:cNvSpPr txBox="1"/>
          <p:nvPr/>
        </p:nvSpPr>
        <p:spPr>
          <a:xfrm>
            <a:off x="5840349" y="1504954"/>
            <a:ext cx="2278944" cy="954107"/>
          </a:xfrm>
          <a:prstGeom prst="rect">
            <a:avLst/>
          </a:prstGeom>
          <a:noFill/>
        </p:spPr>
        <p:txBody>
          <a:bodyPr wrap="square">
            <a:spAutoFit/>
          </a:bodyPr>
          <a:lstStyle/>
          <a:p>
            <a:pPr marL="55546" marR="0" lvl="1" indent="0" algn="l" defTabSz="914400" rtl="0" eaLnBrk="1" fontAlgn="auto" latinLnBrk="0" hangingPunct="1">
              <a:lnSpc>
                <a:spcPct val="100000"/>
              </a:lnSpc>
              <a:spcBef>
                <a:spcPts val="300"/>
              </a:spcBef>
              <a:spcAft>
                <a:spcPts val="300"/>
              </a:spcAft>
              <a:buClr>
                <a:srgbClr val="E1E1E1"/>
              </a:buClr>
              <a:buSzPct val="100000"/>
              <a:buFontTx/>
              <a:buNone/>
              <a:tabLst/>
              <a:defRPr/>
            </a:pPr>
            <a:r>
              <a:rPr kumimoji="0" lang="en-US" sz="1400" b="1" i="0" u="none" strike="noStrike" kern="1200" cap="none" spc="0" normalizeH="0" baseline="0" noProof="0" dirty="0">
                <a:ln>
                  <a:noFill/>
                </a:ln>
                <a:solidFill>
                  <a:prstClr val="white"/>
                </a:solidFill>
                <a:effectLst/>
                <a:uLnTx/>
                <a:uFillTx/>
                <a:latin typeface="Arial" panose="020B0604020202020204"/>
                <a:ea typeface="+mn-ea"/>
                <a:cs typeface="Arial" panose="020B0604020202020204" pitchFamily="34" charset="0"/>
              </a:rPr>
              <a:t>Increase Awareness of Sarcoma Misdiagnosis to Enable Earlier, Accurate Identification</a:t>
            </a:r>
          </a:p>
        </p:txBody>
      </p:sp>
      <p:sp>
        <p:nvSpPr>
          <p:cNvPr id="12" name="Rectangle 11">
            <a:extLst>
              <a:ext uri="{FF2B5EF4-FFF2-40B4-BE49-F238E27FC236}">
                <a16:creationId xmlns:a16="http://schemas.microsoft.com/office/drawing/2014/main" id="{4EED126A-CA70-5B91-B18B-DE04A39A6C1A}"/>
              </a:ext>
            </a:extLst>
          </p:cNvPr>
          <p:cNvSpPr/>
          <p:nvPr/>
        </p:nvSpPr>
        <p:spPr>
          <a:xfrm>
            <a:off x="8828063" y="1415543"/>
            <a:ext cx="3363938" cy="1143430"/>
          </a:xfrm>
          <a:prstGeom prst="rect">
            <a:avLst/>
          </a:prstGeom>
          <a:gradFill flip="none" rotWithShape="1">
            <a:gsLst>
              <a:gs pos="40000">
                <a:srgbClr val="11A2A8"/>
              </a:gs>
              <a:gs pos="100000">
                <a:srgbClr val="262626"/>
              </a:gs>
            </a:gsLst>
            <a:lin ang="0" scaled="1"/>
            <a:tileRect/>
          </a:gra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Roboto"/>
              <a:ea typeface="+mn-ea"/>
              <a:cs typeface="+mn-cs"/>
            </a:endParaRPr>
          </a:p>
        </p:txBody>
      </p:sp>
      <p:sp>
        <p:nvSpPr>
          <p:cNvPr id="13" name="Oval 12">
            <a:extLst>
              <a:ext uri="{FF2B5EF4-FFF2-40B4-BE49-F238E27FC236}">
                <a16:creationId xmlns:a16="http://schemas.microsoft.com/office/drawing/2014/main" id="{3D823859-90C3-6CE1-7CB7-77411CAD1D58}"/>
              </a:ext>
            </a:extLst>
          </p:cNvPr>
          <p:cNvSpPr/>
          <p:nvPr/>
        </p:nvSpPr>
        <p:spPr>
          <a:xfrm>
            <a:off x="8284238" y="1415542"/>
            <a:ext cx="1143430" cy="1143430"/>
          </a:xfrm>
          <a:prstGeom prst="ellipse">
            <a:avLst/>
          </a:prstGeom>
          <a:solidFill>
            <a:srgbClr val="F6F6F6"/>
          </a:solidFill>
          <a:ln w="12700" cap="flat" cmpd="sng" algn="ctr">
            <a:solidFill>
              <a:srgbClr val="11A2A8"/>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Roboto"/>
              <a:ea typeface="+mn-ea"/>
              <a:cs typeface="+mn-cs"/>
            </a:endParaRPr>
          </a:p>
        </p:txBody>
      </p:sp>
      <p:sp>
        <p:nvSpPr>
          <p:cNvPr id="14" name="TextBox 13">
            <a:extLst>
              <a:ext uri="{FF2B5EF4-FFF2-40B4-BE49-F238E27FC236}">
                <a16:creationId xmlns:a16="http://schemas.microsoft.com/office/drawing/2014/main" id="{20262151-F8EC-2BE1-8087-D14B52C1040E}"/>
              </a:ext>
            </a:extLst>
          </p:cNvPr>
          <p:cNvSpPr txBox="1"/>
          <p:nvPr/>
        </p:nvSpPr>
        <p:spPr>
          <a:xfrm>
            <a:off x="9470653" y="1639997"/>
            <a:ext cx="1900912" cy="738664"/>
          </a:xfrm>
          <a:prstGeom prst="rect">
            <a:avLst/>
          </a:prstGeom>
          <a:noFill/>
        </p:spPr>
        <p:txBody>
          <a:bodyPr wrap="square">
            <a:spAutoFit/>
          </a:bodyPr>
          <a:lstStyle/>
          <a:p>
            <a:pPr marL="0" marR="0" lvl="0" indent="0" algn="l" defTabSz="914400" rtl="0" eaLnBrk="1" fontAlgn="auto" latinLnBrk="0" hangingPunct="1">
              <a:lnSpc>
                <a:spcPct val="100000"/>
              </a:lnSpc>
              <a:spcBef>
                <a:spcPts val="300"/>
              </a:spcBef>
              <a:spcAft>
                <a:spcPts val="300"/>
              </a:spcAft>
              <a:buClrTx/>
              <a:buSzTx/>
              <a:buFontTx/>
              <a:buNone/>
              <a:tabLst/>
              <a:defRPr/>
            </a:pPr>
            <a:r>
              <a:rPr kumimoji="0" lang="en-US" sz="1400" b="1" i="0" u="none" strike="noStrike" kern="1200" cap="none" spc="0" normalizeH="0" baseline="0" noProof="0" dirty="0">
                <a:ln>
                  <a:noFill/>
                </a:ln>
                <a:solidFill>
                  <a:prstClr val="white"/>
                </a:solidFill>
                <a:effectLst/>
                <a:uLnTx/>
                <a:uFillTx/>
                <a:latin typeface="Arial" panose="020B0604020202020204"/>
                <a:ea typeface="+mn-ea"/>
                <a:cs typeface="Arial" panose="020B0604020202020204" pitchFamily="34" charset="0"/>
              </a:rPr>
              <a:t>Ensure a Positive FYARRO Treatment Experience</a:t>
            </a:r>
            <a:endParaRPr kumimoji="0" lang="en-US" sz="1400" b="1" i="0" u="none" strike="noStrike" kern="0" cap="none" spc="0" normalizeH="0" baseline="0" noProof="0" dirty="0">
              <a:ln>
                <a:noFill/>
              </a:ln>
              <a:solidFill>
                <a:prstClr val="white"/>
              </a:solidFill>
              <a:effectLst/>
              <a:uLnTx/>
              <a:uFillTx/>
              <a:latin typeface="Arial" panose="020B0604020202020204"/>
              <a:ea typeface="+mn-ea"/>
              <a:cs typeface="Arial" panose="020B0604020202020204" pitchFamily="34" charset="0"/>
              <a:sym typeface="Arial"/>
            </a:endParaRPr>
          </a:p>
        </p:txBody>
      </p:sp>
      <p:sp>
        <p:nvSpPr>
          <p:cNvPr id="15" name="Rectangle 14">
            <a:extLst>
              <a:ext uri="{FF2B5EF4-FFF2-40B4-BE49-F238E27FC236}">
                <a16:creationId xmlns:a16="http://schemas.microsoft.com/office/drawing/2014/main" id="{7750F7A1-2EEC-C22B-E417-4A0523AA4ED4}"/>
              </a:ext>
            </a:extLst>
          </p:cNvPr>
          <p:cNvSpPr/>
          <p:nvPr/>
        </p:nvSpPr>
        <p:spPr>
          <a:xfrm>
            <a:off x="4242373" y="1678067"/>
            <a:ext cx="1962477" cy="615553"/>
          </a:xfrm>
          <a:prstGeom prst="rect">
            <a:avLst/>
          </a:prstGeom>
        </p:spPr>
        <p:txBody>
          <a:bodyPr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dirty="0">
                <a:ln>
                  <a:noFill/>
                </a:ln>
                <a:solidFill>
                  <a:srgbClr val="F98D2B"/>
                </a:solidFill>
                <a:effectLst/>
                <a:uLnTx/>
                <a:uFillTx/>
                <a:latin typeface="Arial" panose="020B0604020202020204"/>
                <a:ea typeface="+mn-ea"/>
                <a:cs typeface="Arial" panose="020B0604020202020204" pitchFamily="34" charset="0"/>
              </a:rPr>
              <a:t>SI 2</a:t>
            </a:r>
          </a:p>
        </p:txBody>
      </p:sp>
      <p:sp>
        <p:nvSpPr>
          <p:cNvPr id="16" name="Rectangle 15">
            <a:extLst>
              <a:ext uri="{FF2B5EF4-FFF2-40B4-BE49-F238E27FC236}">
                <a16:creationId xmlns:a16="http://schemas.microsoft.com/office/drawing/2014/main" id="{BD04FF26-B9EF-A12F-8C56-611006DAB5E0}"/>
              </a:ext>
            </a:extLst>
          </p:cNvPr>
          <p:cNvSpPr/>
          <p:nvPr/>
        </p:nvSpPr>
        <p:spPr>
          <a:xfrm>
            <a:off x="7872677" y="1678067"/>
            <a:ext cx="1962477" cy="615553"/>
          </a:xfrm>
          <a:prstGeom prst="rect">
            <a:avLst/>
          </a:prstGeom>
        </p:spPr>
        <p:txBody>
          <a:bodyPr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dirty="0">
                <a:ln>
                  <a:noFill/>
                </a:ln>
                <a:solidFill>
                  <a:srgbClr val="11A2A8"/>
                </a:solidFill>
                <a:effectLst/>
                <a:uLnTx/>
                <a:uFillTx/>
                <a:latin typeface="Arial" panose="020B0604020202020204"/>
                <a:ea typeface="+mn-ea"/>
                <a:cs typeface="Arial" panose="020B0604020202020204" pitchFamily="34" charset="0"/>
              </a:rPr>
              <a:t>SI 3</a:t>
            </a:r>
          </a:p>
        </p:txBody>
      </p:sp>
      <p:sp>
        <p:nvSpPr>
          <p:cNvPr id="17" name="Establish maintenance as essential to advancing overall survival outcomes in patients with AML">
            <a:extLst>
              <a:ext uri="{FF2B5EF4-FFF2-40B4-BE49-F238E27FC236}">
                <a16:creationId xmlns:a16="http://schemas.microsoft.com/office/drawing/2014/main" id="{CAF3DCE5-2A1C-B889-7B1C-79E2A046E541}"/>
              </a:ext>
            </a:extLst>
          </p:cNvPr>
          <p:cNvSpPr txBox="1"/>
          <p:nvPr/>
        </p:nvSpPr>
        <p:spPr>
          <a:xfrm>
            <a:off x="1235887" y="2841994"/>
            <a:ext cx="3171013" cy="3301814"/>
          </a:xfrm>
          <a:prstGeom prst="rect">
            <a:avLst/>
          </a:prstGeom>
          <a:noFill/>
          <a:ln w="19050" cap="flat">
            <a:noFill/>
            <a:prstDash val="solid"/>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t">
            <a:noAutofit/>
          </a:bodyPr>
          <a:lstStyle/>
          <a:p>
            <a:pPr marL="228600" marR="0" lvl="0" indent="-177800" algn="l" defTabSz="914400" rtl="0" eaLnBrk="1" fontAlgn="auto" latinLnBrk="0" hangingPunct="1">
              <a:lnSpc>
                <a:spcPct val="100000"/>
              </a:lnSpc>
              <a:spcBef>
                <a:spcPts val="300"/>
              </a:spcBef>
              <a:spcAft>
                <a:spcPts val="300"/>
              </a:spcAft>
              <a:buClrTx/>
              <a:buSzTx/>
              <a:buFont typeface="Arial" panose="020B0604020202020204" pitchFamily="34" charset="0"/>
              <a:buChar char="•"/>
              <a:tabLst/>
              <a:defRPr/>
            </a:pPr>
            <a:r>
              <a:rPr kumimoji="0" lang="en-US" sz="13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sym typeface="Arial"/>
              </a:rPr>
              <a:t>Build on sarcoma specialist leadership to sustain momentum and reinforce confidence in FYARRO beyond their own practice settings</a:t>
            </a:r>
          </a:p>
          <a:p>
            <a:pPr marL="228600" marR="0" lvl="0" indent="-177800" algn="l" defTabSz="914400" rtl="0" eaLnBrk="1" fontAlgn="auto" latinLnBrk="0" hangingPunct="1">
              <a:lnSpc>
                <a:spcPct val="100000"/>
              </a:lnSpc>
              <a:spcBef>
                <a:spcPts val="300"/>
              </a:spcBef>
              <a:spcAft>
                <a:spcPts val="300"/>
              </a:spcAft>
              <a:buClrTx/>
              <a:buSzTx/>
              <a:buFont typeface="Arial" panose="020B0604020202020204" pitchFamily="34" charset="0"/>
              <a:buChar char="•"/>
              <a:tabLst/>
              <a:defRPr/>
            </a:pPr>
            <a:r>
              <a:rPr kumimoji="0" lang="en-US" sz="13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sym typeface="Arial"/>
              </a:rPr>
              <a:t>Accelerate adoption among high-potential community and gynecologic oncologists by translating established sarcoma experience into broader clinical practice</a:t>
            </a:r>
          </a:p>
          <a:p>
            <a:pPr marL="228600" marR="0" lvl="0" indent="-177800" algn="l" defTabSz="914400" rtl="0" eaLnBrk="1" fontAlgn="auto" latinLnBrk="0" hangingPunct="1">
              <a:lnSpc>
                <a:spcPct val="100000"/>
              </a:lnSpc>
              <a:spcBef>
                <a:spcPts val="300"/>
              </a:spcBef>
              <a:spcAft>
                <a:spcPts val="300"/>
              </a:spcAft>
              <a:buClrTx/>
              <a:buSzTx/>
              <a:buFont typeface="Arial" panose="020B0604020202020204" pitchFamily="34" charset="0"/>
              <a:buChar char="•"/>
              <a:tabLst/>
              <a:defRPr/>
            </a:pPr>
            <a:r>
              <a:rPr kumimoji="0" lang="en-US" sz="13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sym typeface="Arial"/>
              </a:rPr>
              <a:t>Empower patients and caregivers with education and tools that support informed treatment selection</a:t>
            </a:r>
          </a:p>
          <a:p>
            <a:pPr marL="228600" marR="0" lvl="1" indent="-177800" algn="l" defTabSz="914400" rtl="0" eaLnBrk="1" fontAlgn="auto" latinLnBrk="0" hangingPunct="1">
              <a:lnSpc>
                <a:spcPct val="100000"/>
              </a:lnSpc>
              <a:spcBef>
                <a:spcPts val="300"/>
              </a:spcBef>
              <a:spcAft>
                <a:spcPts val="300"/>
              </a:spcAft>
              <a:buClr>
                <a:srgbClr val="F6F6F6"/>
              </a:buClr>
              <a:buSzPct val="100000"/>
              <a:buFont typeface="Arial" panose="020B0604020202020204" pitchFamily="34" charset="0"/>
              <a:buChar char="•"/>
              <a:tabLst/>
              <a:defRPr/>
            </a:pPr>
            <a:endParaRPr kumimoji="0" lang="en-US" sz="13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sym typeface="Arial"/>
            </a:endParaRPr>
          </a:p>
          <a:p>
            <a:pPr marL="228600" marR="0" lvl="1" indent="-177800" algn="l" defTabSz="914400" rtl="0" eaLnBrk="1" fontAlgn="auto" latinLnBrk="0" hangingPunct="1">
              <a:lnSpc>
                <a:spcPct val="100000"/>
              </a:lnSpc>
              <a:spcBef>
                <a:spcPts val="300"/>
              </a:spcBef>
              <a:spcAft>
                <a:spcPts val="300"/>
              </a:spcAft>
              <a:buClr>
                <a:srgbClr val="F6F6F6"/>
              </a:buClr>
              <a:buSzPct val="100000"/>
              <a:buFont typeface="Arial" panose="020B0604020202020204" pitchFamily="34" charset="0"/>
              <a:buChar char="•"/>
              <a:tabLst/>
              <a:defRPr/>
            </a:pPr>
            <a:endParaRPr kumimoji="0" lang="en-US" sz="13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sym typeface="Arial"/>
            </a:endParaRPr>
          </a:p>
          <a:p>
            <a:pPr marL="228600" marR="0" lvl="1" indent="-177800" algn="l" defTabSz="914400" rtl="0" eaLnBrk="1" fontAlgn="auto" latinLnBrk="0" hangingPunct="1">
              <a:lnSpc>
                <a:spcPct val="100000"/>
              </a:lnSpc>
              <a:spcBef>
                <a:spcPts val="300"/>
              </a:spcBef>
              <a:spcAft>
                <a:spcPts val="300"/>
              </a:spcAft>
              <a:buClr>
                <a:srgbClr val="F6F6F6"/>
              </a:buClr>
              <a:buSzPct val="100000"/>
              <a:buFont typeface="Arial" panose="020B0604020202020204" pitchFamily="34" charset="0"/>
              <a:buChar char="•"/>
              <a:tabLst/>
              <a:defRPr/>
            </a:pPr>
            <a:endParaRPr kumimoji="0" lang="en-US" sz="13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sym typeface="Arial"/>
            </a:endParaRPr>
          </a:p>
        </p:txBody>
      </p:sp>
      <p:sp>
        <p:nvSpPr>
          <p:cNvPr id="18" name="Establish maintenance as essential to advancing overall survival outcomes in patients with AML">
            <a:extLst>
              <a:ext uri="{FF2B5EF4-FFF2-40B4-BE49-F238E27FC236}">
                <a16:creationId xmlns:a16="http://schemas.microsoft.com/office/drawing/2014/main" id="{015E4426-01E2-06D1-200D-E5E3C15BB6F5}"/>
              </a:ext>
            </a:extLst>
          </p:cNvPr>
          <p:cNvSpPr txBox="1"/>
          <p:nvPr/>
        </p:nvSpPr>
        <p:spPr>
          <a:xfrm>
            <a:off x="4906614" y="2841995"/>
            <a:ext cx="3081685" cy="3157126"/>
          </a:xfrm>
          <a:prstGeom prst="rect">
            <a:avLst/>
          </a:prstGeom>
          <a:noFill/>
          <a:ln w="19050" cap="flat">
            <a:noFill/>
            <a:prstDash val="solid"/>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t">
            <a:noAutofit/>
          </a:bodyPr>
          <a:lstStyle/>
          <a:p>
            <a:pPr marL="228600" marR="0" lvl="0" indent="-177800" algn="l" defTabSz="914400" rtl="0" eaLnBrk="1" fontAlgn="auto" latinLnBrk="0" hangingPunct="1">
              <a:lnSpc>
                <a:spcPct val="100000"/>
              </a:lnSpc>
              <a:spcBef>
                <a:spcPts val="300"/>
              </a:spcBef>
              <a:spcAft>
                <a:spcPts val="300"/>
              </a:spcAft>
              <a:buClrTx/>
              <a:buSzTx/>
              <a:buFont typeface="Arial" panose="020B0604020202020204" pitchFamily="34" charset="0"/>
              <a:buChar char="•"/>
              <a:tabLst/>
              <a:defRPr/>
            </a:pPr>
            <a:r>
              <a:rPr kumimoji="0" lang="en-US" sz="13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sym typeface="Arial"/>
              </a:rPr>
              <a:t>Elevate awareness that malignant </a:t>
            </a:r>
            <a:r>
              <a:rPr kumimoji="0" lang="en-US" sz="1300" b="0" i="0" u="none" strike="noStrike" kern="0" cap="none" spc="0" normalizeH="0" baseline="0" noProof="0" dirty="0" err="1">
                <a:ln>
                  <a:noFill/>
                </a:ln>
                <a:solidFill>
                  <a:srgbClr val="000000"/>
                </a:solidFill>
                <a:effectLst/>
                <a:uLnTx/>
                <a:uFillTx/>
                <a:latin typeface="Arial" panose="020B0604020202020204" pitchFamily="34" charset="0"/>
                <a:ea typeface="+mn-ea"/>
                <a:cs typeface="Arial" panose="020B0604020202020204" pitchFamily="34" charset="0"/>
                <a:sym typeface="Arial"/>
              </a:rPr>
              <a:t>PEComa</a:t>
            </a:r>
            <a:r>
              <a:rPr kumimoji="0" lang="en-US" sz="13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sym typeface="Arial"/>
              </a:rPr>
              <a:t> is frequently misdiagnosed, particularly in community and non-specialist settings, potentially delaying appropriate treatment</a:t>
            </a:r>
          </a:p>
          <a:p>
            <a:pPr marL="228600" marR="0" lvl="0" indent="-177800" algn="l" defTabSz="914400" rtl="0" eaLnBrk="1" fontAlgn="auto" latinLnBrk="0" hangingPunct="1">
              <a:lnSpc>
                <a:spcPct val="100000"/>
              </a:lnSpc>
              <a:spcBef>
                <a:spcPts val="300"/>
              </a:spcBef>
              <a:spcAft>
                <a:spcPts val="300"/>
              </a:spcAft>
              <a:buClrTx/>
              <a:buSzTx/>
              <a:buFont typeface="Arial" panose="020B0604020202020204" pitchFamily="34" charset="0"/>
              <a:buChar char="•"/>
              <a:tabLst/>
              <a:defRPr/>
            </a:pPr>
            <a:r>
              <a:rPr kumimoji="0" lang="en-US" sz="13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sym typeface="Arial"/>
              </a:rPr>
              <a:t>Activate upstream stakeholders, including surgical oncologists and pathologists, to support early and accurate diagnosis and increase patient flow into the funnel</a:t>
            </a:r>
          </a:p>
          <a:p>
            <a:pPr marL="228600" marR="0" lvl="0" indent="-177800" algn="l" defTabSz="914400" rtl="0" eaLnBrk="1" fontAlgn="auto" latinLnBrk="0" hangingPunct="1">
              <a:lnSpc>
                <a:spcPct val="100000"/>
              </a:lnSpc>
              <a:spcBef>
                <a:spcPts val="300"/>
              </a:spcBef>
              <a:spcAft>
                <a:spcPts val="300"/>
              </a:spcAft>
              <a:buClrTx/>
              <a:buSzTx/>
              <a:buFont typeface="Arial" panose="020B0604020202020204" pitchFamily="34" charset="0"/>
              <a:buChar char="•"/>
              <a:tabLst/>
              <a:defRPr/>
            </a:pPr>
            <a:r>
              <a:rPr kumimoji="0" lang="en-US" sz="13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sym typeface="Arial"/>
              </a:rPr>
              <a:t>Sustain partnerships with patient advocacy groups to support patients and families navigating malignant </a:t>
            </a:r>
            <a:r>
              <a:rPr kumimoji="0" lang="en-US" sz="1300" b="0" i="0" u="none" strike="noStrike" kern="0" cap="none" spc="0" normalizeH="0" baseline="0" noProof="0" dirty="0" err="1">
                <a:ln>
                  <a:noFill/>
                </a:ln>
                <a:solidFill>
                  <a:srgbClr val="000000"/>
                </a:solidFill>
                <a:effectLst/>
                <a:uLnTx/>
                <a:uFillTx/>
                <a:latin typeface="Arial" panose="020B0604020202020204" pitchFamily="34" charset="0"/>
                <a:ea typeface="+mn-ea"/>
                <a:cs typeface="Arial" panose="020B0604020202020204" pitchFamily="34" charset="0"/>
                <a:sym typeface="Arial"/>
              </a:rPr>
              <a:t>PEComa</a:t>
            </a:r>
            <a:r>
              <a:rPr kumimoji="0" lang="en-US" sz="13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sym typeface="Arial"/>
              </a:rPr>
              <a:t> diagnosis and treatment</a:t>
            </a:r>
          </a:p>
          <a:p>
            <a:pPr marL="284146" marR="0" lvl="1" indent="-228600" algn="l" defTabSz="914400" rtl="0" eaLnBrk="1" fontAlgn="auto" latinLnBrk="0" hangingPunct="1">
              <a:lnSpc>
                <a:spcPct val="100000"/>
              </a:lnSpc>
              <a:spcBef>
                <a:spcPts val="300"/>
              </a:spcBef>
              <a:spcAft>
                <a:spcPts val="300"/>
              </a:spcAft>
              <a:buClr>
                <a:srgbClr val="E1E1E1"/>
              </a:buClr>
              <a:buSzPct val="100000"/>
              <a:buFont typeface="+mj-lt"/>
              <a:buAutoNum type="arabicPeriod"/>
              <a:tabLst/>
              <a:defRPr/>
            </a:pPr>
            <a:endParaRPr kumimoji="0" lang="en-US" sz="13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sym typeface="Arial"/>
            </a:endParaRPr>
          </a:p>
        </p:txBody>
      </p:sp>
      <p:sp>
        <p:nvSpPr>
          <p:cNvPr id="19" name="Establish maintenance as essential to advancing overall survival outcomes in patients with AML">
            <a:extLst>
              <a:ext uri="{FF2B5EF4-FFF2-40B4-BE49-F238E27FC236}">
                <a16:creationId xmlns:a16="http://schemas.microsoft.com/office/drawing/2014/main" id="{8E8034AB-812D-F8AA-BC59-1F17E82241CB}"/>
              </a:ext>
            </a:extLst>
          </p:cNvPr>
          <p:cNvSpPr txBox="1"/>
          <p:nvPr/>
        </p:nvSpPr>
        <p:spPr>
          <a:xfrm>
            <a:off x="8571858" y="2841995"/>
            <a:ext cx="2934342" cy="3157126"/>
          </a:xfrm>
          <a:prstGeom prst="rect">
            <a:avLst/>
          </a:prstGeom>
          <a:noFill/>
          <a:ln w="19050" cap="flat">
            <a:noFill/>
            <a:prstDash val="solid"/>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t">
            <a:noAutofit/>
          </a:bodyPr>
          <a:lstStyle/>
          <a:p>
            <a:pPr marL="228600" marR="0" lvl="0" indent="-177800" algn="l" defTabSz="914400" rtl="0" eaLnBrk="1" fontAlgn="auto" latinLnBrk="0" hangingPunct="1">
              <a:lnSpc>
                <a:spcPct val="100000"/>
              </a:lnSpc>
              <a:spcBef>
                <a:spcPts val="300"/>
              </a:spcBef>
              <a:spcAft>
                <a:spcPts val="300"/>
              </a:spcAft>
              <a:buClrTx/>
              <a:buSzTx/>
              <a:buFont typeface="Arial" panose="020B0604020202020204" pitchFamily="34" charset="0"/>
              <a:buChar char="•"/>
              <a:tabLst/>
              <a:defRPr/>
            </a:pPr>
            <a:r>
              <a:rPr kumimoji="0" lang="en-US" sz="13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sym typeface="Arial"/>
              </a:rPr>
              <a:t>Reinforce clear expectations and proactive therapy management to support sustained treatment duration</a:t>
            </a:r>
          </a:p>
          <a:p>
            <a:pPr marL="228600" marR="0" lvl="0" indent="-177800" algn="l" defTabSz="914400" rtl="0" eaLnBrk="1" fontAlgn="auto" latinLnBrk="0" hangingPunct="1">
              <a:lnSpc>
                <a:spcPct val="100000"/>
              </a:lnSpc>
              <a:spcBef>
                <a:spcPts val="300"/>
              </a:spcBef>
              <a:spcAft>
                <a:spcPts val="300"/>
              </a:spcAft>
              <a:buClrTx/>
              <a:buSzTx/>
              <a:buFont typeface="Arial" panose="020B0604020202020204" pitchFamily="34" charset="0"/>
              <a:buChar char="•"/>
              <a:tabLst/>
              <a:defRPr/>
            </a:pPr>
            <a:r>
              <a:rPr kumimoji="0" lang="en-US" sz="13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sym typeface="Arial"/>
              </a:rPr>
              <a:t>Align multidisciplinary care teams, including oncologists, nurses, and pharmacists, to optimize patient retention</a:t>
            </a:r>
          </a:p>
          <a:p>
            <a:pPr marL="228600" marR="0" lvl="0" indent="-177800" algn="l" defTabSz="914400" rtl="0" eaLnBrk="1" fontAlgn="auto" latinLnBrk="0" hangingPunct="1">
              <a:lnSpc>
                <a:spcPct val="100000"/>
              </a:lnSpc>
              <a:spcBef>
                <a:spcPts val="300"/>
              </a:spcBef>
              <a:spcAft>
                <a:spcPts val="300"/>
              </a:spcAft>
              <a:buClrTx/>
              <a:buSzTx/>
              <a:buFont typeface="Arial" panose="020B0604020202020204" pitchFamily="34" charset="0"/>
              <a:buChar char="•"/>
              <a:tabLst/>
              <a:defRPr/>
            </a:pPr>
            <a:r>
              <a:rPr kumimoji="0" lang="en-US" sz="13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sym typeface="Arial"/>
              </a:rPr>
              <a:t>Maintain seamless access and support to enable timely initiation and continuity of therapy</a:t>
            </a:r>
          </a:p>
          <a:p>
            <a:pPr marL="0" marR="0" lvl="0" indent="0" algn="l" defTabSz="914400" rtl="0" eaLnBrk="1" fontAlgn="auto" latinLnBrk="0" hangingPunct="1">
              <a:lnSpc>
                <a:spcPct val="100000"/>
              </a:lnSpc>
              <a:spcBef>
                <a:spcPts val="0"/>
              </a:spcBef>
              <a:spcAft>
                <a:spcPts val="0"/>
              </a:spcAft>
              <a:buClr>
                <a:srgbClr val="848484"/>
              </a:buClr>
              <a:buSzTx/>
              <a:buFontTx/>
              <a:buNone/>
              <a:tabLst/>
              <a:defRPr/>
            </a:pPr>
            <a:endParaRPr kumimoji="0" lang="en-US" sz="13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sym typeface="Arial"/>
            </a:endParaRPr>
          </a:p>
        </p:txBody>
      </p:sp>
      <p:sp>
        <p:nvSpPr>
          <p:cNvPr id="20" name="TextBox 19">
            <a:extLst>
              <a:ext uri="{FF2B5EF4-FFF2-40B4-BE49-F238E27FC236}">
                <a16:creationId xmlns:a16="http://schemas.microsoft.com/office/drawing/2014/main" id="{A33A8368-6A6B-D584-BB49-CF85EC24957F}"/>
              </a:ext>
            </a:extLst>
          </p:cNvPr>
          <p:cNvSpPr txBox="1"/>
          <p:nvPr/>
        </p:nvSpPr>
        <p:spPr>
          <a:xfrm rot="16200000">
            <a:off x="-742108" y="4141483"/>
            <a:ext cx="2185850"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Century Gothic" panose="020B0502020202020204" pitchFamily="34" charset="0"/>
                <a:ea typeface="+mn-ea"/>
                <a:cs typeface="Arial" panose="020B0604020202020204" pitchFamily="34" charset="0"/>
                <a:sym typeface="Arial"/>
              </a:rPr>
              <a:t>Tactical Objectives</a:t>
            </a:r>
          </a:p>
        </p:txBody>
      </p:sp>
      <p:cxnSp>
        <p:nvCxnSpPr>
          <p:cNvPr id="21" name="Straight Connector 20">
            <a:extLst>
              <a:ext uri="{FF2B5EF4-FFF2-40B4-BE49-F238E27FC236}">
                <a16:creationId xmlns:a16="http://schemas.microsoft.com/office/drawing/2014/main" id="{5884972A-380C-AFCC-076F-4DEEC0152F85}"/>
              </a:ext>
            </a:extLst>
          </p:cNvPr>
          <p:cNvCxnSpPr>
            <a:cxnSpLocks/>
          </p:cNvCxnSpPr>
          <p:nvPr/>
        </p:nvCxnSpPr>
        <p:spPr>
          <a:xfrm>
            <a:off x="4676829" y="2841994"/>
            <a:ext cx="0" cy="2937533"/>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6DBAD648-159E-1CB3-69FB-DD1C81445703}"/>
              </a:ext>
            </a:extLst>
          </p:cNvPr>
          <p:cNvCxnSpPr>
            <a:cxnSpLocks/>
          </p:cNvCxnSpPr>
          <p:nvPr/>
        </p:nvCxnSpPr>
        <p:spPr>
          <a:xfrm>
            <a:off x="8320781" y="2841994"/>
            <a:ext cx="0" cy="2937533"/>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C7A87F01-D1F9-2391-0740-DF71EEAC0C41}"/>
              </a:ext>
            </a:extLst>
          </p:cNvPr>
          <p:cNvCxnSpPr>
            <a:cxnSpLocks/>
          </p:cNvCxnSpPr>
          <p:nvPr/>
        </p:nvCxnSpPr>
        <p:spPr>
          <a:xfrm>
            <a:off x="746274" y="2841994"/>
            <a:ext cx="0" cy="2937533"/>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8E370C22-B5E5-E93B-6CE4-822D4194F3E1}"/>
              </a:ext>
            </a:extLst>
          </p:cNvPr>
          <p:cNvSpPr txBox="1"/>
          <p:nvPr/>
        </p:nvSpPr>
        <p:spPr>
          <a:xfrm>
            <a:off x="612069" y="6453646"/>
            <a:ext cx="6449961" cy="3693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lvl="0" indent="0" algn="l" defTabSz="913852"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sym typeface="+mn-lt"/>
              </a:rPr>
              <a:t>*FYARRO is an mTOR inhibitor indicated for the treatment of adult patients with locally advanced unresectable or metastatic </a:t>
            </a:r>
            <a:br>
              <a:rPr kumimoji="0" lang="en-US" sz="9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sym typeface="+mn-lt"/>
              </a:rPr>
            </a:br>
            <a:r>
              <a:rPr kumimoji="0" lang="en-US" sz="9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sym typeface="+mn-lt"/>
              </a:rPr>
              <a:t> malignant perivascular epithelioid cell tumor (PEComa) </a:t>
            </a:r>
          </a:p>
        </p:txBody>
      </p:sp>
    </p:spTree>
    <p:extLst>
      <p:ext uri="{BB962C8B-B14F-4D97-AF65-F5344CB8AC3E}">
        <p14:creationId xmlns:p14="http://schemas.microsoft.com/office/powerpoint/2010/main" val="41436231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B620F6-3EC4-7FFC-7F5F-FBB936AC58C0}"/>
              </a:ext>
            </a:extLst>
          </p:cNvPr>
          <p:cNvSpPr>
            <a:spLocks noGrp="1"/>
          </p:cNvSpPr>
          <p:nvPr>
            <p:ph type="title"/>
          </p:nvPr>
        </p:nvSpPr>
        <p:spPr/>
        <p:txBody>
          <a:bodyPr/>
          <a:lstStyle/>
          <a:p>
            <a:r>
              <a:rPr lang="en-US" dirty="0"/>
              <a:t>Delivering on the strategy</a:t>
            </a:r>
          </a:p>
        </p:txBody>
      </p:sp>
      <p:sp>
        <p:nvSpPr>
          <p:cNvPr id="3" name="Slide Number Placeholder 2">
            <a:extLst>
              <a:ext uri="{FF2B5EF4-FFF2-40B4-BE49-F238E27FC236}">
                <a16:creationId xmlns:a16="http://schemas.microsoft.com/office/drawing/2014/main" id="{ECE78D7C-A6CB-1F04-770A-15385A8E2EB4}"/>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2B143D1D-9801-49CA-88C0-178C03B6937F}" type="slidenum">
              <a:rPr kumimoji="0" lang="en-US" sz="900" b="0" i="0" u="none" strike="noStrike" kern="1200" cap="none" spc="0" normalizeH="0" baseline="0" noProof="0" smtClean="0">
                <a:ln>
                  <a:noFill/>
                </a:ln>
                <a:solidFill>
                  <a:srgbClr val="2C4D75"/>
                </a:solidFill>
                <a:effectLst/>
                <a:uLnTx/>
                <a:uFillTx/>
                <a:latin typeface="Arial" panose="020B06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13</a:t>
            </a:fld>
            <a:endParaRPr kumimoji="0" lang="en-US" sz="900" b="0" i="0" u="none" strike="noStrike" kern="1200" cap="none" spc="0" normalizeH="0" baseline="0" noProof="0" dirty="0">
              <a:ln>
                <a:noFill/>
              </a:ln>
              <a:solidFill>
                <a:srgbClr val="2C4D75"/>
              </a:solidFill>
              <a:effectLst/>
              <a:uLnTx/>
              <a:uFillTx/>
              <a:latin typeface="Arial" panose="020B0604020202020204"/>
              <a:ea typeface="+mn-ea"/>
              <a:cs typeface="+mn-cs"/>
            </a:endParaRPr>
          </a:p>
        </p:txBody>
      </p:sp>
      <p:graphicFrame>
        <p:nvGraphicFramePr>
          <p:cNvPr id="13" name="Content Placeholder 12">
            <a:extLst>
              <a:ext uri="{FF2B5EF4-FFF2-40B4-BE49-F238E27FC236}">
                <a16:creationId xmlns:a16="http://schemas.microsoft.com/office/drawing/2014/main" id="{B1287057-0DBE-7DF2-70FF-0EBEA7F01B25}"/>
              </a:ext>
            </a:extLst>
          </p:cNvPr>
          <p:cNvGraphicFramePr>
            <a:graphicFrameLocks noGrp="1"/>
          </p:cNvGraphicFramePr>
          <p:nvPr>
            <p:ph idx="1"/>
          </p:nvPr>
        </p:nvGraphicFramePr>
        <p:xfrm>
          <a:off x="347472" y="1280160"/>
          <a:ext cx="11460020" cy="508190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561013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3D8C3E-2FED-BCED-F653-3454722AC3B1}"/>
              </a:ext>
            </a:extLst>
          </p:cNvPr>
          <p:cNvSpPr>
            <a:spLocks noGrp="1"/>
          </p:cNvSpPr>
          <p:nvPr>
            <p:ph type="title"/>
          </p:nvPr>
        </p:nvSpPr>
        <p:spPr/>
        <p:txBody>
          <a:bodyPr/>
          <a:lstStyle/>
          <a:p>
            <a:r>
              <a:rPr lang="en-US" dirty="0"/>
              <a:t>Q1 tactical execution to pull-through strategy to key audiences</a:t>
            </a:r>
          </a:p>
        </p:txBody>
      </p:sp>
      <p:sp>
        <p:nvSpPr>
          <p:cNvPr id="3" name="Slide Number Placeholder 2">
            <a:extLst>
              <a:ext uri="{FF2B5EF4-FFF2-40B4-BE49-F238E27FC236}">
                <a16:creationId xmlns:a16="http://schemas.microsoft.com/office/drawing/2014/main" id="{838EEE1B-FEA0-946B-AC5E-2034743865D4}"/>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2B143D1D-9801-49CA-88C0-178C03B6937F}" type="slidenum">
              <a:rPr kumimoji="0" lang="en-US" sz="900" b="0" i="0" u="none" strike="noStrike" kern="1200" cap="none" spc="0" normalizeH="0" baseline="0" noProof="0" smtClean="0">
                <a:ln>
                  <a:noFill/>
                </a:ln>
                <a:solidFill>
                  <a:srgbClr val="2C4D75"/>
                </a:solidFill>
                <a:effectLst/>
                <a:uLnTx/>
                <a:uFillTx/>
                <a:latin typeface="Arial" panose="020B06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14</a:t>
            </a:fld>
            <a:endParaRPr kumimoji="0" lang="en-US" sz="900" b="0" i="0" u="none" strike="noStrike" kern="1200" cap="none" spc="0" normalizeH="0" baseline="0" noProof="0" dirty="0">
              <a:ln>
                <a:noFill/>
              </a:ln>
              <a:solidFill>
                <a:srgbClr val="2C4D75"/>
              </a:solidFill>
              <a:effectLst/>
              <a:uLnTx/>
              <a:uFillTx/>
              <a:latin typeface="Arial" panose="020B0604020202020204"/>
              <a:ea typeface="+mn-ea"/>
              <a:cs typeface="+mn-cs"/>
            </a:endParaRPr>
          </a:p>
        </p:txBody>
      </p:sp>
      <p:grpSp>
        <p:nvGrpSpPr>
          <p:cNvPr id="5" name="Group 4">
            <a:extLst>
              <a:ext uri="{FF2B5EF4-FFF2-40B4-BE49-F238E27FC236}">
                <a16:creationId xmlns:a16="http://schemas.microsoft.com/office/drawing/2014/main" id="{B84191AA-EDA6-CF94-D111-E64AD342DCA7}"/>
              </a:ext>
            </a:extLst>
          </p:cNvPr>
          <p:cNvGrpSpPr/>
          <p:nvPr/>
        </p:nvGrpSpPr>
        <p:grpSpPr>
          <a:xfrm>
            <a:off x="462406" y="1070463"/>
            <a:ext cx="5355885" cy="5174550"/>
            <a:chOff x="318609" y="1257919"/>
            <a:chExt cx="5355885" cy="5174550"/>
          </a:xfrm>
        </p:grpSpPr>
        <p:sp>
          <p:nvSpPr>
            <p:cNvPr id="6" name="Round Single Corner Rectangle 4">
              <a:extLst>
                <a:ext uri="{FF2B5EF4-FFF2-40B4-BE49-F238E27FC236}">
                  <a16:creationId xmlns:a16="http://schemas.microsoft.com/office/drawing/2014/main" id="{C11CADD5-CF0A-38BA-72F7-C5C6DC701572}"/>
                </a:ext>
              </a:extLst>
            </p:cNvPr>
            <p:cNvSpPr/>
            <p:nvPr/>
          </p:nvSpPr>
          <p:spPr>
            <a:xfrm flipH="1">
              <a:off x="318609" y="1264416"/>
              <a:ext cx="5355885" cy="5168053"/>
            </a:xfrm>
            <a:prstGeom prst="round1Rect">
              <a:avLst>
                <a:gd name="adj" fmla="val 8646"/>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Franklin Gothic Book" panose="020B0503020102020204"/>
                <a:ea typeface="+mn-ea"/>
                <a:cs typeface="+mn-cs"/>
              </a:endParaRPr>
            </a:p>
          </p:txBody>
        </p:sp>
        <p:sp>
          <p:nvSpPr>
            <p:cNvPr id="7" name="TextBox 6">
              <a:extLst>
                <a:ext uri="{FF2B5EF4-FFF2-40B4-BE49-F238E27FC236}">
                  <a16:creationId xmlns:a16="http://schemas.microsoft.com/office/drawing/2014/main" id="{696B266E-2C6B-143D-30FB-0C46BE25F28D}"/>
                </a:ext>
              </a:extLst>
            </p:cNvPr>
            <p:cNvSpPr txBox="1"/>
            <p:nvPr/>
          </p:nvSpPr>
          <p:spPr>
            <a:xfrm>
              <a:off x="676553" y="1257919"/>
              <a:ext cx="4814272" cy="400110"/>
            </a:xfrm>
            <a:prstGeom prst="rect">
              <a:avLst/>
            </a:prstGeom>
            <a:noFill/>
          </p:spPr>
          <p:txBody>
            <a:bodyPr wrap="square" lIns="91440" tIns="91440" rIns="91440" bIns="91440">
              <a:spAutoFit/>
            </a:bodyPr>
            <a:lstStyle/>
            <a:p>
              <a:pPr marL="0" marR="0" lvl="0" indent="0" algn="ctr" defTabSz="914377" rtl="0" eaLnBrk="1" fontAlgn="auto" latinLnBrk="0" hangingPunct="1">
                <a:lnSpc>
                  <a:spcPct val="100000"/>
                </a:lnSpc>
                <a:spcBef>
                  <a:spcPts val="0"/>
                </a:spcBef>
                <a:spcAft>
                  <a:spcPts val="1800"/>
                </a:spcAft>
                <a:buClrTx/>
                <a:buSzPct val="100000"/>
                <a:buFont typeface="Trebuchet MS" panose="020B0603020202020204" pitchFamily="34" charset="0"/>
                <a:buChar char="​"/>
                <a:tabLst/>
                <a:defRPr/>
              </a:pPr>
              <a:r>
                <a:rPr kumimoji="0" lang="en-US" sz="1400" b="0" i="0" u="none" strike="noStrike" kern="1200" cap="none" spc="0" normalizeH="0" baseline="0" noProof="0" dirty="0">
                  <a:ln>
                    <a:noFill/>
                  </a:ln>
                  <a:solidFill>
                    <a:srgbClr val="000000">
                      <a:lumMod val="50000"/>
                      <a:lumOff val="50000"/>
                    </a:srgbClr>
                  </a:solidFill>
                  <a:effectLst/>
                  <a:uLnTx/>
                  <a:uFillTx/>
                  <a:latin typeface="Franklin Gothic Medium" panose="020B0603020102020204"/>
                  <a:ea typeface="+mn-ea"/>
                  <a:cs typeface="Arial"/>
                  <a:sym typeface="Arial"/>
                </a:rPr>
                <a:t>HCP PROMOTION</a:t>
              </a:r>
            </a:p>
          </p:txBody>
        </p:sp>
        <p:pic>
          <p:nvPicPr>
            <p:cNvPr id="8" name="Picture 7" descr="A poster of a diver&#10;&#10;AI-generated content may be incorrect.">
              <a:extLst>
                <a:ext uri="{FF2B5EF4-FFF2-40B4-BE49-F238E27FC236}">
                  <a16:creationId xmlns:a16="http://schemas.microsoft.com/office/drawing/2014/main" id="{B2F87A70-9B6D-F74F-59AE-09D441975E71}"/>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3009451" y="1940462"/>
              <a:ext cx="1960003" cy="1295273"/>
            </a:xfrm>
            <a:prstGeom prst="rect">
              <a:avLst/>
            </a:prstGeom>
          </p:spPr>
        </p:pic>
        <p:pic>
          <p:nvPicPr>
            <p:cNvPr id="10" name="Picture 9">
              <a:extLst>
                <a:ext uri="{FF2B5EF4-FFF2-40B4-BE49-F238E27FC236}">
                  <a16:creationId xmlns:a16="http://schemas.microsoft.com/office/drawing/2014/main" id="{0BC8E265-60C5-5203-A259-BB6D3253FEF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17548" y="1919400"/>
              <a:ext cx="1960004" cy="1316056"/>
            </a:xfrm>
            <a:prstGeom prst="rect">
              <a:avLst/>
            </a:prstGeom>
          </p:spPr>
        </p:pic>
        <p:pic>
          <p:nvPicPr>
            <p:cNvPr id="11" name="Picture 10">
              <a:extLst>
                <a:ext uri="{FF2B5EF4-FFF2-40B4-BE49-F238E27FC236}">
                  <a16:creationId xmlns:a16="http://schemas.microsoft.com/office/drawing/2014/main" id="{5EAA67A6-BEE1-3791-7A11-088E322A388C}"/>
                </a:ext>
              </a:extLst>
            </p:cNvPr>
            <p:cNvPicPr>
              <a:picLocks noChangeAspect="1"/>
            </p:cNvPicPr>
            <p:nvPr/>
          </p:nvPicPr>
          <p:blipFill>
            <a:blip r:embed="rId4">
              <a:extLst>
                <a:ext uri="{28A0092B-C50C-407E-A947-70E740481C1C}">
                  <a14:useLocalDpi xmlns:a14="http://schemas.microsoft.com/office/drawing/2010/main" val="0"/>
                </a:ext>
              </a:extLst>
            </a:blip>
            <a:srcRect t="3348"/>
            <a:stretch>
              <a:fillRect/>
            </a:stretch>
          </p:blipFill>
          <p:spPr>
            <a:xfrm>
              <a:off x="3379380" y="3491927"/>
              <a:ext cx="1319756" cy="1239938"/>
            </a:xfrm>
            <a:prstGeom prst="rect">
              <a:avLst/>
            </a:prstGeom>
          </p:spPr>
        </p:pic>
      </p:grpSp>
      <p:sp>
        <p:nvSpPr>
          <p:cNvPr id="12" name="Round Single Corner Rectangle 18">
            <a:extLst>
              <a:ext uri="{FF2B5EF4-FFF2-40B4-BE49-F238E27FC236}">
                <a16:creationId xmlns:a16="http://schemas.microsoft.com/office/drawing/2014/main" id="{A9B6EA2F-0FD4-F1C9-381A-C64A8F9DD9CD}"/>
              </a:ext>
            </a:extLst>
          </p:cNvPr>
          <p:cNvSpPr>
            <a:spLocks noGrp="1"/>
          </p:cNvSpPr>
          <p:nvPr>
            <p:ph idx="1"/>
          </p:nvPr>
        </p:nvSpPr>
        <p:spPr>
          <a:xfrm>
            <a:off x="5892799" y="1076960"/>
            <a:ext cx="5915025" cy="5168053"/>
          </a:xfrm>
          <a:prstGeom prst="round1Rect">
            <a:avLst>
              <a:gd name="adj" fmla="val 9715"/>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pic>
        <p:nvPicPr>
          <p:cNvPr id="13" name="Picture 12">
            <a:extLst>
              <a:ext uri="{FF2B5EF4-FFF2-40B4-BE49-F238E27FC236}">
                <a16:creationId xmlns:a16="http://schemas.microsoft.com/office/drawing/2014/main" id="{2408D856-9D41-2265-EB0F-82D1B531F33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61345" y="3372764"/>
            <a:ext cx="1890228" cy="954086"/>
          </a:xfrm>
          <a:prstGeom prst="rect">
            <a:avLst/>
          </a:prstGeom>
        </p:spPr>
      </p:pic>
      <p:pic>
        <p:nvPicPr>
          <p:cNvPr id="14" name="Picture 13">
            <a:extLst>
              <a:ext uri="{FF2B5EF4-FFF2-40B4-BE49-F238E27FC236}">
                <a16:creationId xmlns:a16="http://schemas.microsoft.com/office/drawing/2014/main" id="{E3A8ACE2-73AC-695B-479B-2724BFC0924C}"/>
              </a:ext>
            </a:extLst>
          </p:cNvPr>
          <p:cNvPicPr>
            <a:picLocks noChangeAspect="1"/>
          </p:cNvPicPr>
          <p:nvPr/>
        </p:nvPicPr>
        <p:blipFill>
          <a:blip r:embed="rId6">
            <a:extLst>
              <a:ext uri="{28A0092B-C50C-407E-A947-70E740481C1C}">
                <a14:useLocalDpi xmlns:a14="http://schemas.microsoft.com/office/drawing/2010/main" val="0"/>
              </a:ext>
            </a:extLst>
          </a:blip>
          <a:srcRect t="22560"/>
          <a:stretch>
            <a:fillRect/>
          </a:stretch>
        </p:blipFill>
        <p:spPr>
          <a:xfrm>
            <a:off x="642353" y="4386599"/>
            <a:ext cx="2528212" cy="315621"/>
          </a:xfrm>
          <a:prstGeom prst="rect">
            <a:avLst/>
          </a:prstGeom>
        </p:spPr>
      </p:pic>
      <p:pic>
        <p:nvPicPr>
          <p:cNvPr id="15" name="Picture 14">
            <a:extLst>
              <a:ext uri="{FF2B5EF4-FFF2-40B4-BE49-F238E27FC236}">
                <a16:creationId xmlns:a16="http://schemas.microsoft.com/office/drawing/2014/main" id="{B76C1851-DAAF-0821-3E33-F43324085B30}"/>
              </a:ext>
            </a:extLst>
          </p:cNvPr>
          <p:cNvPicPr>
            <a:picLocks noChangeAspect="1"/>
          </p:cNvPicPr>
          <p:nvPr/>
        </p:nvPicPr>
        <p:blipFill>
          <a:blip r:embed="rId7">
            <a:extLst>
              <a:ext uri="{28A0092B-C50C-407E-A947-70E740481C1C}">
                <a14:useLocalDpi xmlns:a14="http://schemas.microsoft.com/office/drawing/2010/main" val="0"/>
              </a:ext>
            </a:extLst>
          </a:blip>
          <a:srcRect t="6673"/>
          <a:stretch>
            <a:fillRect/>
          </a:stretch>
        </p:blipFill>
        <p:spPr>
          <a:xfrm>
            <a:off x="1876723" y="5197071"/>
            <a:ext cx="2696029" cy="840508"/>
          </a:xfrm>
          <a:prstGeom prst="rect">
            <a:avLst/>
          </a:prstGeom>
        </p:spPr>
      </p:pic>
      <p:sp>
        <p:nvSpPr>
          <p:cNvPr id="16" name="TextBox 15">
            <a:extLst>
              <a:ext uri="{FF2B5EF4-FFF2-40B4-BE49-F238E27FC236}">
                <a16:creationId xmlns:a16="http://schemas.microsoft.com/office/drawing/2014/main" id="{4F309E3B-239D-F022-AB37-F69C5C746DA8}"/>
              </a:ext>
            </a:extLst>
          </p:cNvPr>
          <p:cNvSpPr txBox="1"/>
          <p:nvPr/>
        </p:nvSpPr>
        <p:spPr>
          <a:xfrm>
            <a:off x="1144693" y="3030005"/>
            <a:ext cx="1632373" cy="2154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lvl="0" indent="0" algn="l" defTabSz="914400" rtl="0" eaLnBrk="1" fontAlgn="auto" latinLnBrk="0" hangingPunct="0">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Arial"/>
                <a:ea typeface="Arial"/>
                <a:cs typeface="Arial"/>
                <a:sym typeface="Arial"/>
              </a:rPr>
              <a:t>Core Visual Aid (Print &amp; Digital)</a:t>
            </a:r>
          </a:p>
        </p:txBody>
      </p:sp>
      <p:sp>
        <p:nvSpPr>
          <p:cNvPr id="17" name="TextBox 16">
            <a:extLst>
              <a:ext uri="{FF2B5EF4-FFF2-40B4-BE49-F238E27FC236}">
                <a16:creationId xmlns:a16="http://schemas.microsoft.com/office/drawing/2014/main" id="{22E1D854-7C8C-FAA8-07CD-9400CEF5E283}"/>
              </a:ext>
            </a:extLst>
          </p:cNvPr>
          <p:cNvSpPr txBox="1"/>
          <p:nvPr/>
        </p:nvSpPr>
        <p:spPr>
          <a:xfrm>
            <a:off x="3366868" y="3032641"/>
            <a:ext cx="1632373" cy="2154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lvl="0" indent="0" algn="l" defTabSz="914400" rtl="0" eaLnBrk="1" fontAlgn="auto" latinLnBrk="0" hangingPunct="0">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Arial"/>
                <a:ea typeface="Arial"/>
                <a:cs typeface="Arial"/>
                <a:sym typeface="Arial"/>
              </a:rPr>
              <a:t>Treatment Guide (Print &amp; Digital)</a:t>
            </a:r>
          </a:p>
        </p:txBody>
      </p:sp>
      <p:sp>
        <p:nvSpPr>
          <p:cNvPr id="18" name="TextBox 17">
            <a:extLst>
              <a:ext uri="{FF2B5EF4-FFF2-40B4-BE49-F238E27FC236}">
                <a16:creationId xmlns:a16="http://schemas.microsoft.com/office/drawing/2014/main" id="{C030E479-5D50-6437-0A20-91D78ABD5A1E}"/>
              </a:ext>
            </a:extLst>
          </p:cNvPr>
          <p:cNvSpPr txBox="1"/>
          <p:nvPr/>
        </p:nvSpPr>
        <p:spPr>
          <a:xfrm>
            <a:off x="961345" y="4729340"/>
            <a:ext cx="2021101" cy="2154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lvl="0" indent="0" algn="l" defTabSz="914400" rtl="0" eaLnBrk="1" fontAlgn="auto" latinLnBrk="0" hangingPunct="0">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Arial"/>
                <a:ea typeface="Arial"/>
                <a:cs typeface="Arial"/>
                <a:sym typeface="Arial"/>
              </a:rPr>
              <a:t>Gyn-</a:t>
            </a:r>
            <a:r>
              <a:rPr kumimoji="0" lang="en-US" sz="800" b="0" i="0" u="none" strike="noStrike" kern="1200" cap="none" spc="0" normalizeH="0" baseline="0" noProof="0" dirty="0" err="1">
                <a:ln>
                  <a:noFill/>
                </a:ln>
                <a:solidFill>
                  <a:srgbClr val="000000"/>
                </a:solidFill>
                <a:effectLst/>
                <a:uLnTx/>
                <a:uFillTx/>
                <a:latin typeface="Arial"/>
                <a:ea typeface="Arial"/>
                <a:cs typeface="Arial"/>
                <a:sym typeface="Arial"/>
              </a:rPr>
              <a:t>Onc</a:t>
            </a:r>
            <a:r>
              <a:rPr kumimoji="0" lang="en-US" sz="800" b="0" i="0" u="none" strike="noStrike" kern="1200" cap="none" spc="0" normalizeH="0" baseline="0" noProof="0" dirty="0">
                <a:ln>
                  <a:noFill/>
                </a:ln>
                <a:solidFill>
                  <a:srgbClr val="000000"/>
                </a:solidFill>
                <a:effectLst/>
                <a:uLnTx/>
                <a:uFillTx/>
                <a:latin typeface="Arial"/>
                <a:ea typeface="Arial"/>
                <a:cs typeface="Arial"/>
                <a:sym typeface="Arial"/>
              </a:rPr>
              <a:t> Brochure and Banner Ads</a:t>
            </a:r>
          </a:p>
        </p:txBody>
      </p:sp>
      <p:sp>
        <p:nvSpPr>
          <p:cNvPr id="19" name="TextBox 18">
            <a:extLst>
              <a:ext uri="{FF2B5EF4-FFF2-40B4-BE49-F238E27FC236}">
                <a16:creationId xmlns:a16="http://schemas.microsoft.com/office/drawing/2014/main" id="{9E73EA4F-97E6-5B42-1C12-44E630A685A7}"/>
              </a:ext>
            </a:extLst>
          </p:cNvPr>
          <p:cNvSpPr txBox="1"/>
          <p:nvPr/>
        </p:nvSpPr>
        <p:spPr>
          <a:xfrm>
            <a:off x="3481384" y="4594499"/>
            <a:ext cx="2021101" cy="2154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lvl="0" indent="0" algn="l" defTabSz="914400" rtl="0" eaLnBrk="1" fontAlgn="auto" latinLnBrk="0" hangingPunct="0">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Arial"/>
                <a:ea typeface="Arial"/>
                <a:cs typeface="Arial"/>
                <a:sym typeface="Arial"/>
              </a:rPr>
              <a:t>Fyarro Quick Hits Leave Behind</a:t>
            </a:r>
          </a:p>
        </p:txBody>
      </p:sp>
      <p:sp>
        <p:nvSpPr>
          <p:cNvPr id="20" name="TextBox 19">
            <a:extLst>
              <a:ext uri="{FF2B5EF4-FFF2-40B4-BE49-F238E27FC236}">
                <a16:creationId xmlns:a16="http://schemas.microsoft.com/office/drawing/2014/main" id="{E7764E1A-881D-BDF2-51B1-44AA3025EBC2}"/>
              </a:ext>
            </a:extLst>
          </p:cNvPr>
          <p:cNvSpPr txBox="1"/>
          <p:nvPr/>
        </p:nvSpPr>
        <p:spPr>
          <a:xfrm>
            <a:off x="2512626" y="6006922"/>
            <a:ext cx="2021101" cy="2154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lvl="0" indent="0" algn="l" defTabSz="914400" rtl="0" eaLnBrk="1" fontAlgn="auto" latinLnBrk="0" hangingPunct="0">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Arial"/>
                <a:ea typeface="Arial"/>
                <a:cs typeface="Arial"/>
                <a:sym typeface="Arial"/>
              </a:rPr>
              <a:t>Nab-It MOA Focused Banner Ads</a:t>
            </a:r>
          </a:p>
        </p:txBody>
      </p:sp>
      <p:sp>
        <p:nvSpPr>
          <p:cNvPr id="22" name="Rectangle 21">
            <a:extLst>
              <a:ext uri="{FF2B5EF4-FFF2-40B4-BE49-F238E27FC236}">
                <a16:creationId xmlns:a16="http://schemas.microsoft.com/office/drawing/2014/main" id="{5D1F1D65-4BD2-03B4-13C1-40F21E78C837}"/>
              </a:ext>
            </a:extLst>
          </p:cNvPr>
          <p:cNvSpPr/>
          <p:nvPr/>
        </p:nvSpPr>
        <p:spPr>
          <a:xfrm>
            <a:off x="6007947" y="1496907"/>
            <a:ext cx="5541700" cy="4646506"/>
          </a:xfrm>
          <a:prstGeom prst="rect">
            <a:avLst/>
          </a:prstGeom>
          <a:solidFill>
            <a:srgbClr val="FFE2A4"/>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lstStyle/>
          <a:p>
            <a:pPr marL="0" marR="0" lvl="0" indent="0" algn="ctr" defTabSz="914400" rtl="0" eaLnBrk="1" fontAlgn="auto" latinLnBrk="0" hangingPunct="0">
              <a:lnSpc>
                <a:spcPct val="100000"/>
              </a:lnSpc>
              <a:spcBef>
                <a:spcPts val="0"/>
              </a:spcBef>
              <a:spcAft>
                <a:spcPts val="0"/>
              </a:spcAft>
              <a:buClrTx/>
              <a:buSzTx/>
              <a:buFontTx/>
              <a:buNone/>
              <a:tabLst/>
              <a:defRPr/>
            </a:pPr>
            <a:endParaRPr kumimoji="0" lang="en-US" sz="1200" b="0" i="0" u="none" strike="noStrike" kern="1200" cap="none" spc="0" normalizeH="0" baseline="0" noProof="0" dirty="0" err="1">
              <a:ln>
                <a:noFill/>
              </a:ln>
              <a:solidFill>
                <a:srgbClr val="50626A"/>
              </a:solidFill>
              <a:effectLst/>
              <a:uLnTx/>
              <a:uFillTx/>
              <a:latin typeface="Arial Nova" panose="020B0504020202020204" pitchFamily="34" charset="0"/>
              <a:ea typeface="+mn-ea"/>
              <a:cs typeface="+mn-cs"/>
              <a:sym typeface="Calibri"/>
            </a:endParaRPr>
          </a:p>
        </p:txBody>
      </p:sp>
      <p:pic>
        <p:nvPicPr>
          <p:cNvPr id="23" name="Picture 22">
            <a:extLst>
              <a:ext uri="{FF2B5EF4-FFF2-40B4-BE49-F238E27FC236}">
                <a16:creationId xmlns:a16="http://schemas.microsoft.com/office/drawing/2014/main" id="{0085AFE8-8357-7E7B-401B-2F6224A39367}"/>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6551082" y="1495940"/>
            <a:ext cx="1422400" cy="1419425"/>
          </a:xfrm>
          <a:prstGeom prst="rect">
            <a:avLst/>
          </a:prstGeom>
        </p:spPr>
      </p:pic>
      <p:pic>
        <p:nvPicPr>
          <p:cNvPr id="25" name="Picture 24">
            <a:extLst>
              <a:ext uri="{FF2B5EF4-FFF2-40B4-BE49-F238E27FC236}">
                <a16:creationId xmlns:a16="http://schemas.microsoft.com/office/drawing/2014/main" id="{1CF1B974-6E92-DA7C-D39A-96FD1E16F3C1}"/>
              </a:ext>
            </a:extLst>
          </p:cNvPr>
          <p:cNvPicPr>
            <a:picLocks noChangeAspect="1"/>
          </p:cNvPicPr>
          <p:nvPr/>
        </p:nvPicPr>
        <p:blipFill>
          <a:blip r:embed="rId9"/>
          <a:stretch>
            <a:fillRect/>
          </a:stretch>
        </p:blipFill>
        <p:spPr>
          <a:xfrm>
            <a:off x="6260649" y="3442832"/>
            <a:ext cx="1896613" cy="2387594"/>
          </a:xfrm>
          <a:prstGeom prst="rect">
            <a:avLst/>
          </a:prstGeom>
        </p:spPr>
      </p:pic>
      <p:pic>
        <p:nvPicPr>
          <p:cNvPr id="27" name="Picture 26">
            <a:extLst>
              <a:ext uri="{FF2B5EF4-FFF2-40B4-BE49-F238E27FC236}">
                <a16:creationId xmlns:a16="http://schemas.microsoft.com/office/drawing/2014/main" id="{10413A6E-E52D-34F7-CB92-9FCA5F45587A}"/>
              </a:ext>
            </a:extLst>
          </p:cNvPr>
          <p:cNvPicPr>
            <a:picLocks noChangeAspect="1"/>
          </p:cNvPicPr>
          <p:nvPr/>
        </p:nvPicPr>
        <p:blipFill>
          <a:blip r:embed="rId10"/>
          <a:stretch>
            <a:fillRect/>
          </a:stretch>
        </p:blipFill>
        <p:spPr>
          <a:xfrm>
            <a:off x="8879062" y="1773975"/>
            <a:ext cx="2356386" cy="3060992"/>
          </a:xfrm>
          <a:prstGeom prst="rect">
            <a:avLst/>
          </a:prstGeom>
        </p:spPr>
      </p:pic>
      <p:sp>
        <p:nvSpPr>
          <p:cNvPr id="28" name="TextBox 27">
            <a:extLst>
              <a:ext uri="{FF2B5EF4-FFF2-40B4-BE49-F238E27FC236}">
                <a16:creationId xmlns:a16="http://schemas.microsoft.com/office/drawing/2014/main" id="{0597DC58-D6F8-99E9-AA15-5E74BC417143}"/>
              </a:ext>
            </a:extLst>
          </p:cNvPr>
          <p:cNvSpPr txBox="1"/>
          <p:nvPr/>
        </p:nvSpPr>
        <p:spPr>
          <a:xfrm>
            <a:off x="6324771" y="2904363"/>
            <a:ext cx="2553662" cy="40010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lvl="0" indent="0" algn="l" defTabSz="914400" rtl="0" eaLnBrk="1" fontAlgn="auto" latinLnBrk="0" hangingPunct="0">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00000"/>
                </a:solidFill>
                <a:effectLst/>
                <a:uLnTx/>
                <a:uFillTx/>
                <a:latin typeface="Arial"/>
                <a:ea typeface="Arial"/>
                <a:cs typeface="Arial"/>
                <a:sym typeface="Arial"/>
              </a:rPr>
              <a:t>Audience: </a:t>
            </a:r>
            <a:r>
              <a:rPr kumimoji="0" lang="en-US" sz="1000" b="0" i="0" u="none" strike="noStrike" kern="1200" cap="none" spc="0" normalizeH="0" baseline="0" noProof="0" dirty="0">
                <a:ln>
                  <a:noFill/>
                </a:ln>
                <a:solidFill>
                  <a:srgbClr val="000000"/>
                </a:solidFill>
                <a:effectLst/>
                <a:uLnTx/>
                <a:uFillTx/>
                <a:latin typeface="Arial"/>
                <a:ea typeface="Arial"/>
                <a:cs typeface="Arial"/>
                <a:sym typeface="Arial"/>
              </a:rPr>
              <a:t>Surgical Oncologists </a:t>
            </a:r>
          </a:p>
          <a:p>
            <a:pPr marL="0" marR="0" lvl="0" indent="0" algn="l" defTabSz="914400" rtl="0" eaLnBrk="1" fontAlgn="auto" latinLnBrk="0" hangingPunct="0">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00000"/>
                </a:solidFill>
                <a:effectLst/>
                <a:uLnTx/>
                <a:uFillTx/>
                <a:latin typeface="Arial"/>
                <a:ea typeface="Arial"/>
                <a:cs typeface="Arial"/>
                <a:sym typeface="Arial"/>
              </a:rPr>
              <a:t>Goal: </a:t>
            </a:r>
            <a:r>
              <a:rPr kumimoji="0" lang="en-US" sz="1000" b="0" i="0" u="none" strike="noStrike" kern="1200" cap="none" spc="0" normalizeH="0" baseline="0" noProof="0" dirty="0">
                <a:ln>
                  <a:noFill/>
                </a:ln>
                <a:solidFill>
                  <a:srgbClr val="000000"/>
                </a:solidFill>
                <a:effectLst/>
                <a:uLnTx/>
                <a:uFillTx/>
                <a:latin typeface="Arial"/>
                <a:ea typeface="Arial"/>
                <a:cs typeface="Arial"/>
                <a:sym typeface="Arial"/>
              </a:rPr>
              <a:t>Increase early diagnosis</a:t>
            </a:r>
          </a:p>
        </p:txBody>
      </p:sp>
      <p:sp>
        <p:nvSpPr>
          <p:cNvPr id="29" name="TextBox 28">
            <a:extLst>
              <a:ext uri="{FF2B5EF4-FFF2-40B4-BE49-F238E27FC236}">
                <a16:creationId xmlns:a16="http://schemas.microsoft.com/office/drawing/2014/main" id="{12C89C52-8FB2-9FD1-A900-D5A88E6A4DBA}"/>
              </a:ext>
            </a:extLst>
          </p:cNvPr>
          <p:cNvSpPr txBox="1"/>
          <p:nvPr/>
        </p:nvSpPr>
        <p:spPr>
          <a:xfrm>
            <a:off x="6260649" y="1076960"/>
            <a:ext cx="4814272" cy="400110"/>
          </a:xfrm>
          <a:prstGeom prst="rect">
            <a:avLst/>
          </a:prstGeom>
          <a:noFill/>
        </p:spPr>
        <p:txBody>
          <a:bodyPr wrap="square" lIns="91440" tIns="91440" rIns="91440" bIns="91440">
            <a:spAutoFit/>
          </a:bodyPr>
          <a:lstStyle/>
          <a:p>
            <a:pPr marL="0" marR="0" lvl="0" indent="0" algn="ctr" defTabSz="914377" rtl="0" eaLnBrk="1" fontAlgn="auto" latinLnBrk="0" hangingPunct="1">
              <a:lnSpc>
                <a:spcPct val="100000"/>
              </a:lnSpc>
              <a:spcBef>
                <a:spcPts val="0"/>
              </a:spcBef>
              <a:spcAft>
                <a:spcPts val="1800"/>
              </a:spcAft>
              <a:buClrTx/>
              <a:buSzPct val="100000"/>
              <a:buFont typeface="Trebuchet MS" panose="020B0603020202020204" pitchFamily="34" charset="0"/>
              <a:buChar char="​"/>
              <a:tabLst/>
              <a:defRPr/>
            </a:pPr>
            <a:r>
              <a:rPr kumimoji="0" lang="en-US" sz="1400" b="0" i="0" u="none" strike="noStrike" kern="1200" cap="none" spc="0" normalizeH="0" baseline="0" noProof="0" dirty="0">
                <a:ln>
                  <a:noFill/>
                </a:ln>
                <a:solidFill>
                  <a:srgbClr val="000000">
                    <a:lumMod val="50000"/>
                    <a:lumOff val="50000"/>
                  </a:srgbClr>
                </a:solidFill>
                <a:effectLst/>
                <a:uLnTx/>
                <a:uFillTx/>
                <a:latin typeface="Franklin Gothic Medium" panose="020B0603020102020204"/>
                <a:ea typeface="+mn-ea"/>
                <a:cs typeface="Arial"/>
                <a:sym typeface="Arial"/>
              </a:rPr>
              <a:t>PEER TO PEER DIGITAL EDUCATION</a:t>
            </a:r>
          </a:p>
        </p:txBody>
      </p:sp>
      <p:sp>
        <p:nvSpPr>
          <p:cNvPr id="30" name="TextBox 29">
            <a:extLst>
              <a:ext uri="{FF2B5EF4-FFF2-40B4-BE49-F238E27FC236}">
                <a16:creationId xmlns:a16="http://schemas.microsoft.com/office/drawing/2014/main" id="{CA580333-22D4-29F7-C8B2-9235BC923E00}"/>
              </a:ext>
            </a:extLst>
          </p:cNvPr>
          <p:cNvSpPr txBox="1"/>
          <p:nvPr/>
        </p:nvSpPr>
        <p:spPr>
          <a:xfrm>
            <a:off x="6225135" y="5820580"/>
            <a:ext cx="2553662" cy="40010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lvl="0" indent="0" algn="l" defTabSz="914400" rtl="0" eaLnBrk="1" fontAlgn="auto" latinLnBrk="0" hangingPunct="0">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00000"/>
                </a:solidFill>
                <a:effectLst/>
                <a:uLnTx/>
                <a:uFillTx/>
                <a:latin typeface="Arial"/>
                <a:ea typeface="Arial"/>
                <a:cs typeface="Arial"/>
                <a:sym typeface="Arial"/>
              </a:rPr>
              <a:t>Audience: </a:t>
            </a:r>
            <a:r>
              <a:rPr kumimoji="0" lang="en-US" sz="1000" b="0" i="0" u="none" strike="noStrike" kern="1200" cap="none" spc="0" normalizeH="0" baseline="0" noProof="0" dirty="0">
                <a:ln>
                  <a:noFill/>
                </a:ln>
                <a:solidFill>
                  <a:srgbClr val="000000"/>
                </a:solidFill>
                <a:effectLst/>
                <a:uLnTx/>
                <a:uFillTx/>
                <a:latin typeface="Arial"/>
                <a:ea typeface="Arial"/>
                <a:cs typeface="Arial"/>
                <a:sym typeface="Arial"/>
              </a:rPr>
              <a:t>Community, Gyn-</a:t>
            </a:r>
            <a:r>
              <a:rPr kumimoji="0" lang="en-US" sz="1000" b="0" i="0" u="none" strike="noStrike" kern="1200" cap="none" spc="0" normalizeH="0" baseline="0" noProof="0" dirty="0" err="1">
                <a:ln>
                  <a:noFill/>
                </a:ln>
                <a:solidFill>
                  <a:srgbClr val="000000"/>
                </a:solidFill>
                <a:effectLst/>
                <a:uLnTx/>
                <a:uFillTx/>
                <a:latin typeface="Arial"/>
                <a:ea typeface="Arial"/>
                <a:cs typeface="Arial"/>
                <a:sym typeface="Arial"/>
              </a:rPr>
              <a:t>Onc</a:t>
            </a:r>
            <a:endParaRPr kumimoji="0" lang="en-US" sz="1000" b="0" i="0" u="none" strike="noStrike" kern="1200" cap="none" spc="0" normalizeH="0" baseline="0" noProof="0" dirty="0">
              <a:ln>
                <a:noFill/>
              </a:ln>
              <a:solidFill>
                <a:srgbClr val="000000"/>
              </a:solidFill>
              <a:effectLst/>
              <a:uLnTx/>
              <a:uFillTx/>
              <a:latin typeface="Arial"/>
              <a:ea typeface="Arial"/>
              <a:cs typeface="Arial"/>
              <a:sym typeface="Arial"/>
            </a:endParaRPr>
          </a:p>
          <a:p>
            <a:pPr marL="0" marR="0" lvl="0" indent="0" algn="l" defTabSz="914400" rtl="0" eaLnBrk="1" fontAlgn="auto" latinLnBrk="0" hangingPunct="0">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00000"/>
                </a:solidFill>
                <a:effectLst/>
                <a:uLnTx/>
                <a:uFillTx/>
                <a:latin typeface="Arial"/>
                <a:ea typeface="Arial"/>
                <a:cs typeface="Arial"/>
                <a:sym typeface="Arial"/>
              </a:rPr>
              <a:t>Goal: </a:t>
            </a:r>
            <a:r>
              <a:rPr kumimoji="0" lang="en-US" sz="1000" b="0" i="0" u="none" strike="noStrike" kern="1200" cap="none" spc="0" normalizeH="0" baseline="0" noProof="0" dirty="0">
                <a:ln>
                  <a:noFill/>
                </a:ln>
                <a:solidFill>
                  <a:srgbClr val="000000"/>
                </a:solidFill>
                <a:effectLst/>
                <a:uLnTx/>
                <a:uFillTx/>
                <a:latin typeface="Arial"/>
                <a:ea typeface="Arial"/>
                <a:cs typeface="Arial"/>
                <a:sym typeface="Arial"/>
              </a:rPr>
              <a:t>Increase accurate diagnosis</a:t>
            </a:r>
          </a:p>
        </p:txBody>
      </p:sp>
      <p:sp>
        <p:nvSpPr>
          <p:cNvPr id="32" name="TextBox 31">
            <a:extLst>
              <a:ext uri="{FF2B5EF4-FFF2-40B4-BE49-F238E27FC236}">
                <a16:creationId xmlns:a16="http://schemas.microsoft.com/office/drawing/2014/main" id="{EA7B974E-E2C1-A931-F6CC-0739A103D8DF}"/>
              </a:ext>
            </a:extLst>
          </p:cNvPr>
          <p:cNvSpPr txBox="1"/>
          <p:nvPr/>
        </p:nvSpPr>
        <p:spPr>
          <a:xfrm>
            <a:off x="1117079" y="1351692"/>
            <a:ext cx="4225368" cy="41549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marL="0" marR="0" lvl="0" indent="0" algn="ctr" defTabSz="914377" rtl="0" eaLnBrk="1" fontAlgn="auto" latinLnBrk="0" hangingPunct="1">
              <a:lnSpc>
                <a:spcPct val="100000"/>
              </a:lnSpc>
              <a:spcBef>
                <a:spcPts val="0"/>
              </a:spcBef>
              <a:spcAft>
                <a:spcPts val="1800"/>
              </a:spcAft>
              <a:buClrTx/>
              <a:buSzPct val="100000"/>
              <a:buFont typeface="Trebuchet MS" panose="020B0603020202020204" pitchFamily="34" charset="0"/>
              <a:buChar char="​"/>
              <a:tabLst/>
              <a:defRPr/>
            </a:pPr>
            <a:r>
              <a:rPr kumimoji="0" lang="en-US" sz="1050" b="0" i="0" u="none" strike="noStrike" kern="1200" cap="none" spc="0" normalizeH="0" baseline="0" noProof="0" dirty="0">
                <a:ln>
                  <a:noFill/>
                </a:ln>
                <a:solidFill>
                  <a:srgbClr val="000000">
                    <a:lumMod val="50000"/>
                    <a:lumOff val="50000"/>
                  </a:srgbClr>
                </a:solidFill>
                <a:effectLst/>
                <a:uLnTx/>
                <a:uFillTx/>
                <a:latin typeface="Franklin Gothic Medium" panose="020B0603020102020204"/>
                <a:ea typeface="+mn-ea"/>
                <a:cs typeface="Arial"/>
                <a:sym typeface="Arial"/>
              </a:rPr>
              <a:t>Audiences: Sarcoma Specialists, Community, Gyn-</a:t>
            </a:r>
            <a:r>
              <a:rPr kumimoji="0" lang="en-US" sz="1050" b="0" i="0" u="none" strike="noStrike" kern="1200" cap="none" spc="0" normalizeH="0" baseline="0" noProof="0" dirty="0" err="1">
                <a:ln>
                  <a:noFill/>
                </a:ln>
                <a:solidFill>
                  <a:srgbClr val="000000">
                    <a:lumMod val="50000"/>
                    <a:lumOff val="50000"/>
                  </a:srgbClr>
                </a:solidFill>
                <a:effectLst/>
                <a:uLnTx/>
                <a:uFillTx/>
                <a:latin typeface="Franklin Gothic Medium" panose="020B0603020102020204"/>
                <a:ea typeface="+mn-ea"/>
                <a:cs typeface="Arial"/>
                <a:sym typeface="Arial"/>
              </a:rPr>
              <a:t>Oncs</a:t>
            </a:r>
            <a:r>
              <a:rPr kumimoji="0" lang="en-US" sz="1050" b="0" i="0" u="none" strike="noStrike" kern="1200" cap="none" spc="0" normalizeH="0" baseline="0" noProof="0" dirty="0">
                <a:ln>
                  <a:noFill/>
                </a:ln>
                <a:solidFill>
                  <a:srgbClr val="000000">
                    <a:lumMod val="50000"/>
                    <a:lumOff val="50000"/>
                  </a:srgbClr>
                </a:solidFill>
                <a:effectLst/>
                <a:uLnTx/>
                <a:uFillTx/>
                <a:latin typeface="Franklin Gothic Medium" panose="020B0603020102020204"/>
                <a:ea typeface="+mn-ea"/>
                <a:cs typeface="Arial"/>
                <a:sym typeface="Arial"/>
              </a:rPr>
              <a:t>, APPs, Pharmacists, Reimbursement Specialists</a:t>
            </a:r>
          </a:p>
        </p:txBody>
      </p:sp>
      <p:sp>
        <p:nvSpPr>
          <p:cNvPr id="33" name="TextBox 32">
            <a:extLst>
              <a:ext uri="{FF2B5EF4-FFF2-40B4-BE49-F238E27FC236}">
                <a16:creationId xmlns:a16="http://schemas.microsoft.com/office/drawing/2014/main" id="{02595F56-9C54-B710-5F02-A90EC9A62FB5}"/>
              </a:ext>
            </a:extLst>
          </p:cNvPr>
          <p:cNvSpPr txBox="1"/>
          <p:nvPr/>
        </p:nvSpPr>
        <p:spPr>
          <a:xfrm>
            <a:off x="8973583" y="4911981"/>
            <a:ext cx="2553662" cy="55399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lvl="0" indent="0" algn="l" defTabSz="914400" rtl="0" eaLnBrk="1" fontAlgn="auto" latinLnBrk="0" hangingPunct="0">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00000"/>
                </a:solidFill>
                <a:effectLst/>
                <a:uLnTx/>
                <a:uFillTx/>
                <a:latin typeface="Arial"/>
                <a:ea typeface="Arial"/>
                <a:cs typeface="Arial"/>
                <a:sym typeface="Arial"/>
              </a:rPr>
              <a:t>Audience: </a:t>
            </a:r>
            <a:r>
              <a:rPr kumimoji="0" lang="en-US" sz="1000" b="0" i="0" u="none" strike="noStrike" kern="1200" cap="none" spc="0" normalizeH="0" baseline="0" noProof="0" dirty="0">
                <a:ln>
                  <a:noFill/>
                </a:ln>
                <a:solidFill>
                  <a:srgbClr val="000000"/>
                </a:solidFill>
                <a:effectLst/>
                <a:uLnTx/>
                <a:uFillTx/>
                <a:latin typeface="Arial"/>
                <a:ea typeface="Arial"/>
                <a:cs typeface="Arial"/>
                <a:sym typeface="Arial"/>
              </a:rPr>
              <a:t>Oncology Pharmacists</a:t>
            </a:r>
          </a:p>
          <a:p>
            <a:pPr marL="0" marR="0" lvl="0" indent="0" algn="l" defTabSz="914400" rtl="0" eaLnBrk="1" fontAlgn="auto" latinLnBrk="0" hangingPunct="0">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00000"/>
                </a:solidFill>
                <a:effectLst/>
                <a:uLnTx/>
                <a:uFillTx/>
                <a:latin typeface="Arial"/>
                <a:ea typeface="Arial"/>
                <a:cs typeface="Arial"/>
                <a:sym typeface="Arial"/>
              </a:rPr>
              <a:t>Goal: </a:t>
            </a:r>
            <a:r>
              <a:rPr kumimoji="0" lang="en-US" sz="1000" b="0" i="0" u="none" strike="noStrike" kern="1200" cap="none" spc="0" normalizeH="0" baseline="0" noProof="0" dirty="0">
                <a:ln>
                  <a:noFill/>
                </a:ln>
                <a:solidFill>
                  <a:srgbClr val="000000"/>
                </a:solidFill>
                <a:effectLst/>
                <a:uLnTx/>
                <a:uFillTx/>
                <a:latin typeface="Arial"/>
                <a:ea typeface="Arial"/>
                <a:cs typeface="Arial"/>
                <a:sym typeface="Arial"/>
              </a:rPr>
              <a:t>Increase awareness of </a:t>
            </a:r>
            <a:r>
              <a:rPr kumimoji="0" lang="en-US" sz="1000" b="0" i="0" u="none" strike="noStrike" kern="1200" cap="none" spc="0" normalizeH="0" baseline="0" noProof="0" dirty="0" err="1">
                <a:ln>
                  <a:noFill/>
                </a:ln>
                <a:solidFill>
                  <a:srgbClr val="000000"/>
                </a:solidFill>
                <a:effectLst/>
                <a:uLnTx/>
                <a:uFillTx/>
                <a:latin typeface="Arial"/>
                <a:ea typeface="Arial"/>
                <a:cs typeface="Arial"/>
                <a:sym typeface="Arial"/>
              </a:rPr>
              <a:t>PEComa</a:t>
            </a:r>
            <a:r>
              <a:rPr kumimoji="0" lang="en-US" sz="1000" b="0" i="0" u="none" strike="noStrike" kern="1200" cap="none" spc="0" normalizeH="0" baseline="0" noProof="0" dirty="0">
                <a:ln>
                  <a:noFill/>
                </a:ln>
                <a:solidFill>
                  <a:srgbClr val="000000"/>
                </a:solidFill>
                <a:effectLst/>
                <a:uLnTx/>
                <a:uFillTx/>
                <a:latin typeface="Arial"/>
                <a:ea typeface="Arial"/>
                <a:cs typeface="Arial"/>
                <a:sym typeface="Arial"/>
              </a:rPr>
              <a:t> and support proper patient management </a:t>
            </a:r>
          </a:p>
        </p:txBody>
      </p:sp>
    </p:spTree>
    <p:extLst>
      <p:ext uri="{BB962C8B-B14F-4D97-AF65-F5344CB8AC3E}">
        <p14:creationId xmlns:p14="http://schemas.microsoft.com/office/powerpoint/2010/main" val="33811379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B74805-34F5-5466-E36D-AA4BE80774A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44863AF-A2BF-7F6B-3D92-029D2CD2B67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518" y="0"/>
            <a:ext cx="12192000" cy="7131269"/>
          </a:xfrm>
          <a:prstGeom prst="rect">
            <a:avLst/>
          </a:prstGeom>
        </p:spPr>
      </p:pic>
      <p:sp>
        <p:nvSpPr>
          <p:cNvPr id="2" name="Title 1">
            <a:extLst>
              <a:ext uri="{FF2B5EF4-FFF2-40B4-BE49-F238E27FC236}">
                <a16:creationId xmlns:a16="http://schemas.microsoft.com/office/drawing/2014/main" id="{5869D74C-BFC2-F633-3039-4726AD4A675C}"/>
              </a:ext>
            </a:extLst>
          </p:cNvPr>
          <p:cNvSpPr>
            <a:spLocks noGrp="1"/>
          </p:cNvSpPr>
          <p:nvPr>
            <p:ph type="title"/>
          </p:nvPr>
        </p:nvSpPr>
        <p:spPr/>
        <p:txBody>
          <a:bodyPr/>
          <a:lstStyle/>
          <a:p>
            <a:r>
              <a:rPr lang="en-US" dirty="0">
                <a:solidFill>
                  <a:schemeClr val="bg1"/>
                </a:solidFill>
              </a:rPr>
              <a:t>On the Horizon for Q2</a:t>
            </a:r>
          </a:p>
        </p:txBody>
      </p:sp>
      <p:sp>
        <p:nvSpPr>
          <p:cNvPr id="3" name="Slide Number Placeholder 2">
            <a:extLst>
              <a:ext uri="{FF2B5EF4-FFF2-40B4-BE49-F238E27FC236}">
                <a16:creationId xmlns:a16="http://schemas.microsoft.com/office/drawing/2014/main" id="{6001D7E9-196F-E553-FB2F-CA329B9D17EA}"/>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2B143D1D-9801-49CA-88C0-178C03B6937F}" type="slidenum">
              <a:rPr kumimoji="0" lang="en-US" sz="900" b="0" i="0" u="none" strike="noStrike" kern="1200" cap="none" spc="0" normalizeH="0" baseline="0" noProof="0" smtClean="0">
                <a:ln>
                  <a:noFill/>
                </a:ln>
                <a:solidFill>
                  <a:srgbClr val="FFFFFF">
                    <a:lumMod val="50000"/>
                  </a:srgbClr>
                </a:solidFill>
                <a:effectLst/>
                <a:uLnTx/>
                <a:uFillTx/>
                <a:latin typeface="Arial" panose="020B06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15</a:t>
            </a:fld>
            <a:endParaRPr kumimoji="0" lang="en-US" sz="900" b="0" i="0" u="none" strike="noStrike" kern="1200" cap="none" spc="0" normalizeH="0" baseline="0" noProof="0" dirty="0">
              <a:ln>
                <a:noFill/>
              </a:ln>
              <a:solidFill>
                <a:srgbClr val="FFFFFF">
                  <a:lumMod val="50000"/>
                </a:srgbClr>
              </a:solidFill>
              <a:effectLst/>
              <a:uLnTx/>
              <a:uFillTx/>
              <a:latin typeface="Arial" panose="020B0604020202020204"/>
              <a:ea typeface="+mn-ea"/>
              <a:cs typeface="+mn-cs"/>
            </a:endParaRPr>
          </a:p>
        </p:txBody>
      </p:sp>
      <p:sp>
        <p:nvSpPr>
          <p:cNvPr id="9" name="Content Placeholder 8">
            <a:extLst>
              <a:ext uri="{FF2B5EF4-FFF2-40B4-BE49-F238E27FC236}">
                <a16:creationId xmlns:a16="http://schemas.microsoft.com/office/drawing/2014/main" id="{BF11F8E5-FD1D-F8CE-521F-910EA570AC15}"/>
              </a:ext>
            </a:extLst>
          </p:cNvPr>
          <p:cNvSpPr>
            <a:spLocks noGrp="1"/>
          </p:cNvSpPr>
          <p:nvPr>
            <p:ph idx="1"/>
          </p:nvPr>
        </p:nvSpPr>
        <p:spPr/>
        <p:txBody>
          <a:bodyPr>
            <a:normAutofit/>
          </a:bodyPr>
          <a:lstStyle/>
          <a:p>
            <a:pPr>
              <a:buClr>
                <a:schemeClr val="bg1"/>
              </a:buClr>
            </a:pPr>
            <a:r>
              <a:rPr lang="en-US" sz="2000" dirty="0">
                <a:solidFill>
                  <a:schemeClr val="bg1"/>
                </a:solidFill>
              </a:rPr>
              <a:t>Update branded speaker deck</a:t>
            </a:r>
          </a:p>
          <a:p>
            <a:pPr>
              <a:buClr>
                <a:schemeClr val="bg1"/>
              </a:buClr>
            </a:pPr>
            <a:r>
              <a:rPr lang="en-US" sz="2000" dirty="0">
                <a:solidFill>
                  <a:schemeClr val="bg1"/>
                </a:solidFill>
              </a:rPr>
              <a:t>Unbranded speaker training</a:t>
            </a:r>
          </a:p>
          <a:p>
            <a:pPr>
              <a:buClr>
                <a:schemeClr val="bg1"/>
              </a:buClr>
            </a:pPr>
            <a:r>
              <a:rPr lang="en-US" sz="2000" dirty="0">
                <a:solidFill>
                  <a:schemeClr val="bg1"/>
                </a:solidFill>
              </a:rPr>
              <a:t>5 years of FYARRO Campaign</a:t>
            </a:r>
          </a:p>
          <a:p>
            <a:pPr>
              <a:buClr>
                <a:schemeClr val="bg1"/>
              </a:buClr>
            </a:pPr>
            <a:r>
              <a:rPr lang="en-US" sz="2000" dirty="0">
                <a:solidFill>
                  <a:schemeClr val="bg1"/>
                </a:solidFill>
              </a:rPr>
              <a:t>Sarcoma Awareness Month Planning</a:t>
            </a:r>
          </a:p>
          <a:p>
            <a:pPr>
              <a:buClr>
                <a:schemeClr val="bg1"/>
              </a:buClr>
            </a:pPr>
            <a:r>
              <a:rPr lang="en-US" sz="2000" dirty="0">
                <a:solidFill>
                  <a:schemeClr val="bg1"/>
                </a:solidFill>
              </a:rPr>
              <a:t>Aadi Assist Resource</a:t>
            </a:r>
          </a:p>
          <a:p>
            <a:pPr>
              <a:buClr>
                <a:schemeClr val="bg1"/>
              </a:buClr>
            </a:pPr>
            <a:r>
              <a:rPr lang="en-US" sz="2000" dirty="0">
                <a:solidFill>
                  <a:schemeClr val="bg1"/>
                </a:solidFill>
              </a:rPr>
              <a:t>Enhanced media strategy for HCPs &amp; patients to increase reach and engagement </a:t>
            </a:r>
          </a:p>
          <a:p>
            <a:pPr>
              <a:buClr>
                <a:schemeClr val="bg1"/>
              </a:buClr>
            </a:pPr>
            <a:r>
              <a:rPr lang="en-US" sz="2000" dirty="0">
                <a:solidFill>
                  <a:schemeClr val="bg1"/>
                </a:solidFill>
              </a:rPr>
              <a:t>Seamless material ordering portal for sales team</a:t>
            </a:r>
          </a:p>
          <a:p>
            <a:pPr>
              <a:buClr>
                <a:schemeClr val="bg1"/>
              </a:buClr>
            </a:pPr>
            <a:r>
              <a:rPr lang="en-US" sz="2000" dirty="0">
                <a:solidFill>
                  <a:schemeClr val="bg1"/>
                </a:solidFill>
              </a:rPr>
              <a:t>FYARRO/Aadi presence at ASCO </a:t>
            </a:r>
          </a:p>
        </p:txBody>
      </p:sp>
    </p:spTree>
    <p:extLst>
      <p:ext uri="{BB962C8B-B14F-4D97-AF65-F5344CB8AC3E}">
        <p14:creationId xmlns:p14="http://schemas.microsoft.com/office/powerpoint/2010/main" val="42880876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C50AC5-B279-695A-DCB1-E0CB4CD4845A}"/>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C85F4EAA-5E8E-BA39-D870-D409BE080103}"/>
              </a:ext>
            </a:extLst>
          </p:cNvPr>
          <p:cNvSpPr>
            <a:spLocks noGrp="1"/>
          </p:cNvSpPr>
          <p:nvPr>
            <p:ph type="title"/>
          </p:nvPr>
        </p:nvSpPr>
        <p:spPr/>
        <p:txBody>
          <a:bodyPr/>
          <a:lstStyle/>
          <a:p>
            <a:r>
              <a:rPr lang="en-US" dirty="0"/>
              <a:t>Field Sales Team </a:t>
            </a:r>
          </a:p>
        </p:txBody>
      </p:sp>
    </p:spTree>
    <p:extLst>
      <p:ext uri="{BB962C8B-B14F-4D97-AF65-F5344CB8AC3E}">
        <p14:creationId xmlns:p14="http://schemas.microsoft.com/office/powerpoint/2010/main" val="21001185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6">
            <a:extLst>
              <a:ext uri="{FF2B5EF4-FFF2-40B4-BE49-F238E27FC236}">
                <a16:creationId xmlns:a16="http://schemas.microsoft.com/office/drawing/2014/main" id="{055426E5-F7BD-467A-DE8E-D1C8E8C5E1AE}"/>
              </a:ext>
            </a:extLst>
          </p:cNvPr>
          <p:cNvSpPr/>
          <p:nvPr/>
        </p:nvSpPr>
        <p:spPr>
          <a:xfrm>
            <a:off x="4136167" y="1587658"/>
            <a:ext cx="3872026" cy="2930799"/>
          </a:xfrm>
          <a:prstGeom prst="rect">
            <a:avLst/>
          </a:prstGeom>
          <a:solidFill>
            <a:srgbClr val="72E9FF">
              <a:alpha val="50000"/>
            </a:srgbClr>
          </a:solidFill>
          <a:ln cap="flat">
            <a:noFill/>
            <a:prstDash val="solid"/>
          </a:ln>
        </p:spPr>
        <p:txBody>
          <a:bodyPr vert="horz" wrap="square" lIns="91440" tIns="45720" rIns="91440" bIns="45720" anchor="t" anchorCtr="0" compatLnSpc="1">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r>
              <a:rPr kumimoji="0" lang="en-US" sz="1200" b="0" i="0" u="none" strike="noStrike" kern="0" cap="none" spc="0" normalizeH="0" baseline="0" noProof="0" dirty="0">
                <a:ln>
                  <a:noFill/>
                </a:ln>
                <a:solidFill>
                  <a:srgbClr val="262261"/>
                </a:solidFill>
                <a:effectLst/>
                <a:uLnTx/>
                <a:uFillTx/>
                <a:latin typeface="Calibri"/>
                <a:ea typeface="+mn-ea"/>
                <a:cs typeface="+mn-cs"/>
              </a:rPr>
              <a:t>University Of Miami	</a:t>
            </a:r>
          </a:p>
        </p:txBody>
      </p:sp>
      <p:sp>
        <p:nvSpPr>
          <p:cNvPr id="3" name="Rectangle 4">
            <a:extLst>
              <a:ext uri="{FF2B5EF4-FFF2-40B4-BE49-F238E27FC236}">
                <a16:creationId xmlns:a16="http://schemas.microsoft.com/office/drawing/2014/main" id="{E2A39990-4484-0779-63BA-FBB17462DE2B}"/>
              </a:ext>
            </a:extLst>
          </p:cNvPr>
          <p:cNvSpPr/>
          <p:nvPr/>
        </p:nvSpPr>
        <p:spPr>
          <a:xfrm>
            <a:off x="374441" y="1642734"/>
            <a:ext cx="3713369" cy="2863111"/>
          </a:xfrm>
          <a:prstGeom prst="rect">
            <a:avLst/>
          </a:prstGeom>
          <a:solidFill>
            <a:srgbClr val="B8F4FF">
              <a:alpha val="50000"/>
            </a:srgbClr>
          </a:solidFill>
          <a:ln cap="flat">
            <a:noFill/>
            <a:prstDash val="solid"/>
          </a:ln>
        </p:spPr>
        <p:txBody>
          <a:bodyPr vert="horz" wrap="square" lIns="91440" tIns="45720" rIns="91440" bIns="45720" anchor="t" anchorCtr="0" compatLnSpc="1">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r>
              <a:rPr kumimoji="0" lang="en-US" sz="1200" b="0" i="0" u="none" strike="noStrike" kern="0" cap="none" spc="0" normalizeH="0" baseline="0" noProof="0" dirty="0">
                <a:ln>
                  <a:noFill/>
                </a:ln>
                <a:solidFill>
                  <a:srgbClr val="262261"/>
                </a:solidFill>
                <a:effectLst/>
                <a:uLnTx/>
                <a:uFillTx/>
                <a:latin typeface="Calibri"/>
                <a:ea typeface="+mn-ea"/>
                <a:cs typeface="+mn-cs"/>
              </a:rPr>
              <a:t>Duke Health  </a:t>
            </a:r>
          </a:p>
        </p:txBody>
      </p:sp>
      <p:sp>
        <p:nvSpPr>
          <p:cNvPr id="4" name="Title 1">
            <a:extLst>
              <a:ext uri="{FF2B5EF4-FFF2-40B4-BE49-F238E27FC236}">
                <a16:creationId xmlns:a16="http://schemas.microsoft.com/office/drawing/2014/main" id="{DC63FF71-4823-51EE-7DEE-17D95EF6DE89}"/>
              </a:ext>
            </a:extLst>
          </p:cNvPr>
          <p:cNvSpPr txBox="1">
            <a:spLocks noGrp="1"/>
          </p:cNvSpPr>
          <p:nvPr>
            <p:ph type="title"/>
          </p:nvPr>
        </p:nvSpPr>
        <p:spPr/>
        <p:txBody>
          <a:bodyPr/>
          <a:lstStyle/>
          <a:p>
            <a:pPr lvl="0"/>
            <a:r>
              <a:rPr lang="en-US" dirty="0"/>
              <a:t>High Impact execution of 2026 account strategy</a:t>
            </a:r>
            <a:br>
              <a:rPr lang="en-US" dirty="0"/>
            </a:br>
            <a:r>
              <a:rPr lang="en-US" sz="1400" i="1" dirty="0"/>
              <a:t>Focus = Results </a:t>
            </a:r>
            <a:endParaRPr lang="en-US" i="1" dirty="0"/>
          </a:p>
        </p:txBody>
      </p:sp>
      <p:sp>
        <p:nvSpPr>
          <p:cNvPr id="5" name="Arrow: Pentagon 3">
            <a:extLst>
              <a:ext uri="{FF2B5EF4-FFF2-40B4-BE49-F238E27FC236}">
                <a16:creationId xmlns:a16="http://schemas.microsoft.com/office/drawing/2014/main" id="{D26AF084-1D49-3953-4CC1-2ACF10FCE7EE}"/>
              </a:ext>
            </a:extLst>
          </p:cNvPr>
          <p:cNvSpPr/>
          <p:nvPr/>
        </p:nvSpPr>
        <p:spPr>
          <a:xfrm>
            <a:off x="7858732" y="1105676"/>
            <a:ext cx="3838596" cy="432017"/>
          </a:xfrm>
          <a:custGeom>
            <a:avLst/>
            <a:gdLst>
              <a:gd name="f0" fmla="val 10800000"/>
              <a:gd name="f1" fmla="val 5400000"/>
              <a:gd name="f2" fmla="val 180"/>
              <a:gd name="f3" fmla="val w"/>
              <a:gd name="f4" fmla="val h"/>
              <a:gd name="f5" fmla="val ss"/>
              <a:gd name="f6" fmla="val 0"/>
              <a:gd name="f7" fmla="val 50000"/>
              <a:gd name="f8" fmla="+- 0 0 -360"/>
              <a:gd name="f9" fmla="+- 0 0 -180"/>
              <a:gd name="f10" fmla="abs f3"/>
              <a:gd name="f11" fmla="abs f4"/>
              <a:gd name="f12" fmla="abs f5"/>
              <a:gd name="f13" fmla="*/ f8 f0 1"/>
              <a:gd name="f14" fmla="*/ f9 f0 1"/>
              <a:gd name="f15" fmla="?: f10 f3 1"/>
              <a:gd name="f16" fmla="?: f11 f4 1"/>
              <a:gd name="f17" fmla="?: f12 f5 1"/>
              <a:gd name="f18" fmla="*/ f13 1 f2"/>
              <a:gd name="f19" fmla="*/ f14 1 f2"/>
              <a:gd name="f20" fmla="*/ f15 1 21600"/>
              <a:gd name="f21" fmla="*/ f16 1 21600"/>
              <a:gd name="f22" fmla="*/ 21600 f15 1"/>
              <a:gd name="f23" fmla="*/ 21600 f16 1"/>
              <a:gd name="f24" fmla="+- f18 0 f1"/>
              <a:gd name="f25" fmla="+- f19 0 f1"/>
              <a:gd name="f26" fmla="min f21 f20"/>
              <a:gd name="f27" fmla="*/ f22 1 f17"/>
              <a:gd name="f28" fmla="*/ f23 1 f17"/>
              <a:gd name="f29" fmla="val f27"/>
              <a:gd name="f30" fmla="val f28"/>
              <a:gd name="f31" fmla="*/ f6 f26 1"/>
              <a:gd name="f32" fmla="+- f30 0 f6"/>
              <a:gd name="f33" fmla="+- f29 0 f6"/>
              <a:gd name="f34" fmla="*/ f30 f26 1"/>
              <a:gd name="f35" fmla="*/ f29 f26 1"/>
              <a:gd name="f36" fmla="*/ f32 1 2"/>
              <a:gd name="f37" fmla="min f33 f32"/>
              <a:gd name="f38" fmla="+- f6 f36 0"/>
              <a:gd name="f39" fmla="*/ f37 f7 1"/>
              <a:gd name="f40" fmla="*/ f39 1 100000"/>
              <a:gd name="f41" fmla="*/ f38 f26 1"/>
              <a:gd name="f42" fmla="+- f29 0 f40"/>
              <a:gd name="f43" fmla="+- f42 f29 0"/>
              <a:gd name="f44" fmla="*/ f42 1 2"/>
              <a:gd name="f45" fmla="*/ f42 f26 1"/>
              <a:gd name="f46" fmla="*/ f43 1 2"/>
              <a:gd name="f47" fmla="*/ f44 f26 1"/>
              <a:gd name="f48" fmla="*/ f46 f26 1"/>
            </a:gdLst>
            <a:ahLst/>
            <a:cxnLst>
              <a:cxn ang="3cd4">
                <a:pos x="hc" y="t"/>
              </a:cxn>
              <a:cxn ang="0">
                <a:pos x="r" y="vc"/>
              </a:cxn>
              <a:cxn ang="cd4">
                <a:pos x="hc" y="b"/>
              </a:cxn>
              <a:cxn ang="cd2">
                <a:pos x="l" y="vc"/>
              </a:cxn>
              <a:cxn ang="f24">
                <a:pos x="f47" y="f31"/>
              </a:cxn>
              <a:cxn ang="f25">
                <a:pos x="f47" y="f34"/>
              </a:cxn>
            </a:cxnLst>
            <a:rect l="f31" t="f31" r="f48" b="f34"/>
            <a:pathLst>
              <a:path>
                <a:moveTo>
                  <a:pt x="f31" y="f31"/>
                </a:moveTo>
                <a:lnTo>
                  <a:pt x="f45" y="f31"/>
                </a:lnTo>
                <a:lnTo>
                  <a:pt x="f35" y="f41"/>
                </a:lnTo>
                <a:lnTo>
                  <a:pt x="f45" y="f34"/>
                </a:lnTo>
                <a:lnTo>
                  <a:pt x="f31" y="f34"/>
                </a:lnTo>
                <a:close/>
              </a:path>
            </a:pathLst>
          </a:custGeom>
          <a:solidFill>
            <a:srgbClr val="2BDFFF"/>
          </a:solidFill>
          <a:ln cap="flat">
            <a:noFill/>
            <a:prstDash val="solid"/>
          </a:ln>
        </p:spPr>
        <p:txBody>
          <a:bodyPr vert="horz" wrap="square" lIns="91440" tIns="45720" rIns="91440" bIns="45720" anchor="ctr" anchorCtr="1"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endParaRPr kumimoji="0" lang="en-US" sz="1400" b="1" i="0" u="none" strike="noStrike" kern="0" cap="none" spc="0" normalizeH="0" baseline="0" noProof="0">
              <a:ln>
                <a:noFill/>
              </a:ln>
              <a:solidFill>
                <a:srgbClr val="262261"/>
              </a:solidFill>
              <a:effectLst/>
              <a:uLnTx/>
              <a:uFillTx/>
              <a:latin typeface="Calibri"/>
              <a:ea typeface="+mn-ea"/>
              <a:cs typeface="+mn-cs"/>
            </a:endParaRPr>
          </a:p>
        </p:txBody>
      </p:sp>
      <p:sp>
        <p:nvSpPr>
          <p:cNvPr id="6" name="Rectangle 5">
            <a:extLst>
              <a:ext uri="{FF2B5EF4-FFF2-40B4-BE49-F238E27FC236}">
                <a16:creationId xmlns:a16="http://schemas.microsoft.com/office/drawing/2014/main" id="{794120B1-F23E-C605-FA27-985E17601FB2}"/>
              </a:ext>
            </a:extLst>
          </p:cNvPr>
          <p:cNvSpPr/>
          <p:nvPr/>
        </p:nvSpPr>
        <p:spPr>
          <a:xfrm>
            <a:off x="8065416" y="1595728"/>
            <a:ext cx="3705837" cy="2930799"/>
          </a:xfrm>
          <a:prstGeom prst="rect">
            <a:avLst/>
          </a:prstGeom>
          <a:solidFill>
            <a:srgbClr val="2BDFFF">
              <a:alpha val="50000"/>
            </a:srgbClr>
          </a:solidFill>
          <a:ln cap="flat">
            <a:noFill/>
            <a:prstDash val="solid"/>
          </a:ln>
        </p:spPr>
        <p:txBody>
          <a:bodyPr vert="horz" wrap="square" lIns="91440" tIns="45720" rIns="91440" bIns="45720" anchor="t" anchorCtr="0" compatLnSpc="1">
            <a:noAutofit/>
          </a:bodyPr>
          <a:lstStyle/>
          <a:p>
            <a:pPr marL="0" marR="0" lvl="0" indent="0" algn="l" defTabSz="914400" rtl="0" eaLnBrk="1" fontAlgn="auto" latinLnBrk="0" hangingPunct="1">
              <a:lnSpc>
                <a:spcPct val="100000"/>
              </a:lnSpc>
              <a:spcBef>
                <a:spcPts val="0"/>
              </a:spcBef>
              <a:spcAft>
                <a:spcPts val="0"/>
              </a:spcAft>
              <a:buClrTx/>
              <a:buSzPct val="100000"/>
              <a:buFontTx/>
              <a:buNone/>
              <a:tabLst/>
              <a:defRPr sz="1800" b="0" i="0" u="none" strike="noStrike" kern="0" cap="none" spc="0" baseline="0">
                <a:solidFill>
                  <a:srgbClr val="000000"/>
                </a:solidFill>
                <a:uFillTx/>
              </a:defRPr>
            </a:pPr>
            <a:r>
              <a:rPr kumimoji="0" lang="en-US" sz="1200" b="0" i="0" u="none" strike="noStrike" kern="0" cap="none" spc="0" normalizeH="0" baseline="0" noProof="0" dirty="0">
                <a:ln>
                  <a:noFill/>
                </a:ln>
                <a:solidFill>
                  <a:srgbClr val="262261"/>
                </a:solidFill>
                <a:effectLst/>
                <a:uLnTx/>
                <a:uFillTx/>
                <a:latin typeface="Calibri"/>
                <a:ea typeface="+mn-ea"/>
                <a:cs typeface="+mn-cs"/>
              </a:rPr>
              <a:t>Moffitt Cancer Center- </a:t>
            </a:r>
            <a:r>
              <a:rPr kumimoji="0" lang="en-US" sz="1200" b="0" i="0" u="none" strike="noStrike" kern="0" cap="none" spc="0" normalizeH="0" baseline="0" noProof="0" dirty="0">
                <a:ln>
                  <a:noFill/>
                </a:ln>
                <a:solidFill>
                  <a:srgbClr val="262261"/>
                </a:solidFill>
                <a:effectLst/>
                <a:highlight>
                  <a:srgbClr val="00FF00"/>
                </a:highlight>
                <a:uLnTx/>
                <a:uFillTx/>
                <a:latin typeface="Calibri"/>
                <a:ea typeface="+mn-ea"/>
                <a:cs typeface="+mn-cs"/>
              </a:rPr>
              <a:t>Reactivated Account</a:t>
            </a:r>
            <a:endParaRPr kumimoji="0" lang="en-US" sz="1200" b="1" i="0" u="none" strike="noStrike" kern="0" cap="none" spc="0" normalizeH="0" baseline="0" noProof="0" dirty="0">
              <a:ln>
                <a:noFill/>
              </a:ln>
              <a:solidFill>
                <a:srgbClr val="262261"/>
              </a:solidFill>
              <a:effectLst/>
              <a:highlight>
                <a:srgbClr val="00FF00"/>
              </a:highligh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endParaRPr kumimoji="0" lang="en-US" sz="1200" b="1" i="0" u="none" strike="noStrike" kern="0" cap="none" spc="0" normalizeH="0" baseline="0" noProof="0" dirty="0">
              <a:ln>
                <a:noFill/>
              </a:ln>
              <a:solidFill>
                <a:srgbClr val="262261"/>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endParaRPr kumimoji="0" lang="en-US" sz="1200" b="0" i="0" u="none" strike="noStrike" kern="0" cap="none" spc="0" normalizeH="0" baseline="0" noProof="0" dirty="0">
              <a:ln>
                <a:noFill/>
              </a:ln>
              <a:solidFill>
                <a:srgbClr val="262261"/>
              </a:solidFill>
              <a:effectLst/>
              <a:uLnTx/>
              <a:uFillTx/>
              <a:latin typeface="Calibri"/>
              <a:ea typeface="+mn-ea"/>
              <a:cs typeface="+mn-cs"/>
            </a:endParaRPr>
          </a:p>
        </p:txBody>
      </p:sp>
      <p:sp>
        <p:nvSpPr>
          <p:cNvPr id="7" name="Arrow: Pentagon 7">
            <a:extLst>
              <a:ext uri="{FF2B5EF4-FFF2-40B4-BE49-F238E27FC236}">
                <a16:creationId xmlns:a16="http://schemas.microsoft.com/office/drawing/2014/main" id="{C1F9F09F-AB31-6656-6EC8-017F95A92DDC}"/>
              </a:ext>
            </a:extLst>
          </p:cNvPr>
          <p:cNvSpPr/>
          <p:nvPr/>
        </p:nvSpPr>
        <p:spPr>
          <a:xfrm>
            <a:off x="4003535" y="1112766"/>
            <a:ext cx="4063017" cy="432017"/>
          </a:xfrm>
          <a:custGeom>
            <a:avLst/>
            <a:gdLst>
              <a:gd name="f0" fmla="val 10800000"/>
              <a:gd name="f1" fmla="val 5400000"/>
              <a:gd name="f2" fmla="val 180"/>
              <a:gd name="f3" fmla="val w"/>
              <a:gd name="f4" fmla="val h"/>
              <a:gd name="f5" fmla="val ss"/>
              <a:gd name="f6" fmla="val 0"/>
              <a:gd name="f7" fmla="val 50000"/>
              <a:gd name="f8" fmla="+- 0 0 -360"/>
              <a:gd name="f9" fmla="+- 0 0 -180"/>
              <a:gd name="f10" fmla="abs f3"/>
              <a:gd name="f11" fmla="abs f4"/>
              <a:gd name="f12" fmla="abs f5"/>
              <a:gd name="f13" fmla="*/ f8 f0 1"/>
              <a:gd name="f14" fmla="*/ f9 f0 1"/>
              <a:gd name="f15" fmla="?: f10 f3 1"/>
              <a:gd name="f16" fmla="?: f11 f4 1"/>
              <a:gd name="f17" fmla="?: f12 f5 1"/>
              <a:gd name="f18" fmla="*/ f13 1 f2"/>
              <a:gd name="f19" fmla="*/ f14 1 f2"/>
              <a:gd name="f20" fmla="*/ f15 1 21600"/>
              <a:gd name="f21" fmla="*/ f16 1 21600"/>
              <a:gd name="f22" fmla="*/ 21600 f15 1"/>
              <a:gd name="f23" fmla="*/ 21600 f16 1"/>
              <a:gd name="f24" fmla="+- f18 0 f1"/>
              <a:gd name="f25" fmla="+- f19 0 f1"/>
              <a:gd name="f26" fmla="min f21 f20"/>
              <a:gd name="f27" fmla="*/ f22 1 f17"/>
              <a:gd name="f28" fmla="*/ f23 1 f17"/>
              <a:gd name="f29" fmla="val f27"/>
              <a:gd name="f30" fmla="val f28"/>
              <a:gd name="f31" fmla="*/ f6 f26 1"/>
              <a:gd name="f32" fmla="+- f30 0 f6"/>
              <a:gd name="f33" fmla="+- f29 0 f6"/>
              <a:gd name="f34" fmla="*/ f30 f26 1"/>
              <a:gd name="f35" fmla="*/ f29 f26 1"/>
              <a:gd name="f36" fmla="*/ f32 1 2"/>
              <a:gd name="f37" fmla="min f33 f32"/>
              <a:gd name="f38" fmla="+- f6 f36 0"/>
              <a:gd name="f39" fmla="*/ f37 f7 1"/>
              <a:gd name="f40" fmla="*/ f39 1 100000"/>
              <a:gd name="f41" fmla="*/ f38 f26 1"/>
              <a:gd name="f42" fmla="+- f29 0 f40"/>
              <a:gd name="f43" fmla="+- f42 f29 0"/>
              <a:gd name="f44" fmla="*/ f42 1 2"/>
              <a:gd name="f45" fmla="*/ f42 f26 1"/>
              <a:gd name="f46" fmla="*/ f43 1 2"/>
              <a:gd name="f47" fmla="*/ f44 f26 1"/>
              <a:gd name="f48" fmla="*/ f46 f26 1"/>
            </a:gdLst>
            <a:ahLst/>
            <a:cxnLst>
              <a:cxn ang="3cd4">
                <a:pos x="hc" y="t"/>
              </a:cxn>
              <a:cxn ang="0">
                <a:pos x="r" y="vc"/>
              </a:cxn>
              <a:cxn ang="cd4">
                <a:pos x="hc" y="b"/>
              </a:cxn>
              <a:cxn ang="cd2">
                <a:pos x="l" y="vc"/>
              </a:cxn>
              <a:cxn ang="f24">
                <a:pos x="f47" y="f31"/>
              </a:cxn>
              <a:cxn ang="f25">
                <a:pos x="f47" y="f34"/>
              </a:cxn>
            </a:cxnLst>
            <a:rect l="f31" t="f31" r="f48" b="f34"/>
            <a:pathLst>
              <a:path>
                <a:moveTo>
                  <a:pt x="f31" y="f31"/>
                </a:moveTo>
                <a:lnTo>
                  <a:pt x="f45" y="f31"/>
                </a:lnTo>
                <a:lnTo>
                  <a:pt x="f35" y="f41"/>
                </a:lnTo>
                <a:lnTo>
                  <a:pt x="f45" y="f34"/>
                </a:lnTo>
                <a:lnTo>
                  <a:pt x="f31" y="f34"/>
                </a:lnTo>
                <a:close/>
              </a:path>
            </a:pathLst>
          </a:custGeom>
          <a:solidFill>
            <a:srgbClr val="72E9FF"/>
          </a:solidFill>
          <a:ln cap="flat">
            <a:noFill/>
            <a:prstDash val="solid"/>
          </a:ln>
        </p:spPr>
        <p:txBody>
          <a:bodyPr vert="horz" wrap="square" lIns="91440" tIns="45720" rIns="91440" bIns="45720" anchor="ctr" anchorCtr="1"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endParaRPr kumimoji="0" lang="en-US" sz="1400" b="1" i="0" u="none" strike="noStrike" kern="0" cap="none" spc="0" normalizeH="0" baseline="0" noProof="0">
              <a:ln>
                <a:noFill/>
              </a:ln>
              <a:solidFill>
                <a:srgbClr val="262261"/>
              </a:solidFill>
              <a:effectLst/>
              <a:uLnTx/>
              <a:uFillTx/>
              <a:latin typeface="Calibri"/>
              <a:ea typeface="+mn-ea"/>
              <a:cs typeface="+mn-cs"/>
            </a:endParaRPr>
          </a:p>
        </p:txBody>
      </p:sp>
      <p:sp>
        <p:nvSpPr>
          <p:cNvPr id="8" name="Arrow: Pentagon 8">
            <a:extLst>
              <a:ext uri="{FF2B5EF4-FFF2-40B4-BE49-F238E27FC236}">
                <a16:creationId xmlns:a16="http://schemas.microsoft.com/office/drawing/2014/main" id="{7392C365-C34C-15BF-0F4C-F9BEF289B965}"/>
              </a:ext>
            </a:extLst>
          </p:cNvPr>
          <p:cNvSpPr/>
          <p:nvPr/>
        </p:nvSpPr>
        <p:spPr>
          <a:xfrm>
            <a:off x="382659" y="1107817"/>
            <a:ext cx="3839062" cy="415786"/>
          </a:xfrm>
          <a:custGeom>
            <a:avLst/>
            <a:gdLst>
              <a:gd name="f0" fmla="val 10800000"/>
              <a:gd name="f1" fmla="val 5400000"/>
              <a:gd name="f2" fmla="val 180"/>
              <a:gd name="f3" fmla="val w"/>
              <a:gd name="f4" fmla="val h"/>
              <a:gd name="f5" fmla="val ss"/>
              <a:gd name="f6" fmla="val 0"/>
              <a:gd name="f7" fmla="val 50000"/>
              <a:gd name="f8" fmla="+- 0 0 -360"/>
              <a:gd name="f9" fmla="+- 0 0 -180"/>
              <a:gd name="f10" fmla="abs f3"/>
              <a:gd name="f11" fmla="abs f4"/>
              <a:gd name="f12" fmla="abs f5"/>
              <a:gd name="f13" fmla="*/ f8 f0 1"/>
              <a:gd name="f14" fmla="*/ f9 f0 1"/>
              <a:gd name="f15" fmla="?: f10 f3 1"/>
              <a:gd name="f16" fmla="?: f11 f4 1"/>
              <a:gd name="f17" fmla="?: f12 f5 1"/>
              <a:gd name="f18" fmla="*/ f13 1 f2"/>
              <a:gd name="f19" fmla="*/ f14 1 f2"/>
              <a:gd name="f20" fmla="*/ f15 1 21600"/>
              <a:gd name="f21" fmla="*/ f16 1 21600"/>
              <a:gd name="f22" fmla="*/ 21600 f15 1"/>
              <a:gd name="f23" fmla="*/ 21600 f16 1"/>
              <a:gd name="f24" fmla="+- f18 0 f1"/>
              <a:gd name="f25" fmla="+- f19 0 f1"/>
              <a:gd name="f26" fmla="min f21 f20"/>
              <a:gd name="f27" fmla="*/ f22 1 f17"/>
              <a:gd name="f28" fmla="*/ f23 1 f17"/>
              <a:gd name="f29" fmla="val f27"/>
              <a:gd name="f30" fmla="val f28"/>
              <a:gd name="f31" fmla="*/ f6 f26 1"/>
              <a:gd name="f32" fmla="+- f30 0 f6"/>
              <a:gd name="f33" fmla="+- f29 0 f6"/>
              <a:gd name="f34" fmla="*/ f30 f26 1"/>
              <a:gd name="f35" fmla="*/ f29 f26 1"/>
              <a:gd name="f36" fmla="*/ f32 1 2"/>
              <a:gd name="f37" fmla="min f33 f32"/>
              <a:gd name="f38" fmla="+- f6 f36 0"/>
              <a:gd name="f39" fmla="*/ f37 f7 1"/>
              <a:gd name="f40" fmla="*/ f39 1 100000"/>
              <a:gd name="f41" fmla="*/ f38 f26 1"/>
              <a:gd name="f42" fmla="+- f29 0 f40"/>
              <a:gd name="f43" fmla="+- f42 f29 0"/>
              <a:gd name="f44" fmla="*/ f42 1 2"/>
              <a:gd name="f45" fmla="*/ f42 f26 1"/>
              <a:gd name="f46" fmla="*/ f43 1 2"/>
              <a:gd name="f47" fmla="*/ f44 f26 1"/>
              <a:gd name="f48" fmla="*/ f46 f26 1"/>
            </a:gdLst>
            <a:ahLst/>
            <a:cxnLst>
              <a:cxn ang="3cd4">
                <a:pos x="hc" y="t"/>
              </a:cxn>
              <a:cxn ang="0">
                <a:pos x="r" y="vc"/>
              </a:cxn>
              <a:cxn ang="cd4">
                <a:pos x="hc" y="b"/>
              </a:cxn>
              <a:cxn ang="cd2">
                <a:pos x="l" y="vc"/>
              </a:cxn>
              <a:cxn ang="f24">
                <a:pos x="f47" y="f31"/>
              </a:cxn>
              <a:cxn ang="f25">
                <a:pos x="f47" y="f34"/>
              </a:cxn>
            </a:cxnLst>
            <a:rect l="f31" t="f31" r="f48" b="f34"/>
            <a:pathLst>
              <a:path>
                <a:moveTo>
                  <a:pt x="f31" y="f31"/>
                </a:moveTo>
                <a:lnTo>
                  <a:pt x="f45" y="f31"/>
                </a:lnTo>
                <a:lnTo>
                  <a:pt x="f35" y="f41"/>
                </a:lnTo>
                <a:lnTo>
                  <a:pt x="f45" y="f34"/>
                </a:lnTo>
                <a:lnTo>
                  <a:pt x="f31" y="f34"/>
                </a:lnTo>
                <a:close/>
              </a:path>
            </a:pathLst>
          </a:custGeom>
          <a:solidFill>
            <a:srgbClr val="B8F4FF"/>
          </a:solidFill>
          <a:ln cap="flat">
            <a:noFill/>
            <a:prstDash val="solid"/>
          </a:ln>
        </p:spPr>
        <p:txBody>
          <a:bodyPr vert="horz" wrap="square" lIns="91440" tIns="45720" rIns="91440" bIns="45720" anchor="ctr" anchorCtr="1"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endParaRPr kumimoji="0" lang="en-US" sz="1400" b="1" i="0" u="none" strike="noStrike" kern="0" cap="none" spc="0" normalizeH="0" baseline="0" noProof="0">
              <a:ln>
                <a:noFill/>
              </a:ln>
              <a:solidFill>
                <a:srgbClr val="262261"/>
              </a:solidFill>
              <a:effectLst/>
              <a:uLnTx/>
              <a:uFillTx/>
              <a:latin typeface="Calibri"/>
              <a:ea typeface="+mn-ea"/>
              <a:cs typeface="+mn-cs"/>
            </a:endParaRPr>
          </a:p>
        </p:txBody>
      </p:sp>
      <p:sp>
        <p:nvSpPr>
          <p:cNvPr id="9" name="TextBox 9">
            <a:extLst>
              <a:ext uri="{FF2B5EF4-FFF2-40B4-BE49-F238E27FC236}">
                <a16:creationId xmlns:a16="http://schemas.microsoft.com/office/drawing/2014/main" id="{473064E9-2DC3-554D-4E70-06424D6CC4D7}"/>
              </a:ext>
            </a:extLst>
          </p:cNvPr>
          <p:cNvSpPr txBox="1"/>
          <p:nvPr/>
        </p:nvSpPr>
        <p:spPr>
          <a:xfrm>
            <a:off x="494672" y="1102816"/>
            <a:ext cx="3577919" cy="469361"/>
          </a:xfrm>
          <a:prstGeom prst="rect">
            <a:avLst/>
          </a:prstGeom>
          <a:noFill/>
          <a:ln cap="flat">
            <a:noFill/>
          </a:ln>
        </p:spPr>
        <p:txBody>
          <a:bodyPr vert="horz" wrap="square" lIns="91440" tIns="45720" rIns="91440" bIns="45720" anchor="t" anchorCtr="0" compatLnSpc="1">
            <a:spAutoFit/>
          </a:bodyPr>
          <a:lstStyle/>
          <a:p>
            <a:pPr marL="0" marR="0" lvl="0" indent="0" algn="l"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r>
              <a:rPr kumimoji="0" lang="en-US" sz="1400" b="1" i="0" u="none" strike="noStrike" kern="0" cap="none" spc="0" normalizeH="0" baseline="0" noProof="0" dirty="0">
                <a:ln>
                  <a:noFill/>
                </a:ln>
                <a:solidFill>
                  <a:srgbClr val="000000"/>
                </a:solidFill>
                <a:effectLst/>
                <a:uLnTx/>
                <a:uFillTx/>
                <a:latin typeface="Arial"/>
                <a:ea typeface="+mn-ea"/>
                <a:cs typeface="+mn-cs"/>
              </a:rPr>
              <a:t>Sustain</a:t>
            </a:r>
            <a:r>
              <a:rPr kumimoji="0" lang="en-US" sz="1400" b="1" i="0" u="none" strike="noStrike" kern="1200" cap="none" spc="0" normalizeH="0" baseline="0" noProof="0" dirty="0">
                <a:ln>
                  <a:noFill/>
                </a:ln>
                <a:solidFill>
                  <a:srgbClr val="000000"/>
                </a:solidFill>
                <a:effectLst/>
                <a:uLnTx/>
                <a:uFillTx/>
                <a:latin typeface="Arial"/>
                <a:ea typeface="+mn-ea"/>
                <a:cs typeface="+mn-cs"/>
              </a:rPr>
              <a:t> Momentum</a:t>
            </a:r>
          </a:p>
          <a:p>
            <a:pPr marL="0" marR="0" lvl="0" indent="0" algn="l"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r>
              <a:rPr kumimoji="0" lang="en-US" sz="1000" b="1" i="1" u="none" strike="noStrike" kern="1200" cap="none" spc="0" normalizeH="0" baseline="0" noProof="0" dirty="0">
                <a:ln>
                  <a:noFill/>
                </a:ln>
                <a:solidFill>
                  <a:srgbClr val="000000"/>
                </a:solidFill>
                <a:effectLst/>
                <a:uLnTx/>
                <a:uFillTx/>
                <a:latin typeface="Arial"/>
                <a:ea typeface="+mn-ea"/>
                <a:cs typeface="+mn-cs"/>
              </a:rPr>
              <a:t>Protect and grow demand in top volume accounts</a:t>
            </a:r>
            <a:endParaRPr kumimoji="0" lang="en-US" sz="1000" b="1" i="1" u="none" strike="noStrike" kern="0" cap="none" spc="0" normalizeH="0" baseline="0" noProof="0" dirty="0">
              <a:ln>
                <a:noFill/>
              </a:ln>
              <a:solidFill>
                <a:srgbClr val="000000"/>
              </a:solidFill>
              <a:effectLst/>
              <a:uLnTx/>
              <a:uFillTx/>
              <a:latin typeface="Arial"/>
              <a:ea typeface="+mn-ea"/>
              <a:cs typeface="+mn-cs"/>
            </a:endParaRPr>
          </a:p>
        </p:txBody>
      </p:sp>
      <p:sp>
        <p:nvSpPr>
          <p:cNvPr id="10" name="TextBox 10">
            <a:extLst>
              <a:ext uri="{FF2B5EF4-FFF2-40B4-BE49-F238E27FC236}">
                <a16:creationId xmlns:a16="http://schemas.microsoft.com/office/drawing/2014/main" id="{C9BBAE98-8207-FE48-7CC8-CF287ABBFAD5}"/>
              </a:ext>
            </a:extLst>
          </p:cNvPr>
          <p:cNvSpPr txBox="1"/>
          <p:nvPr/>
        </p:nvSpPr>
        <p:spPr>
          <a:xfrm>
            <a:off x="4332147" y="1107817"/>
            <a:ext cx="2963433" cy="469361"/>
          </a:xfrm>
          <a:prstGeom prst="rect">
            <a:avLst/>
          </a:prstGeom>
          <a:noFill/>
          <a:ln cap="flat">
            <a:noFill/>
          </a:ln>
        </p:spPr>
        <p:txBody>
          <a:bodyPr vert="horz" wrap="square" lIns="91440" tIns="45720" rIns="91440" bIns="45720" anchor="t" anchorCtr="0" compatLnSpc="1">
            <a:spAutoFit/>
          </a:bodyPr>
          <a:lstStyle/>
          <a:p>
            <a:pPr marL="0" marR="0" lvl="0" indent="0" algn="l"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r>
              <a:rPr kumimoji="0" lang="en-US" sz="1400" b="1" i="0" u="none" strike="noStrike" kern="0" cap="none" spc="0" normalizeH="0" baseline="0" noProof="0" dirty="0">
                <a:ln>
                  <a:noFill/>
                </a:ln>
                <a:solidFill>
                  <a:srgbClr val="000000"/>
                </a:solidFill>
                <a:effectLst/>
                <a:uLnTx/>
                <a:uFillTx/>
                <a:latin typeface="Arial"/>
                <a:ea typeface="+mn-ea"/>
                <a:cs typeface="+mn-cs"/>
              </a:rPr>
              <a:t>Deepen the Base </a:t>
            </a:r>
          </a:p>
          <a:p>
            <a:pPr marL="0" marR="0" lvl="0" indent="0" algn="l"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r>
              <a:rPr kumimoji="0" lang="en-US" sz="1000" b="1" i="1" u="none" strike="noStrike" kern="0" cap="none" spc="0" normalizeH="0" baseline="0" noProof="0" dirty="0">
                <a:ln>
                  <a:noFill/>
                </a:ln>
                <a:solidFill>
                  <a:srgbClr val="000000"/>
                </a:solidFill>
                <a:effectLst/>
                <a:uLnTx/>
                <a:uFillTx/>
                <a:latin typeface="Arial"/>
                <a:ea typeface="+mn-ea"/>
                <a:cs typeface="+mn-cs"/>
              </a:rPr>
              <a:t>Reactivate prior experience accounts</a:t>
            </a:r>
          </a:p>
        </p:txBody>
      </p:sp>
      <p:sp>
        <p:nvSpPr>
          <p:cNvPr id="11" name="TextBox 11">
            <a:extLst>
              <a:ext uri="{FF2B5EF4-FFF2-40B4-BE49-F238E27FC236}">
                <a16:creationId xmlns:a16="http://schemas.microsoft.com/office/drawing/2014/main" id="{3F91C9AE-0C9E-B029-E591-347C7BC417BC}"/>
              </a:ext>
            </a:extLst>
          </p:cNvPr>
          <p:cNvSpPr txBox="1"/>
          <p:nvPr/>
        </p:nvSpPr>
        <p:spPr>
          <a:xfrm>
            <a:off x="8176978" y="1105675"/>
            <a:ext cx="2963433" cy="469361"/>
          </a:xfrm>
          <a:prstGeom prst="rect">
            <a:avLst/>
          </a:prstGeom>
          <a:noFill/>
          <a:ln cap="flat">
            <a:noFill/>
          </a:ln>
        </p:spPr>
        <p:txBody>
          <a:bodyPr vert="horz" wrap="square" lIns="91440" tIns="45720" rIns="91440" bIns="45720" anchor="t" anchorCtr="0" compatLnSpc="1">
            <a:spAutoFit/>
          </a:bodyPr>
          <a:lstStyle/>
          <a:p>
            <a:pPr marL="0" marR="0" lvl="0" indent="0" algn="l"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r>
              <a:rPr kumimoji="0" lang="en-US" sz="1400" b="1" i="0" u="none" strike="noStrike" kern="0" cap="none" spc="0" normalizeH="0" baseline="0" noProof="0" dirty="0">
                <a:ln>
                  <a:noFill/>
                </a:ln>
                <a:solidFill>
                  <a:srgbClr val="000000"/>
                </a:solidFill>
                <a:effectLst/>
                <a:uLnTx/>
                <a:uFillTx/>
                <a:latin typeface="Arial"/>
                <a:ea typeface="+mn-ea"/>
                <a:cs typeface="+mn-cs"/>
              </a:rPr>
              <a:t>Unlock New Growth</a:t>
            </a:r>
          </a:p>
          <a:p>
            <a:pPr marL="0" marR="0" lvl="0" indent="0" algn="l"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r>
              <a:rPr kumimoji="0" lang="en-US" sz="1000" b="1" i="1" u="none" strike="noStrike" kern="1200" cap="none" spc="0" normalizeH="0" baseline="0" noProof="0" dirty="0">
                <a:ln>
                  <a:noFill/>
                </a:ln>
                <a:solidFill>
                  <a:srgbClr val="000000"/>
                </a:solidFill>
                <a:effectLst/>
                <a:uLnTx/>
                <a:uFillTx/>
                <a:latin typeface="Arial"/>
                <a:ea typeface="+mn-ea"/>
                <a:cs typeface="+mn-cs"/>
              </a:rPr>
              <a:t>Activate never-written and emerging accounts </a:t>
            </a:r>
            <a:endParaRPr kumimoji="0" lang="en-US" sz="1000" b="1" i="1" u="none" strike="noStrike" kern="0" cap="none" spc="0" normalizeH="0" baseline="0" noProof="0" dirty="0">
              <a:ln>
                <a:noFill/>
              </a:ln>
              <a:solidFill>
                <a:srgbClr val="000000"/>
              </a:solidFill>
              <a:effectLst/>
              <a:uLnTx/>
              <a:uFillTx/>
              <a:latin typeface="Arial"/>
              <a:ea typeface="+mn-ea"/>
              <a:cs typeface="+mn-cs"/>
            </a:endParaRPr>
          </a:p>
        </p:txBody>
      </p:sp>
      <p:sp>
        <p:nvSpPr>
          <p:cNvPr id="24" name="TextBox 26">
            <a:extLst>
              <a:ext uri="{FF2B5EF4-FFF2-40B4-BE49-F238E27FC236}">
                <a16:creationId xmlns:a16="http://schemas.microsoft.com/office/drawing/2014/main" id="{0EA765CB-7ADA-2370-3045-AE5E12CF65E4}"/>
              </a:ext>
            </a:extLst>
          </p:cNvPr>
          <p:cNvSpPr txBox="1"/>
          <p:nvPr/>
        </p:nvSpPr>
        <p:spPr>
          <a:xfrm>
            <a:off x="183949" y="6571673"/>
            <a:ext cx="7882603" cy="215441"/>
          </a:xfrm>
          <a:prstGeom prst="rect">
            <a:avLst/>
          </a:prstGeom>
          <a:noFill/>
          <a:ln cap="flat">
            <a:noFill/>
          </a:ln>
        </p:spPr>
        <p:txBody>
          <a:bodyPr vert="horz" wrap="square" lIns="91440" tIns="45720" rIns="91440" bIns="45720" anchor="t" anchorCtr="0" compatLnSpc="1">
            <a:spAutoFit/>
          </a:bodyPr>
          <a:lstStyle/>
          <a:p>
            <a:pPr marL="0" marR="0" lvl="0" indent="0" algn="l" defTabSz="914400" rtl="0" eaLnBrk="1" fontAlgn="auto" latinLnBrk="0" hangingPunct="0">
              <a:lnSpc>
                <a:spcPct val="100000"/>
              </a:lnSpc>
              <a:spcBef>
                <a:spcPts val="0"/>
              </a:spcBef>
              <a:spcAft>
                <a:spcPts val="0"/>
              </a:spcAft>
              <a:buClrTx/>
              <a:buSzTx/>
              <a:buFontTx/>
              <a:buNone/>
              <a:tabLst/>
              <a:defRPr sz="1800" b="0" i="0" u="none" strike="noStrike" kern="0" cap="none" spc="0" baseline="0">
                <a:solidFill>
                  <a:srgbClr val="000000"/>
                </a:solidFill>
                <a:uFillTx/>
              </a:defRPr>
            </a:pPr>
            <a:r>
              <a:rPr kumimoji="0" lang="en-US" sz="800" b="0" i="0" u="none" strike="noStrike" kern="1200" cap="none" spc="0" normalizeH="0" baseline="0" noProof="0" dirty="0">
                <a:ln>
                  <a:noFill/>
                </a:ln>
                <a:solidFill>
                  <a:srgbClr val="000000"/>
                </a:solidFill>
                <a:effectLst/>
                <a:uLnTx/>
                <a:uFillTx/>
                <a:latin typeface="Arial"/>
                <a:ea typeface="+mn-ea"/>
                <a:cs typeface="+mn-cs"/>
              </a:rPr>
              <a:t>* Texas Oncology was selected as a high-potential network to implement targeted Fyarro media through geofencing</a:t>
            </a:r>
          </a:p>
        </p:txBody>
      </p:sp>
      <p:sp>
        <p:nvSpPr>
          <p:cNvPr id="26" name="TextBox 25">
            <a:extLst>
              <a:ext uri="{FF2B5EF4-FFF2-40B4-BE49-F238E27FC236}">
                <a16:creationId xmlns:a16="http://schemas.microsoft.com/office/drawing/2014/main" id="{DE28440C-B1DC-F0C6-C1C3-7A05DD2BB946}"/>
              </a:ext>
            </a:extLst>
          </p:cNvPr>
          <p:cNvSpPr txBox="1"/>
          <p:nvPr/>
        </p:nvSpPr>
        <p:spPr>
          <a:xfrm>
            <a:off x="1557658" y="4554419"/>
            <a:ext cx="8929359" cy="1415772"/>
          </a:xfrm>
          <a:prstGeom prst="rect">
            <a:avLst/>
          </a:prstGeom>
          <a:noFill/>
          <a:ln w="12700" cap="flat">
            <a:solidFill>
              <a:srgbClr val="006476"/>
            </a:solidFill>
            <a:miter lim="400000"/>
          </a:ln>
          <a:effectLst/>
          <a:sp3d/>
        </p:spPr>
        <p:style>
          <a:lnRef idx="0">
            <a:scrgbClr r="0" g="0" b="0"/>
          </a:lnRef>
          <a:fillRef idx="0">
            <a:scrgbClr r="0" g="0" b="0"/>
          </a:fillRef>
          <a:effectRef idx="0">
            <a:scrgbClr r="0" g="0" b="0"/>
          </a:effectRef>
          <a:fontRef idx="none"/>
        </p:style>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Pct val="100000"/>
              <a:buFontTx/>
              <a:buNone/>
              <a:tabLst/>
              <a:defRPr/>
            </a:pPr>
            <a:endParaRPr kumimoji="0" lang="en-US" sz="1400" b="0" i="0" u="none" strike="noStrike" kern="1200" cap="none" spc="0" normalizeH="0" baseline="0" noProof="0" dirty="0">
              <a:ln>
                <a:noFill/>
              </a:ln>
              <a:solidFill>
                <a:srgbClr val="000000">
                  <a:lumMod val="85000"/>
                  <a:lumOff val="15000"/>
                </a:srgbClr>
              </a:solidFill>
              <a:effectLst/>
              <a:uLnTx/>
              <a:uFillTx/>
              <a:latin typeface="Arial" panose="020B0604020202020204"/>
              <a:ea typeface="+mn-ea"/>
              <a:cs typeface="Calibri"/>
              <a:sym typeface="Arial"/>
            </a:endParaRPr>
          </a:p>
          <a:p>
            <a:pPr marL="0" marR="0" lvl="0" indent="0" algn="l" defTabSz="914400" rtl="0" eaLnBrk="1" fontAlgn="auto" latinLnBrk="0" hangingPunct="1">
              <a:lnSpc>
                <a:spcPct val="100000"/>
              </a:lnSpc>
              <a:spcBef>
                <a:spcPts val="0"/>
              </a:spcBef>
              <a:spcAft>
                <a:spcPts val="0"/>
              </a:spcAft>
              <a:buClr>
                <a:srgbClr val="000000"/>
              </a:buClr>
              <a:buSzPct val="100000"/>
              <a:buFontTx/>
              <a:buNone/>
              <a:tabLst/>
              <a:defRPr/>
            </a:pPr>
            <a:r>
              <a:rPr kumimoji="0" lang="en-US" sz="1600" b="0" i="0" u="none" strike="noStrike" kern="1200" cap="none" spc="0" normalizeH="0" baseline="0" noProof="0" dirty="0">
                <a:ln>
                  <a:noFill/>
                </a:ln>
                <a:solidFill>
                  <a:srgbClr val="000000">
                    <a:lumMod val="85000"/>
                    <a:lumOff val="15000"/>
                  </a:srgbClr>
                </a:solidFill>
                <a:effectLst/>
                <a:uLnTx/>
                <a:uFillTx/>
                <a:latin typeface="Arial" panose="020B0604020202020204"/>
                <a:ea typeface="+mn-ea"/>
                <a:cs typeface="Calibri"/>
                <a:sym typeface="Arial"/>
              </a:rPr>
              <a:t>Target Focus on Key Accounts- Mix of account site visits and sarcoma events/conferences</a:t>
            </a:r>
          </a:p>
          <a:p>
            <a:pPr marL="342900" marR="0" lvl="0" indent="-342900" algn="l" defTabSz="914400" rtl="0" eaLnBrk="1" fontAlgn="auto" latinLnBrk="0" hangingPunct="1">
              <a:lnSpc>
                <a:spcPct val="100000"/>
              </a:lnSpc>
              <a:spcBef>
                <a:spcPts val="0"/>
              </a:spcBef>
              <a:spcAft>
                <a:spcPts val="0"/>
              </a:spcAft>
              <a:buClr>
                <a:srgbClr val="000000"/>
              </a:buClr>
              <a:buSzPct val="100000"/>
              <a:buFont typeface="Arial" panose="020B0604020202020204" pitchFamily="34" charset="0"/>
              <a:buChar char="•"/>
              <a:tabLst/>
              <a:defRPr/>
            </a:pPr>
            <a:r>
              <a:rPr kumimoji="0" lang="en-US" sz="1400" b="1" i="0" u="none" strike="noStrike" kern="1200" cap="none" spc="0" normalizeH="0" baseline="0" noProof="0" dirty="0">
                <a:ln>
                  <a:noFill/>
                </a:ln>
                <a:solidFill>
                  <a:srgbClr val="000000">
                    <a:lumMod val="85000"/>
                    <a:lumOff val="15000"/>
                  </a:srgbClr>
                </a:solidFill>
                <a:effectLst/>
                <a:uLnTx/>
                <a:uFillTx/>
                <a:latin typeface="Arial" panose="020B0604020202020204"/>
                <a:ea typeface="+mn-ea"/>
                <a:cs typeface="Calibri"/>
                <a:sym typeface="Arial"/>
              </a:rPr>
              <a:t>50% reach in Top 25 accounts in first trimester despite 2 RBM vacancies</a:t>
            </a:r>
          </a:p>
          <a:p>
            <a:pPr marL="342900" marR="0" lvl="0" indent="-342900" algn="l" defTabSz="914400" rtl="0" eaLnBrk="1" fontAlgn="auto" latinLnBrk="0" hangingPunct="1">
              <a:lnSpc>
                <a:spcPct val="100000"/>
              </a:lnSpc>
              <a:spcBef>
                <a:spcPts val="0"/>
              </a:spcBef>
              <a:spcAft>
                <a:spcPts val="0"/>
              </a:spcAft>
              <a:buClr>
                <a:srgbClr val="000000"/>
              </a:buClr>
              <a:buSzPct val="100000"/>
              <a:buFont typeface="Arial" panose="020B0604020202020204" pitchFamily="34" charset="0"/>
              <a:buChar char="•"/>
              <a:tabLst/>
              <a:defRPr/>
            </a:pPr>
            <a:r>
              <a:rPr kumimoji="0" lang="en-US" sz="1400" b="1" i="0" u="none" strike="noStrike" kern="1200" cap="none" spc="0" normalizeH="0" baseline="0" noProof="0" dirty="0">
                <a:ln>
                  <a:noFill/>
                </a:ln>
                <a:solidFill>
                  <a:srgbClr val="000000">
                    <a:lumMod val="85000"/>
                    <a:lumOff val="15000"/>
                  </a:srgbClr>
                </a:solidFill>
                <a:effectLst/>
                <a:uLnTx/>
                <a:uFillTx/>
                <a:latin typeface="Arial" panose="020B0604020202020204"/>
                <a:ea typeface="+mn-ea"/>
                <a:cs typeface="Calibri"/>
                <a:sym typeface="Arial"/>
              </a:rPr>
              <a:t>32 Account meetings and appts with Top 75 Accounts</a:t>
            </a:r>
          </a:p>
          <a:p>
            <a:pPr marL="342900" marR="0" lvl="0" indent="-342900" algn="l" defTabSz="914400" rtl="0" eaLnBrk="1" fontAlgn="auto" latinLnBrk="0" hangingPunct="1">
              <a:lnSpc>
                <a:spcPct val="100000"/>
              </a:lnSpc>
              <a:spcBef>
                <a:spcPts val="0"/>
              </a:spcBef>
              <a:spcAft>
                <a:spcPts val="0"/>
              </a:spcAft>
              <a:buClr>
                <a:srgbClr val="000000"/>
              </a:buClr>
              <a:buSzPct val="100000"/>
              <a:buFont typeface="Arial" panose="020B0604020202020204" pitchFamily="34" charset="0"/>
              <a:buChar char="•"/>
              <a:tabLst/>
              <a:defRPr/>
            </a:pPr>
            <a:r>
              <a:rPr kumimoji="0" lang="en-US" sz="1400" b="0" i="0" u="none" strike="noStrike" kern="1200" cap="none" spc="0" normalizeH="0" baseline="0" noProof="0" dirty="0">
                <a:ln>
                  <a:noFill/>
                </a:ln>
                <a:solidFill>
                  <a:srgbClr val="000000">
                    <a:lumMod val="85000"/>
                    <a:lumOff val="15000"/>
                  </a:srgbClr>
                </a:solidFill>
                <a:effectLst/>
                <a:uLnTx/>
                <a:uFillTx/>
                <a:latin typeface="Arial" panose="020B0604020202020204"/>
                <a:ea typeface="+mn-ea"/>
                <a:cs typeface="Calibri"/>
                <a:sym typeface="Arial"/>
              </a:rPr>
              <a:t>Attended </a:t>
            </a:r>
            <a:r>
              <a:rPr kumimoji="0" lang="en-US" sz="1400" b="1" i="0" u="none" strike="noStrike" kern="1200" cap="none" spc="0" normalizeH="0" baseline="0" noProof="0" dirty="0">
                <a:ln>
                  <a:noFill/>
                </a:ln>
                <a:solidFill>
                  <a:srgbClr val="000000">
                    <a:lumMod val="85000"/>
                    <a:lumOff val="15000"/>
                  </a:srgbClr>
                </a:solidFill>
                <a:effectLst/>
                <a:uLnTx/>
                <a:uFillTx/>
                <a:latin typeface="Arial" panose="020B0604020202020204"/>
                <a:ea typeface="+mn-ea"/>
                <a:cs typeface="Calibri"/>
                <a:sym typeface="Arial"/>
              </a:rPr>
              <a:t>5</a:t>
            </a:r>
            <a:r>
              <a:rPr kumimoji="0" lang="en-US" sz="1400" b="0" i="0" u="none" strike="noStrike" kern="1200" cap="none" spc="0" normalizeH="0" baseline="0" noProof="0" dirty="0">
                <a:ln>
                  <a:noFill/>
                </a:ln>
                <a:solidFill>
                  <a:srgbClr val="000000">
                    <a:lumMod val="85000"/>
                    <a:lumOff val="15000"/>
                  </a:srgbClr>
                </a:solidFill>
                <a:effectLst/>
                <a:uLnTx/>
                <a:uFillTx/>
                <a:latin typeface="Arial" panose="020B0604020202020204"/>
                <a:ea typeface="+mn-ea"/>
                <a:cs typeface="Calibri"/>
                <a:sym typeface="Arial"/>
              </a:rPr>
              <a:t> Sarcoma conference &amp; events in March &amp; April </a:t>
            </a:r>
          </a:p>
          <a:p>
            <a:pPr marL="342900" marR="0" lvl="0" indent="-342900" algn="l" defTabSz="914400" rtl="0" eaLnBrk="1" fontAlgn="auto" latinLnBrk="0" hangingPunct="1">
              <a:lnSpc>
                <a:spcPct val="100000"/>
              </a:lnSpc>
              <a:spcBef>
                <a:spcPts val="0"/>
              </a:spcBef>
              <a:spcAft>
                <a:spcPts val="0"/>
              </a:spcAft>
              <a:buClr>
                <a:srgbClr val="000000"/>
              </a:buClr>
              <a:buSzPct val="100000"/>
              <a:buFont typeface="Arial" panose="020B0604020202020204" pitchFamily="34" charset="0"/>
              <a:buChar char="•"/>
              <a:tabLst/>
              <a:defRPr/>
            </a:pPr>
            <a:r>
              <a:rPr kumimoji="0" lang="en-US" sz="1400" b="0" i="0" u="none" strike="noStrike" kern="1200" cap="none" spc="0" normalizeH="0" baseline="0" noProof="0" dirty="0">
                <a:ln>
                  <a:noFill/>
                </a:ln>
                <a:solidFill>
                  <a:srgbClr val="000000">
                    <a:lumMod val="85000"/>
                    <a:lumOff val="15000"/>
                  </a:srgbClr>
                </a:solidFill>
                <a:effectLst/>
                <a:uLnTx/>
                <a:uFillTx/>
                <a:latin typeface="Arial" panose="020B0604020202020204"/>
                <a:ea typeface="+mn-ea"/>
                <a:cs typeface="Calibri"/>
                <a:sym typeface="Arial"/>
              </a:rPr>
              <a:t>High impact SGO conference with multiple meetings with </a:t>
            </a:r>
            <a:r>
              <a:rPr kumimoji="0" lang="en-US" sz="1400" b="1" i="0" u="none" strike="noStrike" kern="1200" cap="none" spc="0" normalizeH="0" baseline="0" noProof="0" dirty="0">
                <a:ln>
                  <a:noFill/>
                </a:ln>
                <a:solidFill>
                  <a:srgbClr val="000000">
                    <a:lumMod val="85000"/>
                    <a:lumOff val="15000"/>
                  </a:srgbClr>
                </a:solidFill>
                <a:effectLst/>
                <a:uLnTx/>
                <a:uFillTx/>
                <a:latin typeface="Arial" panose="020B0604020202020204"/>
                <a:ea typeface="+mn-ea"/>
                <a:cs typeface="Calibri"/>
                <a:sym typeface="Arial"/>
              </a:rPr>
              <a:t>9</a:t>
            </a:r>
            <a:r>
              <a:rPr kumimoji="0" lang="en-US" sz="1400" b="0" i="0" u="none" strike="noStrike" kern="1200" cap="none" spc="0" normalizeH="0" baseline="0" noProof="0" dirty="0">
                <a:ln>
                  <a:noFill/>
                </a:ln>
                <a:solidFill>
                  <a:srgbClr val="000000">
                    <a:lumMod val="85000"/>
                    <a:lumOff val="15000"/>
                  </a:srgbClr>
                </a:solidFill>
                <a:effectLst/>
                <a:uLnTx/>
                <a:uFillTx/>
                <a:latin typeface="Arial" panose="020B0604020202020204"/>
                <a:ea typeface="+mn-ea"/>
                <a:cs typeface="Calibri"/>
                <a:sym typeface="Arial"/>
              </a:rPr>
              <a:t> Gyn Oncologists from key accounts </a:t>
            </a:r>
          </a:p>
        </p:txBody>
      </p:sp>
      <p:sp>
        <p:nvSpPr>
          <p:cNvPr id="27" name="TextBox 26">
            <a:extLst>
              <a:ext uri="{FF2B5EF4-FFF2-40B4-BE49-F238E27FC236}">
                <a16:creationId xmlns:a16="http://schemas.microsoft.com/office/drawing/2014/main" id="{B73AE4BE-4FFC-5249-3774-FD4E832AEC4B}"/>
              </a:ext>
            </a:extLst>
          </p:cNvPr>
          <p:cNvSpPr txBox="1"/>
          <p:nvPr/>
        </p:nvSpPr>
        <p:spPr>
          <a:xfrm>
            <a:off x="389662" y="3640810"/>
            <a:ext cx="3682929" cy="1015661"/>
          </a:xfrm>
          <a:prstGeom prst="rect">
            <a:avLst/>
          </a:prstGeom>
          <a:noFill/>
          <a:ln w="12700" cap="flat">
            <a:solidFill>
              <a:schemeClr val="accent6">
                <a:lumMod val="20000"/>
                <a:lumOff val="8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lvl="0" indent="0" algn="l" defTabSz="914400" rtl="0" eaLnBrk="1" fontAlgn="auto" latinLnBrk="0" hangingPunct="0">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000000"/>
              </a:solidFill>
              <a:effectLst/>
              <a:uLnTx/>
              <a:uFillTx/>
              <a:latin typeface="Arial"/>
              <a:ea typeface="Arial"/>
              <a:cs typeface="Arial"/>
              <a:sym typeface="Arial"/>
            </a:endParaRPr>
          </a:p>
          <a:p>
            <a:pPr marL="0" marR="0" lvl="0" indent="0" algn="l" defTabSz="914400" rtl="0" eaLnBrk="1" fontAlgn="auto" latinLnBrk="0" hangingPunct="0">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Arial"/>
                <a:ea typeface="Arial"/>
                <a:cs typeface="Arial"/>
                <a:sym typeface="Arial"/>
              </a:rPr>
              <a:t>Jan 15- Met with Dr. Grilley-Olsen, </a:t>
            </a:r>
          </a:p>
          <a:p>
            <a:pPr marL="0" marR="0" lvl="0" indent="0" algn="l" defTabSz="914400" rtl="0" eaLnBrk="1" fontAlgn="auto" latinLnBrk="0" hangingPunct="0">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Arial"/>
                <a:ea typeface="Arial"/>
                <a:cs typeface="Arial"/>
                <a:sym typeface="Arial"/>
              </a:rPr>
              <a:t>Feb 5- Met with Grilley Olsen, Gyn </a:t>
            </a:r>
            <a:r>
              <a:rPr kumimoji="0" lang="en-US" sz="1000" b="0" i="0" u="none" strike="noStrike" kern="1200" cap="none" spc="0" normalizeH="0" baseline="0" noProof="0" dirty="0" err="1">
                <a:ln>
                  <a:noFill/>
                </a:ln>
                <a:solidFill>
                  <a:srgbClr val="000000"/>
                </a:solidFill>
                <a:effectLst/>
                <a:uLnTx/>
                <a:uFillTx/>
                <a:latin typeface="Arial"/>
                <a:ea typeface="Arial"/>
                <a:cs typeface="Arial"/>
                <a:sym typeface="Arial"/>
              </a:rPr>
              <a:t>Oncs</a:t>
            </a:r>
            <a:r>
              <a:rPr kumimoji="0" lang="en-US" sz="1000" b="0" i="0" u="none" strike="noStrike" kern="1200" cap="none" spc="0" normalizeH="0" baseline="0" noProof="0" dirty="0">
                <a:ln>
                  <a:noFill/>
                </a:ln>
                <a:solidFill>
                  <a:srgbClr val="000000"/>
                </a:solidFill>
                <a:effectLst/>
                <a:uLnTx/>
                <a:uFillTx/>
                <a:latin typeface="Arial"/>
                <a:ea typeface="Arial"/>
                <a:cs typeface="Arial"/>
                <a:sym typeface="Arial"/>
              </a:rPr>
              <a:t> &amp; Pharmacy.  </a:t>
            </a:r>
          </a:p>
          <a:p>
            <a:pPr marL="0" marR="0" lvl="0" indent="0" algn="l" defTabSz="914400" rtl="0" eaLnBrk="1" fontAlgn="auto" latinLnBrk="0" hangingPunct="0">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Arial"/>
                <a:ea typeface="Arial"/>
                <a:cs typeface="Arial"/>
                <a:sym typeface="Arial"/>
              </a:rPr>
              <a:t>May15- Speaker program </a:t>
            </a:r>
          </a:p>
          <a:p>
            <a:pPr marL="0" marR="0" lvl="0" indent="0" algn="l" defTabSz="914400" rtl="0" eaLnBrk="1" fontAlgn="auto" latinLnBrk="0" hangingPunct="0">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000000"/>
              </a:solidFill>
              <a:effectLst/>
              <a:highlight>
                <a:srgbClr val="FFFF00"/>
              </a:highlight>
              <a:uLnTx/>
              <a:uFillTx/>
              <a:latin typeface="Arial"/>
              <a:ea typeface="Arial"/>
              <a:cs typeface="Arial"/>
              <a:sym typeface="Arial"/>
            </a:endParaRPr>
          </a:p>
          <a:p>
            <a:pPr marL="0" marR="0" lvl="0" indent="0" algn="l" defTabSz="914400" rtl="0" eaLnBrk="1" fontAlgn="auto" latinLnBrk="0" hangingPunct="0">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000000"/>
              </a:solidFill>
              <a:effectLst/>
              <a:highlight>
                <a:srgbClr val="FFFF00"/>
              </a:highlight>
              <a:uLnTx/>
              <a:uFillTx/>
              <a:latin typeface="Arial"/>
              <a:ea typeface="Arial"/>
              <a:cs typeface="Arial"/>
              <a:sym typeface="Arial"/>
            </a:endParaRPr>
          </a:p>
        </p:txBody>
      </p:sp>
      <p:sp>
        <p:nvSpPr>
          <p:cNvPr id="28" name="TextBox 27">
            <a:extLst>
              <a:ext uri="{FF2B5EF4-FFF2-40B4-BE49-F238E27FC236}">
                <a16:creationId xmlns:a16="http://schemas.microsoft.com/office/drawing/2014/main" id="{6D7EA36D-1229-E54D-AD29-3499BA75926C}"/>
              </a:ext>
            </a:extLst>
          </p:cNvPr>
          <p:cNvSpPr txBox="1"/>
          <p:nvPr/>
        </p:nvSpPr>
        <p:spPr>
          <a:xfrm>
            <a:off x="4093662" y="3818643"/>
            <a:ext cx="3837098" cy="553996"/>
          </a:xfrm>
          <a:prstGeom prst="rect">
            <a:avLst/>
          </a:prstGeom>
          <a:noFill/>
          <a:ln w="12700" cap="flat">
            <a:solidFill>
              <a:schemeClr val="accent6">
                <a:lumMod val="20000"/>
                <a:lumOff val="8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lvl="0" indent="0" algn="l" defTabSz="914400" rtl="0" eaLnBrk="1" fontAlgn="auto" latinLnBrk="0" hangingPunct="0">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Arial"/>
                <a:ea typeface="Arial"/>
                <a:cs typeface="Arial"/>
                <a:sym typeface="Arial"/>
              </a:rPr>
              <a:t>Jan. 22-Met with Sarcoma Team  KOLs </a:t>
            </a:r>
            <a:r>
              <a:rPr kumimoji="0" lang="en-US" sz="1000" b="0" i="0" u="none" strike="noStrike" kern="1200" cap="none" spc="0" normalizeH="0" baseline="0" noProof="0" dirty="0" err="1">
                <a:ln>
                  <a:noFill/>
                </a:ln>
                <a:solidFill>
                  <a:srgbClr val="000000"/>
                </a:solidFill>
                <a:effectLst/>
                <a:uLnTx/>
                <a:uFillTx/>
                <a:latin typeface="Arial"/>
                <a:ea typeface="Arial"/>
                <a:cs typeface="Arial"/>
                <a:sym typeface="Arial"/>
              </a:rPr>
              <a:t>Dr.s</a:t>
            </a:r>
            <a:r>
              <a:rPr kumimoji="0" lang="en-US" sz="1000" b="0" i="0" u="none" strike="noStrike" kern="1200" cap="none" spc="0" normalizeH="0" baseline="0" noProof="0" dirty="0">
                <a:ln>
                  <a:noFill/>
                </a:ln>
                <a:solidFill>
                  <a:srgbClr val="000000"/>
                </a:solidFill>
                <a:effectLst/>
                <a:uLnTx/>
                <a:uFillTx/>
                <a:latin typeface="Arial"/>
                <a:ea typeface="Arial"/>
                <a:cs typeface="Arial"/>
                <a:sym typeface="Arial"/>
              </a:rPr>
              <a:t> D’Amato, Dr. Trent, at MOSS. HQ partnership with Dr. D’Amato and Women in sarcoma May 30</a:t>
            </a:r>
            <a:r>
              <a:rPr kumimoji="0" lang="en-US" sz="1000" b="0" i="0" u="none" strike="noStrike" kern="1200" cap="none" spc="0" normalizeH="0" baseline="30000" noProof="0" dirty="0">
                <a:ln>
                  <a:noFill/>
                </a:ln>
                <a:solidFill>
                  <a:srgbClr val="000000"/>
                </a:solidFill>
                <a:effectLst/>
                <a:uLnTx/>
                <a:uFillTx/>
                <a:latin typeface="Arial"/>
                <a:ea typeface="Arial"/>
                <a:cs typeface="Arial"/>
                <a:sym typeface="Arial"/>
              </a:rPr>
              <a:t>th</a:t>
            </a:r>
            <a:r>
              <a:rPr kumimoji="0" lang="en-US" sz="1000" b="0" i="0" u="none" strike="noStrike" kern="1200" cap="none" spc="0" normalizeH="0" baseline="0" noProof="0" dirty="0">
                <a:ln>
                  <a:noFill/>
                </a:ln>
                <a:solidFill>
                  <a:srgbClr val="000000"/>
                </a:solidFill>
                <a:effectLst/>
                <a:uLnTx/>
                <a:uFillTx/>
                <a:latin typeface="Arial"/>
                <a:ea typeface="Arial"/>
                <a:cs typeface="Arial"/>
                <a:sym typeface="Arial"/>
              </a:rPr>
              <a:t>  at ASCO</a:t>
            </a:r>
          </a:p>
        </p:txBody>
      </p:sp>
      <p:sp>
        <p:nvSpPr>
          <p:cNvPr id="29" name="TextBox 28">
            <a:extLst>
              <a:ext uri="{FF2B5EF4-FFF2-40B4-BE49-F238E27FC236}">
                <a16:creationId xmlns:a16="http://schemas.microsoft.com/office/drawing/2014/main" id="{D72FE164-4641-02D7-1873-92AD93206BE2}"/>
              </a:ext>
            </a:extLst>
          </p:cNvPr>
          <p:cNvSpPr txBox="1"/>
          <p:nvPr/>
        </p:nvSpPr>
        <p:spPr>
          <a:xfrm>
            <a:off x="8119411" y="3789379"/>
            <a:ext cx="3612949" cy="707884"/>
          </a:xfrm>
          <a:prstGeom prst="rect">
            <a:avLst/>
          </a:prstGeom>
          <a:noFill/>
          <a:ln w="12700" cap="flat">
            <a:solidFill>
              <a:schemeClr val="accent4">
                <a:lumMod val="20000"/>
                <a:lumOff val="8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lvl="0" indent="0" algn="l" defTabSz="914400" rtl="0" eaLnBrk="1" fontAlgn="auto" latinLnBrk="0" hangingPunct="0">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Arial"/>
                <a:ea typeface="Arial"/>
                <a:cs typeface="Arial"/>
                <a:sym typeface="Arial"/>
              </a:rPr>
              <a:t>Jan 23- Met with Dr. Mullinax at MOSS event</a:t>
            </a:r>
          </a:p>
          <a:p>
            <a:pPr marL="0" marR="0" lvl="0" indent="0" algn="l" defTabSz="914400" rtl="0" eaLnBrk="1" fontAlgn="auto" latinLnBrk="0" hangingPunct="0">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Arial"/>
                <a:ea typeface="Arial"/>
                <a:cs typeface="Arial"/>
                <a:sym typeface="Arial"/>
              </a:rPr>
              <a:t>April 21 -Attended Sarcoma event April 21. </a:t>
            </a:r>
          </a:p>
          <a:p>
            <a:pPr marL="0" marR="0" lvl="0" indent="0" algn="l" defTabSz="914400" rtl="0" eaLnBrk="1" fontAlgn="auto" latinLnBrk="0" hangingPunct="0">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Arial"/>
                <a:ea typeface="Arial"/>
                <a:cs typeface="Arial"/>
                <a:sym typeface="Arial"/>
              </a:rPr>
              <a:t>May 14</a:t>
            </a:r>
            <a:r>
              <a:rPr kumimoji="0" lang="en-US" sz="1000" b="0" i="0" u="none" strike="noStrike" kern="1200" cap="none" spc="0" normalizeH="0" baseline="30000" noProof="0" dirty="0">
                <a:ln>
                  <a:noFill/>
                </a:ln>
                <a:solidFill>
                  <a:srgbClr val="000000"/>
                </a:solidFill>
                <a:effectLst/>
                <a:uLnTx/>
                <a:uFillTx/>
                <a:latin typeface="Arial"/>
                <a:ea typeface="Arial"/>
                <a:cs typeface="Arial"/>
                <a:sym typeface="Arial"/>
              </a:rPr>
              <a:t>th</a:t>
            </a:r>
            <a:r>
              <a:rPr kumimoji="0" lang="en-US" sz="1000" b="0" i="0" u="none" strike="noStrike" kern="1200" cap="none" spc="0" normalizeH="0" baseline="0" noProof="0" dirty="0">
                <a:ln>
                  <a:noFill/>
                </a:ln>
                <a:solidFill>
                  <a:srgbClr val="000000"/>
                </a:solidFill>
                <a:effectLst/>
                <a:uLnTx/>
                <a:uFillTx/>
                <a:latin typeface="Arial"/>
                <a:ea typeface="Arial"/>
                <a:cs typeface="Arial"/>
                <a:sym typeface="Arial"/>
              </a:rPr>
              <a:t> - Dinner with Sarcoma team Drs. Druta, Hendricks, Bohl -</a:t>
            </a:r>
          </a:p>
        </p:txBody>
      </p:sp>
      <p:sp>
        <p:nvSpPr>
          <p:cNvPr id="25" name="Rectangle 24">
            <a:extLst>
              <a:ext uri="{FF2B5EF4-FFF2-40B4-BE49-F238E27FC236}">
                <a16:creationId xmlns:a16="http://schemas.microsoft.com/office/drawing/2014/main" id="{C1D18F58-E862-8EDB-3E47-22DB8E63DB0C}"/>
              </a:ext>
            </a:extLst>
          </p:cNvPr>
          <p:cNvSpPr/>
          <p:nvPr/>
        </p:nvSpPr>
        <p:spPr>
          <a:xfrm rot="20571892">
            <a:off x="2777330" y="2286617"/>
            <a:ext cx="955711" cy="261610"/>
          </a:xfrm>
          <a:prstGeom prst="rect">
            <a:avLst/>
          </a:prstGeom>
          <a:noFill/>
        </p:spPr>
        <p:txBody>
          <a:bodyPr wrap="non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w="0"/>
                <a:solidFill>
                  <a:srgbClr val="00B050"/>
                </a:solidFill>
                <a:effectLst/>
                <a:uLnTx/>
                <a:uFillTx/>
                <a:latin typeface="Arial" panose="020B0604020202020204"/>
                <a:ea typeface="+mn-ea"/>
                <a:cs typeface="+mn-cs"/>
              </a:rPr>
              <a:t>+50% R8wk</a:t>
            </a:r>
          </a:p>
        </p:txBody>
      </p:sp>
      <p:pic>
        <p:nvPicPr>
          <p:cNvPr id="36" name="Picture 35">
            <a:extLst>
              <a:ext uri="{FF2B5EF4-FFF2-40B4-BE49-F238E27FC236}">
                <a16:creationId xmlns:a16="http://schemas.microsoft.com/office/drawing/2014/main" id="{491A7487-EAD8-9F29-C9AA-803BDDF88CB7}"/>
              </a:ext>
            </a:extLst>
          </p:cNvPr>
          <p:cNvPicPr>
            <a:picLocks noChangeAspect="1"/>
          </p:cNvPicPr>
          <p:nvPr/>
        </p:nvPicPr>
        <p:blipFill>
          <a:blip r:embed="rId3"/>
          <a:stretch>
            <a:fillRect/>
          </a:stretch>
        </p:blipFill>
        <p:spPr>
          <a:xfrm>
            <a:off x="4286117" y="1884508"/>
            <a:ext cx="3343016" cy="1896701"/>
          </a:xfrm>
          <a:prstGeom prst="rect">
            <a:avLst/>
          </a:prstGeom>
        </p:spPr>
      </p:pic>
      <p:pic>
        <p:nvPicPr>
          <p:cNvPr id="37" name="Picture 36">
            <a:extLst>
              <a:ext uri="{FF2B5EF4-FFF2-40B4-BE49-F238E27FC236}">
                <a16:creationId xmlns:a16="http://schemas.microsoft.com/office/drawing/2014/main" id="{836748D4-D2B3-BF49-EFDE-EA5C1FE46000}"/>
              </a:ext>
            </a:extLst>
          </p:cNvPr>
          <p:cNvPicPr>
            <a:picLocks noChangeAspect="1"/>
          </p:cNvPicPr>
          <p:nvPr/>
        </p:nvPicPr>
        <p:blipFill>
          <a:blip r:embed="rId4"/>
          <a:stretch>
            <a:fillRect/>
          </a:stretch>
        </p:blipFill>
        <p:spPr>
          <a:xfrm>
            <a:off x="6469909" y="2029237"/>
            <a:ext cx="1536325" cy="548688"/>
          </a:xfrm>
          <a:prstGeom prst="rect">
            <a:avLst/>
          </a:prstGeom>
        </p:spPr>
      </p:pic>
      <p:pic>
        <p:nvPicPr>
          <p:cNvPr id="38" name="Picture 37">
            <a:extLst>
              <a:ext uri="{FF2B5EF4-FFF2-40B4-BE49-F238E27FC236}">
                <a16:creationId xmlns:a16="http://schemas.microsoft.com/office/drawing/2014/main" id="{8A6226BB-62D6-5523-A0DD-71D1E6B04F7D}"/>
              </a:ext>
            </a:extLst>
          </p:cNvPr>
          <p:cNvPicPr>
            <a:picLocks noChangeAspect="1"/>
          </p:cNvPicPr>
          <p:nvPr/>
        </p:nvPicPr>
        <p:blipFill>
          <a:blip r:embed="rId5"/>
          <a:stretch>
            <a:fillRect/>
          </a:stretch>
        </p:blipFill>
        <p:spPr>
          <a:xfrm>
            <a:off x="572747" y="1884928"/>
            <a:ext cx="3334310" cy="1886283"/>
          </a:xfrm>
          <a:prstGeom prst="rect">
            <a:avLst/>
          </a:prstGeom>
        </p:spPr>
      </p:pic>
      <p:pic>
        <p:nvPicPr>
          <p:cNvPr id="39" name="Picture 38">
            <a:extLst>
              <a:ext uri="{FF2B5EF4-FFF2-40B4-BE49-F238E27FC236}">
                <a16:creationId xmlns:a16="http://schemas.microsoft.com/office/drawing/2014/main" id="{A039DB05-8D01-F89A-4AFD-AC72E202DDE7}"/>
              </a:ext>
            </a:extLst>
          </p:cNvPr>
          <p:cNvPicPr>
            <a:picLocks noChangeAspect="1"/>
          </p:cNvPicPr>
          <p:nvPr/>
        </p:nvPicPr>
        <p:blipFill>
          <a:blip r:embed="rId6"/>
          <a:stretch>
            <a:fillRect/>
          </a:stretch>
        </p:blipFill>
        <p:spPr>
          <a:xfrm>
            <a:off x="2763892" y="2079489"/>
            <a:ext cx="1005927" cy="573074"/>
          </a:xfrm>
          <a:prstGeom prst="rect">
            <a:avLst/>
          </a:prstGeom>
        </p:spPr>
      </p:pic>
      <p:pic>
        <p:nvPicPr>
          <p:cNvPr id="40" name="Picture 39">
            <a:extLst>
              <a:ext uri="{FF2B5EF4-FFF2-40B4-BE49-F238E27FC236}">
                <a16:creationId xmlns:a16="http://schemas.microsoft.com/office/drawing/2014/main" id="{9D658B01-B9D8-9E01-0A60-12778D20EC77}"/>
              </a:ext>
            </a:extLst>
          </p:cNvPr>
          <p:cNvPicPr>
            <a:picLocks noChangeAspect="1"/>
          </p:cNvPicPr>
          <p:nvPr/>
        </p:nvPicPr>
        <p:blipFill>
          <a:blip r:embed="rId7"/>
          <a:stretch>
            <a:fillRect/>
          </a:stretch>
        </p:blipFill>
        <p:spPr>
          <a:xfrm>
            <a:off x="8176978" y="1898107"/>
            <a:ext cx="3366621" cy="1911475"/>
          </a:xfrm>
          <a:prstGeom prst="rect">
            <a:avLst/>
          </a:prstGeom>
        </p:spPr>
      </p:pic>
      <p:pic>
        <p:nvPicPr>
          <p:cNvPr id="41" name="Picture 40">
            <a:extLst>
              <a:ext uri="{FF2B5EF4-FFF2-40B4-BE49-F238E27FC236}">
                <a16:creationId xmlns:a16="http://schemas.microsoft.com/office/drawing/2014/main" id="{E77D99F3-63A2-2189-0D54-8DF7AB08FE8B}"/>
              </a:ext>
            </a:extLst>
          </p:cNvPr>
          <p:cNvPicPr>
            <a:picLocks noChangeAspect="1"/>
          </p:cNvPicPr>
          <p:nvPr/>
        </p:nvPicPr>
        <p:blipFill>
          <a:blip r:embed="rId8"/>
          <a:stretch>
            <a:fillRect/>
          </a:stretch>
        </p:blipFill>
        <p:spPr>
          <a:xfrm>
            <a:off x="8207720" y="2710603"/>
            <a:ext cx="1450974" cy="707197"/>
          </a:xfrm>
          <a:prstGeom prst="rect">
            <a:avLst/>
          </a:prstGeom>
        </p:spPr>
      </p:pic>
    </p:spTree>
  </p:cSld>
  <p:clrMapOvr>
    <a:masterClrMapping/>
  </p:clrMapOvr>
  <p:transition spd="med">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group of people running&#10;&#10;Description automatically generated">
            <a:extLst>
              <a:ext uri="{FF2B5EF4-FFF2-40B4-BE49-F238E27FC236}">
                <a16:creationId xmlns:a16="http://schemas.microsoft.com/office/drawing/2014/main" id="{24CBF25C-6861-A999-51E1-0173F1BCB502}"/>
              </a:ext>
            </a:extLst>
          </p:cNvPr>
          <p:cNvPicPr>
            <a:picLocks noChangeAspect="1"/>
          </p:cNvPicPr>
          <p:nvPr/>
        </p:nvPicPr>
        <p:blipFill>
          <a:blip r:embed="rId3">
            <a:extLst>
              <a:ext uri="{837473B0-CC2E-450A-ABE3-18F120FF3D39}">
                <a1611:picAttrSrcUrl xmlns:a1611="http://schemas.microsoft.com/office/drawing/2016/11/main" r:id="rId4"/>
              </a:ext>
            </a:extLst>
          </a:blip>
          <a:stretch>
            <a:fillRect/>
          </a:stretch>
        </p:blipFill>
        <p:spPr>
          <a:xfrm>
            <a:off x="509337" y="392905"/>
            <a:ext cx="9881208" cy="5468614"/>
          </a:xfrm>
          <a:prstGeom prst="rect">
            <a:avLst/>
          </a:prstGeom>
        </p:spPr>
      </p:pic>
      <p:sp>
        <p:nvSpPr>
          <p:cNvPr id="2" name="Title 1">
            <a:extLst>
              <a:ext uri="{FF2B5EF4-FFF2-40B4-BE49-F238E27FC236}">
                <a16:creationId xmlns:a16="http://schemas.microsoft.com/office/drawing/2014/main" id="{17D2EF54-C746-F003-71B3-1B0A05FDED6D}"/>
              </a:ext>
            </a:extLst>
          </p:cNvPr>
          <p:cNvSpPr>
            <a:spLocks noGrp="1"/>
          </p:cNvSpPr>
          <p:nvPr>
            <p:ph type="title"/>
          </p:nvPr>
        </p:nvSpPr>
        <p:spPr>
          <a:xfrm>
            <a:off x="72208" y="279113"/>
            <a:ext cx="11536220" cy="808138"/>
          </a:xfrm>
        </p:spPr>
        <p:txBody>
          <a:bodyPr/>
          <a:lstStyle/>
          <a:p>
            <a:r>
              <a:rPr lang="en-US" dirty="0"/>
              <a:t>Strategic Account Focus </a:t>
            </a:r>
          </a:p>
        </p:txBody>
      </p:sp>
      <p:sp>
        <p:nvSpPr>
          <p:cNvPr id="3" name="Slide Number Placeholder 2">
            <a:extLst>
              <a:ext uri="{FF2B5EF4-FFF2-40B4-BE49-F238E27FC236}">
                <a16:creationId xmlns:a16="http://schemas.microsoft.com/office/drawing/2014/main" id="{E62BDCFD-54B2-16B2-525F-69CB4BE4D33E}"/>
              </a:ext>
            </a:extLst>
          </p:cNvPr>
          <p:cNvSpPr>
            <a:spLocks noGrp="1"/>
          </p:cNvSpPr>
          <p:nvPr>
            <p:ph type="sldNum" sz="quarter" idx="11"/>
          </p:nvPr>
        </p:nvSpPr>
        <p:spPr>
          <a:xfrm>
            <a:off x="296055" y="6412748"/>
            <a:ext cx="426564" cy="365125"/>
          </a:xfrm>
          <a:prstGeom prst="rect">
            <a:avLst/>
          </a:prstGeom>
        </p:spPr>
        <p:txBody>
          <a:bodyPr vert="horz" lIns="91440" tIns="45720" rIns="91440" bIns="45720" rtlCol="0" anchor="ctr"/>
          <a:lstStyle>
            <a:defPPr>
              <a:defRPr lang="en-US"/>
            </a:defPPr>
            <a:lvl1pPr marL="0" algn="l" defTabSz="914400" rtl="0" eaLnBrk="1" latinLnBrk="0" hangingPunct="1">
              <a:defRPr sz="9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2B143D1D-9801-49CA-88C0-178C03B6937F}" type="slidenum">
              <a:rPr kumimoji="0" lang="en-US" sz="900" b="0" i="0" u="none" strike="noStrike" kern="1200" cap="none" spc="0" normalizeH="0" baseline="0" noProof="0" smtClean="0">
                <a:ln>
                  <a:noFill/>
                </a:ln>
                <a:solidFill>
                  <a:srgbClr val="FFFFFF">
                    <a:lumMod val="50000"/>
                  </a:srgbClr>
                </a:solidFill>
                <a:effectLst/>
                <a:uLnTx/>
                <a:uFillTx/>
                <a:latin typeface="Arial" panose="020B06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18</a:t>
            </a:fld>
            <a:endParaRPr kumimoji="0" lang="en-US" sz="900" b="0" i="0" u="none" strike="noStrike" kern="1200" cap="none" spc="0" normalizeH="0" baseline="0" noProof="0" dirty="0">
              <a:ln>
                <a:noFill/>
              </a:ln>
              <a:solidFill>
                <a:srgbClr val="FFFFFF">
                  <a:lumMod val="50000"/>
                </a:srgbClr>
              </a:solidFill>
              <a:effectLst/>
              <a:uLnTx/>
              <a:uFillTx/>
              <a:latin typeface="Arial" panose="020B0604020202020204"/>
              <a:ea typeface="+mn-ea"/>
              <a:cs typeface="+mn-cs"/>
            </a:endParaRPr>
          </a:p>
        </p:txBody>
      </p:sp>
      <p:graphicFrame>
        <p:nvGraphicFramePr>
          <p:cNvPr id="4" name="Diagram 3">
            <a:extLst>
              <a:ext uri="{FF2B5EF4-FFF2-40B4-BE49-F238E27FC236}">
                <a16:creationId xmlns:a16="http://schemas.microsoft.com/office/drawing/2014/main" id="{AFF73F07-FC73-EC97-CC77-5A4BD02FD08C}"/>
              </a:ext>
            </a:extLst>
          </p:cNvPr>
          <p:cNvGraphicFramePr/>
          <p:nvPr/>
        </p:nvGraphicFramePr>
        <p:xfrm>
          <a:off x="2729994" y="794584"/>
          <a:ext cx="6585457" cy="5800726"/>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31182997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3C53E70-F044-BC4B-A63F-2F13F6DD1615}"/>
              </a:ext>
            </a:extLst>
          </p:cNvPr>
          <p:cNvSpPr>
            <a:spLocks noGrp="1"/>
          </p:cNvSpPr>
          <p:nvPr>
            <p:ph type="title"/>
          </p:nvPr>
        </p:nvSpPr>
        <p:spPr>
          <a:xfrm>
            <a:off x="272233" y="170915"/>
            <a:ext cx="11536220" cy="808138"/>
          </a:xfrm>
        </p:spPr>
        <p:txBody>
          <a:bodyPr/>
          <a:lstStyle/>
          <a:p>
            <a:r>
              <a:rPr lang="en-US" dirty="0"/>
              <a:t>Advancing access to enhance engagement and education </a:t>
            </a:r>
          </a:p>
        </p:txBody>
      </p:sp>
      <p:sp>
        <p:nvSpPr>
          <p:cNvPr id="4" name="Content Placeholder 3">
            <a:extLst>
              <a:ext uri="{FF2B5EF4-FFF2-40B4-BE49-F238E27FC236}">
                <a16:creationId xmlns:a16="http://schemas.microsoft.com/office/drawing/2014/main" id="{A5C7BF14-E589-A601-7EED-A80AE584B97F}"/>
              </a:ext>
            </a:extLst>
          </p:cNvPr>
          <p:cNvSpPr>
            <a:spLocks noGrp="1"/>
          </p:cNvSpPr>
          <p:nvPr>
            <p:ph idx="1"/>
          </p:nvPr>
        </p:nvSpPr>
        <p:spPr>
          <a:xfrm>
            <a:off x="14706207" y="2973121"/>
            <a:ext cx="2553818" cy="2173926"/>
          </a:xfrm>
        </p:spPr>
        <p:txBody>
          <a:bodyPr/>
          <a:lstStyle/>
          <a:p>
            <a:endParaRPr lang="en-US" dirty="0"/>
          </a:p>
        </p:txBody>
      </p:sp>
      <p:pic>
        <p:nvPicPr>
          <p:cNvPr id="1026" name="Picture 2">
            <a:extLst>
              <a:ext uri="{FF2B5EF4-FFF2-40B4-BE49-F238E27FC236}">
                <a16:creationId xmlns:a16="http://schemas.microsoft.com/office/drawing/2014/main" id="{3A87B489-09E4-AC14-F514-6BD690D71AA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04963" y="1692205"/>
            <a:ext cx="3210888" cy="24081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7" name="Picture 3">
            <a:extLst>
              <a:ext uri="{FF2B5EF4-FFF2-40B4-BE49-F238E27FC236}">
                <a16:creationId xmlns:a16="http://schemas.microsoft.com/office/drawing/2014/main" id="{00030A8E-FF62-F81E-9EC5-0D8891BA43F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20502320">
            <a:off x="429364" y="5650460"/>
            <a:ext cx="1151644" cy="8637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8" name="Picture 4">
            <a:extLst>
              <a:ext uri="{FF2B5EF4-FFF2-40B4-BE49-F238E27FC236}">
                <a16:creationId xmlns:a16="http://schemas.microsoft.com/office/drawing/2014/main" id="{1B8DE1E8-C5FE-EE51-01E0-E10464945D1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rot="1129678">
            <a:off x="5606202" y="4135752"/>
            <a:ext cx="1768680" cy="2358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0" name="Picture 6">
            <a:extLst>
              <a:ext uri="{FF2B5EF4-FFF2-40B4-BE49-F238E27FC236}">
                <a16:creationId xmlns:a16="http://schemas.microsoft.com/office/drawing/2014/main" id="{CCAC4381-344E-2BAB-512D-CD410512AC2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rot="650894">
            <a:off x="10194293" y="4096530"/>
            <a:ext cx="1318497" cy="1757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1" name="Picture 7">
            <a:extLst>
              <a:ext uri="{FF2B5EF4-FFF2-40B4-BE49-F238E27FC236}">
                <a16:creationId xmlns:a16="http://schemas.microsoft.com/office/drawing/2014/main" id="{8AFF308E-410E-B3DB-80A7-1A7787A5DCC5}"/>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rot="21156618">
            <a:off x="191359" y="2445881"/>
            <a:ext cx="2099026" cy="27987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2" name="Picture 8">
            <a:extLst>
              <a:ext uri="{FF2B5EF4-FFF2-40B4-BE49-F238E27FC236}">
                <a16:creationId xmlns:a16="http://schemas.microsoft.com/office/drawing/2014/main" id="{2E49D868-1403-9D5F-ECDC-09B1DC554F49}"/>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329361" y="5190793"/>
            <a:ext cx="1720289" cy="1290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4">
            <a:extLst>
              <a:ext uri="{FF2B5EF4-FFF2-40B4-BE49-F238E27FC236}">
                <a16:creationId xmlns:a16="http://schemas.microsoft.com/office/drawing/2014/main" id="{14FA37FC-5F5C-CEE7-102C-262213F5E546}"/>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38320" y="842589"/>
            <a:ext cx="2441555" cy="18311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9" name="Picture 5">
            <a:extLst>
              <a:ext uri="{FF2B5EF4-FFF2-40B4-BE49-F238E27FC236}">
                <a16:creationId xmlns:a16="http://schemas.microsoft.com/office/drawing/2014/main" id="{345BB44A-C244-D070-07E9-443B89C9C0C2}"/>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754736" y="705019"/>
            <a:ext cx="4071938" cy="30539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Picture 2">
            <a:extLst>
              <a:ext uri="{FF2B5EF4-FFF2-40B4-BE49-F238E27FC236}">
                <a16:creationId xmlns:a16="http://schemas.microsoft.com/office/drawing/2014/main" id="{8EEA6B46-6995-A402-53E4-27FBA7026207}"/>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272935" y="3937850"/>
            <a:ext cx="1828653" cy="1377709"/>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Society of Gynecologic Oncology">
            <a:extLst>
              <a:ext uri="{FF2B5EF4-FFF2-40B4-BE49-F238E27FC236}">
                <a16:creationId xmlns:a16="http://schemas.microsoft.com/office/drawing/2014/main" id="{61269DEC-857F-4681-F519-A4E078055F18}"/>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879875" y="657024"/>
            <a:ext cx="1723846" cy="1268942"/>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descr="MOSS 2026">
            <a:extLst>
              <a:ext uri="{FF2B5EF4-FFF2-40B4-BE49-F238E27FC236}">
                <a16:creationId xmlns:a16="http://schemas.microsoft.com/office/drawing/2014/main" id="{3F968BBE-D00D-B33B-BB08-1B1791554D55}"/>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9843461" y="775673"/>
            <a:ext cx="1669329" cy="1031645"/>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9">
            <a:extLst>
              <a:ext uri="{FF2B5EF4-FFF2-40B4-BE49-F238E27FC236}">
                <a16:creationId xmlns:a16="http://schemas.microsoft.com/office/drawing/2014/main" id="{0636C003-C756-2BDE-2BD5-55959A8BE094}"/>
              </a:ext>
            </a:extLst>
          </p:cNvPr>
          <p:cNvPicPr>
            <a:picLocks noChangeAspect="1"/>
          </p:cNvPicPr>
          <p:nvPr/>
        </p:nvPicPr>
        <p:blipFill>
          <a:blip r:embed="rId14"/>
          <a:stretch>
            <a:fillRect/>
          </a:stretch>
        </p:blipFill>
        <p:spPr>
          <a:xfrm>
            <a:off x="1687468" y="4955970"/>
            <a:ext cx="3511227" cy="1624542"/>
          </a:xfrm>
          <a:prstGeom prst="rect">
            <a:avLst/>
          </a:prstGeom>
        </p:spPr>
      </p:pic>
      <p:pic>
        <p:nvPicPr>
          <p:cNvPr id="7" name="Picture 2">
            <a:extLst>
              <a:ext uri="{FF2B5EF4-FFF2-40B4-BE49-F238E27FC236}">
                <a16:creationId xmlns:a16="http://schemas.microsoft.com/office/drawing/2014/main" id="{DFFA95EE-9F18-7185-155C-9A4DBF5D31E3}"/>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rot="619332">
            <a:off x="2552968" y="2111531"/>
            <a:ext cx="2720018" cy="27296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4118719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86EA92CB-8EE7-E671-0975-D246C8AF5D03}"/>
              </a:ext>
            </a:extLst>
          </p:cNvPr>
          <p:cNvSpPr>
            <a:spLocks noGrp="1"/>
          </p:cNvSpPr>
          <p:nvPr>
            <p:ph type="body" idx="1"/>
          </p:nvPr>
        </p:nvSpPr>
        <p:spPr>
          <a:xfrm>
            <a:off x="642174" y="1736030"/>
            <a:ext cx="5235115" cy="688295"/>
          </a:xfrm>
          <a:solidFill>
            <a:schemeClr val="accent4">
              <a:lumMod val="40000"/>
              <a:lumOff val="60000"/>
            </a:schemeClr>
          </a:solidFill>
        </p:spPr>
        <p:txBody>
          <a:bodyPr anchor="ctr"/>
          <a:lstStyle/>
          <a:p>
            <a:pPr algn="ctr"/>
            <a:r>
              <a:rPr lang="en-US" dirty="0">
                <a:solidFill>
                  <a:schemeClr val="tx1"/>
                </a:solidFill>
              </a:rPr>
              <a:t>Develops Best Teams</a:t>
            </a:r>
          </a:p>
        </p:txBody>
      </p:sp>
      <p:sp>
        <p:nvSpPr>
          <p:cNvPr id="7" name="Content Placeholder 6">
            <a:extLst>
              <a:ext uri="{FF2B5EF4-FFF2-40B4-BE49-F238E27FC236}">
                <a16:creationId xmlns:a16="http://schemas.microsoft.com/office/drawing/2014/main" id="{5ADE478C-D11E-9ED9-419A-C0B16F84D00E}"/>
              </a:ext>
            </a:extLst>
          </p:cNvPr>
          <p:cNvSpPr>
            <a:spLocks noGrp="1"/>
          </p:cNvSpPr>
          <p:nvPr>
            <p:ph sz="half" idx="2"/>
          </p:nvPr>
        </p:nvSpPr>
        <p:spPr>
          <a:xfrm>
            <a:off x="642173" y="2593030"/>
            <a:ext cx="5235115" cy="3095794"/>
          </a:xfrm>
          <a:solidFill>
            <a:schemeClr val="accent4">
              <a:lumMod val="20000"/>
              <a:lumOff val="80000"/>
            </a:schemeClr>
          </a:solidFill>
        </p:spPr>
        <p:txBody>
          <a:bodyPr>
            <a:normAutofit lnSpcReduction="10000"/>
          </a:bodyPr>
          <a:lstStyle/>
          <a:p>
            <a:pPr marL="285750" lvl="0" indent="-285750" defTabSz="914400" rtl="0">
              <a:lnSpc>
                <a:spcPct val="100000"/>
              </a:lnSpc>
              <a:spcBef>
                <a:spcPts val="0"/>
              </a:spcBef>
              <a:spcAft>
                <a:spcPts val="0"/>
              </a:spcAft>
              <a:buClr>
                <a:srgbClr val="000000"/>
              </a:buClr>
              <a:defRPr/>
            </a:pPr>
            <a:r>
              <a:rPr lang="en-US" dirty="0">
                <a:solidFill>
                  <a:srgbClr val="000000">
                    <a:lumMod val="85000"/>
                    <a:lumOff val="15000"/>
                  </a:srgbClr>
                </a:solidFill>
                <a:latin typeface="Arial" panose="020B0604020202020204"/>
                <a:cs typeface="Calibri"/>
                <a:sym typeface="Arial"/>
              </a:rPr>
              <a:t>Championing a high-performance culture </a:t>
            </a:r>
          </a:p>
          <a:p>
            <a:pPr marL="744578" lvl="2" indent="-285750" defTabSz="914400" rtl="0">
              <a:lnSpc>
                <a:spcPct val="100000"/>
              </a:lnSpc>
              <a:spcBef>
                <a:spcPts val="0"/>
              </a:spcBef>
              <a:spcAft>
                <a:spcPts val="0"/>
              </a:spcAft>
              <a:buClr>
                <a:srgbClr val="000000"/>
              </a:buClr>
              <a:buFontTx/>
              <a:buChar char="-"/>
              <a:defRPr/>
            </a:pPr>
            <a:r>
              <a:rPr lang="en-US" dirty="0">
                <a:solidFill>
                  <a:srgbClr val="000000">
                    <a:lumMod val="85000"/>
                    <a:lumOff val="15000"/>
                  </a:srgbClr>
                </a:solidFill>
                <a:latin typeface="Arial" panose="020B0604020202020204"/>
                <a:cs typeface="Calibri"/>
                <a:sym typeface="Arial"/>
              </a:rPr>
              <a:t>Clear expectations, coaching, and accountability</a:t>
            </a:r>
          </a:p>
          <a:p>
            <a:pPr marL="744578" lvl="2" indent="-285750" defTabSz="914400" rtl="0">
              <a:lnSpc>
                <a:spcPct val="100000"/>
              </a:lnSpc>
              <a:spcBef>
                <a:spcPts val="0"/>
              </a:spcBef>
              <a:spcAft>
                <a:spcPts val="0"/>
              </a:spcAft>
              <a:buClr>
                <a:srgbClr val="000000"/>
              </a:buClr>
              <a:buFontTx/>
              <a:buChar char="-"/>
              <a:defRPr/>
            </a:pPr>
            <a:r>
              <a:rPr lang="en-US" dirty="0">
                <a:solidFill>
                  <a:srgbClr val="000000">
                    <a:lumMod val="85000"/>
                    <a:lumOff val="15000"/>
                  </a:srgbClr>
                </a:solidFill>
                <a:latin typeface="Arial" panose="020B0604020202020204"/>
                <a:cs typeface="Calibri"/>
                <a:sym typeface="Arial"/>
              </a:rPr>
              <a:t>Designed and implemented standardized Field Coaching Report to ensure consistency </a:t>
            </a:r>
          </a:p>
          <a:p>
            <a:pPr marL="285750" indent="-285750" defTabSz="914400" rtl="0">
              <a:lnSpc>
                <a:spcPct val="100000"/>
              </a:lnSpc>
              <a:spcBef>
                <a:spcPts val="0"/>
              </a:spcBef>
              <a:spcAft>
                <a:spcPts val="0"/>
              </a:spcAft>
              <a:buClr>
                <a:srgbClr val="000000"/>
              </a:buClr>
              <a:defRPr/>
            </a:pPr>
            <a:r>
              <a:rPr lang="en-US" dirty="0">
                <a:solidFill>
                  <a:srgbClr val="000000">
                    <a:lumMod val="85000"/>
                    <a:lumOff val="15000"/>
                  </a:srgbClr>
                </a:solidFill>
                <a:latin typeface="Arial" panose="020B0604020202020204"/>
                <a:cs typeface="Calibri"/>
                <a:sym typeface="Arial"/>
              </a:rPr>
              <a:t>Leading with focus on results, development, and execution</a:t>
            </a:r>
          </a:p>
          <a:p>
            <a:pPr marL="285750" indent="-285750" defTabSz="914400" rtl="0">
              <a:lnSpc>
                <a:spcPct val="100000"/>
              </a:lnSpc>
              <a:spcBef>
                <a:spcPts val="0"/>
              </a:spcBef>
              <a:spcAft>
                <a:spcPts val="0"/>
              </a:spcAft>
              <a:buClr>
                <a:srgbClr val="000000"/>
              </a:buClr>
              <a:defRPr/>
            </a:pPr>
            <a:r>
              <a:rPr lang="en-US" dirty="0">
                <a:solidFill>
                  <a:srgbClr val="000000">
                    <a:lumMod val="85000"/>
                    <a:lumOff val="15000"/>
                  </a:srgbClr>
                </a:solidFill>
                <a:latin typeface="Arial" panose="020B0604020202020204"/>
                <a:cs typeface="Calibri"/>
                <a:sym typeface="Arial"/>
              </a:rPr>
              <a:t>Identified top talent – Full Team !</a:t>
            </a:r>
          </a:p>
          <a:p>
            <a:pPr marL="520740" lvl="1" indent="-285750" defTabSz="914400" rtl="0">
              <a:lnSpc>
                <a:spcPct val="100000"/>
              </a:lnSpc>
              <a:spcBef>
                <a:spcPts val="0"/>
              </a:spcBef>
              <a:spcAft>
                <a:spcPts val="0"/>
              </a:spcAft>
              <a:buClr>
                <a:srgbClr val="000000"/>
              </a:buClr>
              <a:defRPr/>
            </a:pPr>
            <a:r>
              <a:rPr lang="en-US" dirty="0">
                <a:solidFill>
                  <a:srgbClr val="000000">
                    <a:lumMod val="85000"/>
                    <a:lumOff val="15000"/>
                  </a:srgbClr>
                </a:solidFill>
                <a:latin typeface="Arial" panose="020B0604020202020204"/>
                <a:cs typeface="Calibri"/>
                <a:sym typeface="Arial"/>
              </a:rPr>
              <a:t>RBM West Travis Fonseca started April 13</a:t>
            </a:r>
            <a:r>
              <a:rPr lang="en-US" baseline="30000" dirty="0">
                <a:solidFill>
                  <a:srgbClr val="000000">
                    <a:lumMod val="85000"/>
                    <a:lumOff val="15000"/>
                  </a:srgbClr>
                </a:solidFill>
                <a:latin typeface="Arial" panose="020B0604020202020204"/>
                <a:cs typeface="Calibri"/>
                <a:sym typeface="Arial"/>
              </a:rPr>
              <a:t>th</a:t>
            </a:r>
            <a:r>
              <a:rPr lang="en-US" dirty="0">
                <a:solidFill>
                  <a:srgbClr val="000000">
                    <a:lumMod val="85000"/>
                    <a:lumOff val="15000"/>
                  </a:srgbClr>
                </a:solidFill>
                <a:latin typeface="Arial" panose="020B0604020202020204"/>
                <a:cs typeface="Calibri"/>
                <a:sym typeface="Arial"/>
              </a:rPr>
              <a:t> </a:t>
            </a:r>
          </a:p>
          <a:p>
            <a:pPr marL="744578" lvl="2" indent="-285750" defTabSz="914400" rtl="0">
              <a:lnSpc>
                <a:spcPct val="100000"/>
              </a:lnSpc>
              <a:spcBef>
                <a:spcPts val="0"/>
              </a:spcBef>
              <a:spcAft>
                <a:spcPts val="0"/>
              </a:spcAft>
              <a:buClr>
                <a:srgbClr val="000000"/>
              </a:buClr>
              <a:defRPr/>
            </a:pPr>
            <a:r>
              <a:rPr lang="en-US" dirty="0">
                <a:solidFill>
                  <a:srgbClr val="000000">
                    <a:lumMod val="85000"/>
                    <a:lumOff val="15000"/>
                  </a:srgbClr>
                </a:solidFill>
                <a:latin typeface="Arial" panose="020B0604020202020204"/>
                <a:cs typeface="Calibri"/>
                <a:sym typeface="Arial"/>
              </a:rPr>
              <a:t>Extensive background in oncology, rare disease, &amp;  sales leadership covering West coast</a:t>
            </a:r>
          </a:p>
          <a:p>
            <a:pPr marL="520740" lvl="1" indent="-285750" defTabSz="914400" rtl="0">
              <a:lnSpc>
                <a:spcPct val="100000"/>
              </a:lnSpc>
              <a:spcBef>
                <a:spcPts val="0"/>
              </a:spcBef>
              <a:spcAft>
                <a:spcPts val="0"/>
              </a:spcAft>
              <a:buClr>
                <a:srgbClr val="000000"/>
              </a:buClr>
              <a:defRPr/>
            </a:pPr>
            <a:r>
              <a:rPr lang="en-US" dirty="0">
                <a:solidFill>
                  <a:srgbClr val="000000">
                    <a:lumMod val="85000"/>
                    <a:lumOff val="15000"/>
                  </a:srgbClr>
                </a:solidFill>
                <a:latin typeface="Arial" panose="020B0604020202020204"/>
                <a:cs typeface="Calibri"/>
                <a:sym typeface="Arial"/>
              </a:rPr>
              <a:t>RBM East Davis Thomason starting in May</a:t>
            </a:r>
          </a:p>
          <a:p>
            <a:pPr marL="744578" lvl="2" indent="-285750" defTabSz="914400" rtl="0">
              <a:lnSpc>
                <a:spcPct val="100000"/>
              </a:lnSpc>
              <a:spcBef>
                <a:spcPts val="0"/>
              </a:spcBef>
              <a:spcAft>
                <a:spcPts val="0"/>
              </a:spcAft>
              <a:buClr>
                <a:srgbClr val="000000"/>
              </a:buClr>
              <a:defRPr/>
            </a:pPr>
            <a:r>
              <a:rPr lang="en-US" dirty="0">
                <a:solidFill>
                  <a:srgbClr val="000000">
                    <a:lumMod val="85000"/>
                    <a:lumOff val="15000"/>
                  </a:srgbClr>
                </a:solidFill>
                <a:latin typeface="Arial" panose="020B0604020202020204"/>
                <a:cs typeface="Calibri"/>
                <a:sym typeface="Arial"/>
              </a:rPr>
              <a:t>Strong tracked of success in Ultra rare disease Oncology/Non-Oncology on the East Coast.</a:t>
            </a:r>
          </a:p>
          <a:p>
            <a:pPr marL="744578" lvl="2" indent="-285750" defTabSz="914400" rtl="0">
              <a:lnSpc>
                <a:spcPct val="100000"/>
              </a:lnSpc>
              <a:spcBef>
                <a:spcPts val="0"/>
              </a:spcBef>
              <a:spcAft>
                <a:spcPts val="0"/>
              </a:spcAft>
              <a:buClr>
                <a:srgbClr val="000000"/>
              </a:buClr>
              <a:defRPr/>
            </a:pPr>
            <a:endParaRPr lang="en-US" dirty="0"/>
          </a:p>
        </p:txBody>
      </p:sp>
      <p:sp>
        <p:nvSpPr>
          <p:cNvPr id="8" name="Text Placeholder 7">
            <a:extLst>
              <a:ext uri="{FF2B5EF4-FFF2-40B4-BE49-F238E27FC236}">
                <a16:creationId xmlns:a16="http://schemas.microsoft.com/office/drawing/2014/main" id="{8792D760-2561-823D-18D3-AB655B95577E}"/>
              </a:ext>
            </a:extLst>
          </p:cNvPr>
          <p:cNvSpPr>
            <a:spLocks noGrp="1"/>
          </p:cNvSpPr>
          <p:nvPr>
            <p:ph type="body" sz="quarter" idx="3"/>
          </p:nvPr>
        </p:nvSpPr>
        <p:spPr>
          <a:xfrm>
            <a:off x="6197605" y="1736031"/>
            <a:ext cx="5183188" cy="688295"/>
          </a:xfrm>
          <a:solidFill>
            <a:schemeClr val="accent4">
              <a:lumMod val="40000"/>
              <a:lumOff val="60000"/>
            </a:schemeClr>
          </a:solidFill>
        </p:spPr>
        <p:txBody>
          <a:bodyPr anchor="ctr"/>
          <a:lstStyle/>
          <a:p>
            <a:pPr algn="ctr"/>
            <a:r>
              <a:rPr lang="en-US" dirty="0">
                <a:solidFill>
                  <a:schemeClr val="tx1"/>
                </a:solidFill>
              </a:rPr>
              <a:t>Operational Excellence</a:t>
            </a:r>
          </a:p>
        </p:txBody>
      </p:sp>
      <p:sp>
        <p:nvSpPr>
          <p:cNvPr id="9" name="Content Placeholder 8">
            <a:extLst>
              <a:ext uri="{FF2B5EF4-FFF2-40B4-BE49-F238E27FC236}">
                <a16:creationId xmlns:a16="http://schemas.microsoft.com/office/drawing/2014/main" id="{ACB37541-E0E9-D767-2160-129703A26077}"/>
              </a:ext>
            </a:extLst>
          </p:cNvPr>
          <p:cNvSpPr>
            <a:spLocks noGrp="1"/>
          </p:cNvSpPr>
          <p:nvPr>
            <p:ph sz="quarter" idx="4"/>
          </p:nvPr>
        </p:nvSpPr>
        <p:spPr>
          <a:xfrm>
            <a:off x="6197605" y="2593029"/>
            <a:ext cx="5183188" cy="3095793"/>
          </a:xfrm>
          <a:solidFill>
            <a:schemeClr val="accent4">
              <a:lumMod val="20000"/>
              <a:lumOff val="80000"/>
            </a:schemeClr>
          </a:solidFill>
        </p:spPr>
        <p:txBody>
          <a:bodyPr>
            <a:normAutofit fontScale="85000" lnSpcReduction="20000"/>
          </a:bodyPr>
          <a:lstStyle/>
          <a:p>
            <a:r>
              <a:rPr lang="en-US" dirty="0">
                <a:solidFill>
                  <a:schemeClr val="tx1"/>
                </a:solidFill>
              </a:rPr>
              <a:t>Refined Account Targeting to continue a strategic and focused approach to maximize impact</a:t>
            </a:r>
          </a:p>
          <a:p>
            <a:r>
              <a:rPr lang="en-US" dirty="0">
                <a:solidFill>
                  <a:schemeClr val="tx1"/>
                </a:solidFill>
              </a:rPr>
              <a:t>Partnered with Sales Ops to elevate sales analytics/reports &amp; PULSE dashboard to improve data driven decisions</a:t>
            </a:r>
          </a:p>
          <a:p>
            <a:r>
              <a:rPr lang="en-US" dirty="0">
                <a:solidFill>
                  <a:schemeClr val="tx1"/>
                </a:solidFill>
              </a:rPr>
              <a:t>Standardized RBM sales training plan to accelerate field effectiveness &amp; readiness </a:t>
            </a:r>
          </a:p>
          <a:p>
            <a:pPr lvl="1"/>
            <a:r>
              <a:rPr lang="en-US" dirty="0">
                <a:solidFill>
                  <a:schemeClr val="tx1"/>
                </a:solidFill>
              </a:rPr>
              <a:t>Disease state and product training</a:t>
            </a:r>
          </a:p>
          <a:p>
            <a:pPr lvl="1"/>
            <a:r>
              <a:rPr lang="en-US" dirty="0">
                <a:solidFill>
                  <a:schemeClr val="tx1"/>
                </a:solidFill>
              </a:rPr>
              <a:t>Targeting and analytics</a:t>
            </a:r>
          </a:p>
          <a:p>
            <a:pPr lvl="1"/>
            <a:r>
              <a:rPr lang="en-US" dirty="0">
                <a:solidFill>
                  <a:schemeClr val="tx1"/>
                </a:solidFill>
              </a:rPr>
              <a:t>Approved messaging and resources</a:t>
            </a:r>
          </a:p>
          <a:p>
            <a:pPr lvl="1"/>
            <a:r>
              <a:rPr lang="en-US" dirty="0">
                <a:solidFill>
                  <a:schemeClr val="tx1"/>
                </a:solidFill>
              </a:rPr>
              <a:t>Product certification</a:t>
            </a:r>
          </a:p>
          <a:p>
            <a:r>
              <a:rPr lang="en-US" dirty="0"/>
              <a:t>Led re-launch of CRM (Conexus) to re-energize execution, drive momentum, and measure success</a:t>
            </a:r>
          </a:p>
        </p:txBody>
      </p:sp>
      <p:sp>
        <p:nvSpPr>
          <p:cNvPr id="3" name="Slide Number Placeholder 2">
            <a:extLst>
              <a:ext uri="{FF2B5EF4-FFF2-40B4-BE49-F238E27FC236}">
                <a16:creationId xmlns:a16="http://schemas.microsoft.com/office/drawing/2014/main" id="{80388663-92F5-3061-DD3C-70E7983B10D8}"/>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2B143D1D-9801-49CA-88C0-178C03B6937F}" type="slidenum">
              <a:rPr kumimoji="0" lang="en-US" sz="900" b="0" i="0" u="none" strike="noStrike" kern="1200" cap="none" spc="0" normalizeH="0" baseline="0" noProof="0" smtClean="0">
                <a:ln>
                  <a:noFill/>
                </a:ln>
                <a:solidFill>
                  <a:srgbClr val="FFFFFF">
                    <a:lumMod val="50000"/>
                  </a:srgbClr>
                </a:solidFill>
                <a:effectLst/>
                <a:uLnTx/>
                <a:uFillTx/>
                <a:latin typeface="Arial" panose="020B06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20</a:t>
            </a:fld>
            <a:endParaRPr kumimoji="0" lang="en-US" sz="900" b="0" i="0" u="none" strike="noStrike" kern="1200" cap="none" spc="0" normalizeH="0" baseline="0" noProof="0" dirty="0">
              <a:ln>
                <a:noFill/>
              </a:ln>
              <a:solidFill>
                <a:srgbClr val="FFFFFF">
                  <a:lumMod val="50000"/>
                </a:srgbClr>
              </a:solidFill>
              <a:effectLst/>
              <a:uLnTx/>
              <a:uFillTx/>
              <a:latin typeface="Arial" panose="020B0604020202020204"/>
              <a:ea typeface="+mn-ea"/>
              <a:cs typeface="+mn-cs"/>
            </a:endParaRPr>
          </a:p>
        </p:txBody>
      </p:sp>
      <p:sp>
        <p:nvSpPr>
          <p:cNvPr id="5" name="Title 4">
            <a:extLst>
              <a:ext uri="{FF2B5EF4-FFF2-40B4-BE49-F238E27FC236}">
                <a16:creationId xmlns:a16="http://schemas.microsoft.com/office/drawing/2014/main" id="{291D163B-12C3-EFA6-0E17-0D3DC5B87EA5}"/>
              </a:ext>
            </a:extLst>
          </p:cNvPr>
          <p:cNvSpPr>
            <a:spLocks noGrp="1"/>
          </p:cNvSpPr>
          <p:nvPr>
            <p:ph type="title"/>
          </p:nvPr>
        </p:nvSpPr>
        <p:spPr>
          <a:xfrm>
            <a:off x="148224" y="335032"/>
            <a:ext cx="11536220" cy="808138"/>
          </a:xfrm>
        </p:spPr>
        <p:txBody>
          <a:bodyPr/>
          <a:lstStyle/>
          <a:p>
            <a:r>
              <a:rPr lang="en-US" dirty="0"/>
              <a:t>Building a High Performing team…while driving operational excellence</a:t>
            </a:r>
          </a:p>
        </p:txBody>
      </p:sp>
    </p:spTree>
    <p:extLst>
      <p:ext uri="{BB962C8B-B14F-4D97-AF65-F5344CB8AC3E}">
        <p14:creationId xmlns:p14="http://schemas.microsoft.com/office/powerpoint/2010/main" val="22720637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2CF18E7-31DE-5FF0-FD9A-A6B592818BBE}"/>
              </a:ext>
            </a:extLst>
          </p:cNvPr>
          <p:cNvSpPr txBox="1">
            <a:spLocks noGrp="1"/>
          </p:cNvSpPr>
          <p:nvPr>
            <p:ph type="body" idx="4294967295"/>
          </p:nvPr>
        </p:nvSpPr>
        <p:spPr>
          <a:xfrm>
            <a:off x="347472" y="1501700"/>
            <a:ext cx="11523314" cy="4493855"/>
          </a:xfrm>
        </p:spPr>
        <p:txBody>
          <a:bodyPr/>
          <a:lstStyle/>
          <a:p>
            <a:pPr lvl="0"/>
            <a:r>
              <a:rPr lang="en-US" dirty="0"/>
              <a:t>April 15</a:t>
            </a:r>
            <a:r>
              <a:rPr lang="en-US" baseline="30000" dirty="0"/>
              <a:t>th</a:t>
            </a:r>
            <a:r>
              <a:rPr lang="en-US" dirty="0"/>
              <a:t> – 16</a:t>
            </a:r>
            <a:r>
              <a:rPr lang="en-US" baseline="30000" dirty="0"/>
              <a:t>th</a:t>
            </a:r>
            <a:r>
              <a:rPr lang="en-US" dirty="0"/>
              <a:t> – NCODA (Network for Collaborative Oncology Development &amp; Advancement)  Community Oncology focus </a:t>
            </a:r>
          </a:p>
          <a:p>
            <a:pPr lvl="0"/>
            <a:r>
              <a:rPr lang="en-US" dirty="0"/>
              <a:t>April 17</a:t>
            </a:r>
            <a:r>
              <a:rPr lang="en-US" baseline="30000" dirty="0"/>
              <a:t>th</a:t>
            </a:r>
            <a:r>
              <a:rPr lang="en-US" dirty="0"/>
              <a:t>-18</a:t>
            </a:r>
            <a:r>
              <a:rPr lang="en-US" baseline="30000" dirty="0"/>
              <a:t>th</a:t>
            </a:r>
            <a:r>
              <a:rPr lang="en-US" dirty="0"/>
              <a:t>- Rocky Mountain Sarcoma Society (Univ. Of Colorado)</a:t>
            </a:r>
          </a:p>
          <a:p>
            <a:pPr lvl="0"/>
            <a:r>
              <a:rPr lang="en-US" dirty="0"/>
              <a:t>May 29</a:t>
            </a:r>
            <a:r>
              <a:rPr lang="en-US" baseline="30000" dirty="0"/>
              <a:t>th</a:t>
            </a:r>
            <a:r>
              <a:rPr lang="en-US" dirty="0"/>
              <a:t>-June 2</a:t>
            </a:r>
            <a:r>
              <a:rPr lang="en-US" baseline="30000" dirty="0"/>
              <a:t>nd</a:t>
            </a:r>
            <a:r>
              <a:rPr lang="en-US" dirty="0"/>
              <a:t> SARC &amp; ASCO in Chicago</a:t>
            </a:r>
          </a:p>
          <a:p>
            <a:pPr lvl="0"/>
            <a:r>
              <a:rPr lang="en-US" dirty="0"/>
              <a:t>June 17-20</a:t>
            </a:r>
            <a:r>
              <a:rPr lang="en-US" baseline="30000" dirty="0"/>
              <a:t>th</a:t>
            </a:r>
            <a:r>
              <a:rPr lang="en-US" dirty="0"/>
              <a:t> </a:t>
            </a:r>
            <a:r>
              <a:rPr lang="en-US" dirty="0">
                <a:solidFill>
                  <a:schemeClr val="tx1"/>
                </a:solidFill>
              </a:rPr>
              <a:t>WAGO in Napa Valley, CA</a:t>
            </a:r>
          </a:p>
          <a:p>
            <a:pPr lvl="0"/>
            <a:r>
              <a:rPr lang="en-US" dirty="0">
                <a:solidFill>
                  <a:schemeClr val="tx1"/>
                </a:solidFill>
              </a:rPr>
              <a:t>July 10</a:t>
            </a:r>
            <a:r>
              <a:rPr lang="en-US" baseline="30000" dirty="0">
                <a:solidFill>
                  <a:schemeClr val="tx1"/>
                </a:solidFill>
              </a:rPr>
              <a:t>th</a:t>
            </a:r>
            <a:r>
              <a:rPr lang="en-US" dirty="0">
                <a:solidFill>
                  <a:schemeClr val="tx1"/>
                </a:solidFill>
              </a:rPr>
              <a:t>- 11</a:t>
            </a:r>
            <a:r>
              <a:rPr lang="en-US" baseline="30000" dirty="0">
                <a:solidFill>
                  <a:schemeClr val="tx1"/>
                </a:solidFill>
              </a:rPr>
              <a:t>th</a:t>
            </a:r>
            <a:r>
              <a:rPr lang="en-US" dirty="0">
                <a:solidFill>
                  <a:schemeClr val="tx1"/>
                </a:solidFill>
              </a:rPr>
              <a:t> – </a:t>
            </a:r>
            <a:r>
              <a:rPr lang="en-US" dirty="0" err="1">
                <a:solidFill>
                  <a:schemeClr val="tx1"/>
                </a:solidFill>
              </a:rPr>
              <a:t>LifeFest</a:t>
            </a:r>
            <a:r>
              <a:rPr lang="en-US" dirty="0">
                <a:solidFill>
                  <a:schemeClr val="tx1"/>
                </a:solidFill>
              </a:rPr>
              <a:t>- Nashville, TN </a:t>
            </a:r>
          </a:p>
          <a:p>
            <a:pPr lvl="0"/>
            <a:r>
              <a:rPr lang="en-US" dirty="0">
                <a:solidFill>
                  <a:schemeClr val="tx1"/>
                </a:solidFill>
              </a:rPr>
              <a:t>July 15</a:t>
            </a:r>
            <a:r>
              <a:rPr lang="en-US" baseline="30000" dirty="0">
                <a:solidFill>
                  <a:schemeClr val="tx1"/>
                </a:solidFill>
              </a:rPr>
              <a:t>th</a:t>
            </a:r>
            <a:r>
              <a:rPr lang="en-US" dirty="0">
                <a:solidFill>
                  <a:schemeClr val="tx1"/>
                </a:solidFill>
              </a:rPr>
              <a:t> -17</a:t>
            </a:r>
            <a:r>
              <a:rPr lang="en-US" baseline="30000" dirty="0">
                <a:solidFill>
                  <a:schemeClr val="tx1"/>
                </a:solidFill>
              </a:rPr>
              <a:t>th</a:t>
            </a:r>
            <a:r>
              <a:rPr lang="en-US" dirty="0">
                <a:solidFill>
                  <a:schemeClr val="tx1"/>
                </a:solidFill>
              </a:rPr>
              <a:t> – ATTOP- Pharmacy Conference – Wash DC</a:t>
            </a:r>
          </a:p>
          <a:p>
            <a:pPr lvl="0"/>
            <a:endParaRPr lang="en-US" dirty="0"/>
          </a:p>
          <a:p>
            <a:pPr lvl="0"/>
            <a:endParaRPr lang="en-US" dirty="0"/>
          </a:p>
          <a:p>
            <a:pPr lvl="0"/>
            <a:endParaRPr lang="en-US" dirty="0"/>
          </a:p>
          <a:p>
            <a:pPr lvl="0"/>
            <a:endParaRPr lang="en-US" dirty="0"/>
          </a:p>
          <a:p>
            <a:pPr lvl="0"/>
            <a:endParaRPr lang="en-US" dirty="0"/>
          </a:p>
        </p:txBody>
      </p:sp>
      <p:sp>
        <p:nvSpPr>
          <p:cNvPr id="3" name="Title 2">
            <a:extLst>
              <a:ext uri="{FF2B5EF4-FFF2-40B4-BE49-F238E27FC236}">
                <a16:creationId xmlns:a16="http://schemas.microsoft.com/office/drawing/2014/main" id="{85FD2E8C-A943-0644-9120-CFC9205794A0}"/>
              </a:ext>
            </a:extLst>
          </p:cNvPr>
          <p:cNvSpPr txBox="1">
            <a:spLocks noGrp="1"/>
          </p:cNvSpPr>
          <p:nvPr>
            <p:ph type="title"/>
          </p:nvPr>
        </p:nvSpPr>
        <p:spPr/>
        <p:txBody>
          <a:bodyPr/>
          <a:lstStyle/>
          <a:p>
            <a:pPr lvl="0"/>
            <a:r>
              <a:rPr lang="en-US" dirty="0"/>
              <a:t>Upcoming Appts, Conferences, Mtgs Events </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B7E5659-3972-01A7-8762-4E9A0AA36435}"/>
              </a:ext>
            </a:extLst>
          </p:cNvPr>
          <p:cNvSpPr>
            <a:spLocks noGrp="1"/>
          </p:cNvSpPr>
          <p:nvPr>
            <p:ph type="title"/>
          </p:nvPr>
        </p:nvSpPr>
        <p:spPr/>
        <p:txBody>
          <a:bodyPr/>
          <a:lstStyle/>
          <a:p>
            <a:r>
              <a:rPr lang="en-US" dirty="0"/>
              <a:t>Market Access</a:t>
            </a:r>
          </a:p>
        </p:txBody>
      </p:sp>
      <p:sp>
        <p:nvSpPr>
          <p:cNvPr id="3" name="Slide Number Placeholder 2">
            <a:extLst>
              <a:ext uri="{FF2B5EF4-FFF2-40B4-BE49-F238E27FC236}">
                <a16:creationId xmlns:a16="http://schemas.microsoft.com/office/drawing/2014/main" id="{6499791E-6A9A-F80B-5F55-A9E9779C3415}"/>
              </a:ext>
            </a:extLst>
          </p:cNvPr>
          <p:cNvSpPr>
            <a:spLocks noGrp="1"/>
          </p:cNvSpPr>
          <p:nvPr>
            <p:ph type="sldNum" sz="quarter" idx="4294967295"/>
          </p:nvPr>
        </p:nvSpPr>
        <p:spPr>
          <a:xfrm>
            <a:off x="0" y="6413500"/>
            <a:ext cx="427038" cy="365125"/>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2B143D1D-9801-49CA-88C0-178C03B6937F}" type="slidenum">
              <a:rPr kumimoji="0" lang="en-US" sz="900" b="0" i="0" u="none" strike="noStrike" kern="1200" cap="none" spc="0" normalizeH="0" baseline="0" noProof="0" smtClean="0">
                <a:ln>
                  <a:noFill/>
                </a:ln>
                <a:solidFill>
                  <a:srgbClr val="FFFFFF">
                    <a:lumMod val="50000"/>
                  </a:srgbClr>
                </a:solidFill>
                <a:effectLst/>
                <a:uLnTx/>
                <a:uFillTx/>
                <a:latin typeface="Arial" panose="020B06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22</a:t>
            </a:fld>
            <a:endParaRPr kumimoji="0" lang="en-US" sz="900" b="0" i="0" u="none" strike="noStrike" kern="1200" cap="none" spc="0" normalizeH="0" baseline="0" noProof="0" dirty="0">
              <a:ln>
                <a:noFill/>
              </a:ln>
              <a:solidFill>
                <a:srgbClr val="FFFFFF">
                  <a:lumMod val="50000"/>
                </a:srgbClr>
              </a:solidFill>
              <a:effectLst/>
              <a:uLnTx/>
              <a:uFillTx/>
              <a:latin typeface="Arial" panose="020B0604020202020204"/>
              <a:ea typeface="+mn-ea"/>
              <a:cs typeface="+mn-cs"/>
            </a:endParaRPr>
          </a:p>
        </p:txBody>
      </p:sp>
    </p:spTree>
    <p:extLst>
      <p:ext uri="{BB962C8B-B14F-4D97-AF65-F5344CB8AC3E}">
        <p14:creationId xmlns:p14="http://schemas.microsoft.com/office/powerpoint/2010/main" val="26299725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0F3EC1-6B48-AFAE-6BD0-2014DBF4BEFF}"/>
              </a:ext>
            </a:extLst>
          </p:cNvPr>
          <p:cNvSpPr>
            <a:spLocks noGrp="1"/>
          </p:cNvSpPr>
          <p:nvPr>
            <p:ph type="title"/>
          </p:nvPr>
        </p:nvSpPr>
        <p:spPr/>
        <p:txBody>
          <a:bodyPr/>
          <a:lstStyle/>
          <a:p>
            <a:r>
              <a:rPr lang="en-US" dirty="0"/>
              <a:t>Market Access</a:t>
            </a:r>
          </a:p>
        </p:txBody>
      </p:sp>
      <p:sp>
        <p:nvSpPr>
          <p:cNvPr id="3" name="Slide Number Placeholder 2">
            <a:extLst>
              <a:ext uri="{FF2B5EF4-FFF2-40B4-BE49-F238E27FC236}">
                <a16:creationId xmlns:a16="http://schemas.microsoft.com/office/drawing/2014/main" id="{24FE9C3B-AEC4-6D5D-879B-EAFD9D7A8AD2}"/>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2B143D1D-9801-49CA-88C0-178C03B6937F}" type="slidenum">
              <a:rPr kumimoji="0" lang="en-US" sz="900" b="0" i="0" u="none" strike="noStrike" kern="1200" cap="none" spc="0" normalizeH="0" baseline="0" noProof="0" smtClean="0">
                <a:ln>
                  <a:noFill/>
                </a:ln>
                <a:solidFill>
                  <a:srgbClr val="2C4D75"/>
                </a:solidFill>
                <a:effectLst/>
                <a:uLnTx/>
                <a:uFillTx/>
                <a:latin typeface="Arial" panose="020B06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23</a:t>
            </a:fld>
            <a:endParaRPr kumimoji="0" lang="en-US" sz="900" b="0" i="0" u="none" strike="noStrike" kern="1200" cap="none" spc="0" normalizeH="0" baseline="0" noProof="0" dirty="0">
              <a:ln>
                <a:noFill/>
              </a:ln>
              <a:solidFill>
                <a:srgbClr val="2C4D75"/>
              </a:solidFill>
              <a:effectLst/>
              <a:uLnTx/>
              <a:uFillTx/>
              <a:latin typeface="Arial" panose="020B0604020202020204"/>
              <a:ea typeface="+mn-ea"/>
              <a:cs typeface="+mn-cs"/>
            </a:endParaRPr>
          </a:p>
        </p:txBody>
      </p:sp>
      <p:sp>
        <p:nvSpPr>
          <p:cNvPr id="4" name="Content Placeholder 3">
            <a:extLst>
              <a:ext uri="{FF2B5EF4-FFF2-40B4-BE49-F238E27FC236}">
                <a16:creationId xmlns:a16="http://schemas.microsoft.com/office/drawing/2014/main" id="{B8370866-0082-F665-BBD9-EACA6E52273C}"/>
              </a:ext>
            </a:extLst>
          </p:cNvPr>
          <p:cNvSpPr>
            <a:spLocks noGrp="1"/>
          </p:cNvSpPr>
          <p:nvPr>
            <p:ph idx="1"/>
          </p:nvPr>
        </p:nvSpPr>
        <p:spPr/>
        <p:txBody>
          <a:bodyPr>
            <a:normAutofit/>
          </a:bodyPr>
          <a:lstStyle/>
          <a:p>
            <a:r>
              <a:rPr lang="en-US" sz="2000" dirty="0"/>
              <a:t>Payer Mix Update – Completed Feb 2026</a:t>
            </a:r>
          </a:p>
          <a:p>
            <a:r>
              <a:rPr lang="en-US" sz="2000" dirty="0"/>
              <a:t>Q2 Price Increase – On track</a:t>
            </a:r>
          </a:p>
          <a:p>
            <a:r>
              <a:rPr lang="en-US" sz="2000" dirty="0"/>
              <a:t>Upcoming new resource – Aadi Assist Brochure</a:t>
            </a:r>
          </a:p>
          <a:p>
            <a:r>
              <a:rPr lang="en-US" sz="2000" dirty="0"/>
              <a:t>Upcoming Quarterly Patient Services Review with </a:t>
            </a:r>
            <a:r>
              <a:rPr lang="en-US" sz="2000" dirty="0" err="1"/>
              <a:t>Sonexus</a:t>
            </a:r>
            <a:endParaRPr lang="en-US" sz="2000" dirty="0"/>
          </a:p>
        </p:txBody>
      </p:sp>
    </p:spTree>
    <p:extLst>
      <p:ext uri="{BB962C8B-B14F-4D97-AF65-F5344CB8AC3E}">
        <p14:creationId xmlns:p14="http://schemas.microsoft.com/office/powerpoint/2010/main" val="16506146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5E2D52-9A62-CEF5-61FF-A2425EB2456E}"/>
              </a:ext>
            </a:extLst>
          </p:cNvPr>
          <p:cNvSpPr>
            <a:spLocks noGrp="1"/>
          </p:cNvSpPr>
          <p:nvPr>
            <p:ph type="title"/>
          </p:nvPr>
        </p:nvSpPr>
        <p:spPr>
          <a:xfrm>
            <a:off x="272232" y="336263"/>
            <a:ext cx="11875398" cy="808138"/>
          </a:xfrm>
        </p:spPr>
        <p:txBody>
          <a:bodyPr/>
          <a:lstStyle/>
          <a:p>
            <a:r>
              <a:rPr lang="en-US" dirty="0"/>
              <a:t>FYARRO Payer Mix remains predominantly Commercial, with Medicare growing </a:t>
            </a:r>
            <a:r>
              <a:rPr lang="en-US"/>
              <a:t>over time.</a:t>
            </a:r>
            <a:endParaRPr lang="en-US" dirty="0"/>
          </a:p>
        </p:txBody>
      </p:sp>
      <p:sp>
        <p:nvSpPr>
          <p:cNvPr id="3" name="Slide Number Placeholder 2">
            <a:extLst>
              <a:ext uri="{FF2B5EF4-FFF2-40B4-BE49-F238E27FC236}">
                <a16:creationId xmlns:a16="http://schemas.microsoft.com/office/drawing/2014/main" id="{6444116E-B366-B6F4-8801-F13FDD625CF6}"/>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fld id="{2B143D1D-9801-49CA-88C0-178C03B6937F}" type="slidenum">
              <a:rPr kumimoji="0" lang="en-US" sz="900" b="0" i="0" u="none" strike="noStrike" kern="0" cap="none" spc="0" normalizeH="0" baseline="0" noProof="0" smtClean="0">
                <a:ln>
                  <a:noFill/>
                </a:ln>
                <a:solidFill>
                  <a:srgbClr val="FFFFFF">
                    <a:lumMod val="50000"/>
                  </a:srgbClr>
                </a:solidFill>
                <a:effectLst/>
                <a:uLnTx/>
                <a:uFillTx/>
                <a:latin typeface="Arial"/>
                <a:ea typeface="+mn-ea"/>
                <a:cs typeface="Arial"/>
                <a:sym typeface="Arial"/>
              </a:rPr>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t>24</a:t>
            </a:fld>
            <a:endParaRPr kumimoji="0" lang="en-US" sz="900" b="0" i="0" u="none" strike="noStrike" kern="0" cap="none" spc="0" normalizeH="0" baseline="0" noProof="0" dirty="0">
              <a:ln>
                <a:noFill/>
              </a:ln>
              <a:solidFill>
                <a:srgbClr val="FFFFFF">
                  <a:lumMod val="50000"/>
                </a:srgbClr>
              </a:solidFill>
              <a:effectLst/>
              <a:uLnTx/>
              <a:uFillTx/>
              <a:latin typeface="Arial"/>
              <a:ea typeface="+mn-ea"/>
              <a:cs typeface="Arial"/>
              <a:sym typeface="Arial"/>
            </a:endParaRPr>
          </a:p>
        </p:txBody>
      </p:sp>
      <p:sp>
        <p:nvSpPr>
          <p:cNvPr id="4" name="Content Placeholder 3">
            <a:extLst>
              <a:ext uri="{FF2B5EF4-FFF2-40B4-BE49-F238E27FC236}">
                <a16:creationId xmlns:a16="http://schemas.microsoft.com/office/drawing/2014/main" id="{F0F5FAE5-102A-CF4F-F51F-0BCF861DA9EA}"/>
              </a:ext>
            </a:extLst>
          </p:cNvPr>
          <p:cNvSpPr>
            <a:spLocks noGrp="1"/>
          </p:cNvSpPr>
          <p:nvPr>
            <p:ph idx="1"/>
          </p:nvPr>
        </p:nvSpPr>
        <p:spPr>
          <a:xfrm>
            <a:off x="347473" y="1280160"/>
            <a:ext cx="6088052" cy="5081908"/>
          </a:xfrm>
        </p:spPr>
        <p:txBody>
          <a:bodyPr/>
          <a:lstStyle/>
          <a:p>
            <a:pPr marL="228560" marR="0" lvl="0" indent="-228560" algn="l" defTabSz="914240" rtl="0" eaLnBrk="1" fontAlgn="auto" latinLnBrk="0" hangingPunct="1">
              <a:lnSpc>
                <a:spcPct val="90000"/>
              </a:lnSpc>
              <a:spcBef>
                <a:spcPts val="1000"/>
              </a:spcBef>
              <a:spcAft>
                <a:spcPts val="400"/>
              </a:spcAft>
              <a:buClr>
                <a:srgbClr val="017298"/>
              </a:buClr>
              <a:buSzPct val="100000"/>
              <a:buFont typeface="Arial" panose="020B0604020202020204" pitchFamily="34" charset="0"/>
              <a:buChar char="•"/>
              <a:tabLst/>
              <a:defRPr/>
            </a:pPr>
            <a:r>
              <a:rPr kumimoji="0" lang="en-US" sz="2000" b="0" i="0" u="none" strike="noStrike" kern="0" cap="none" spc="0" normalizeH="0" baseline="0" noProof="0" dirty="0">
                <a:ln>
                  <a:noFill/>
                </a:ln>
                <a:solidFill>
                  <a:srgbClr val="000738"/>
                </a:solidFill>
                <a:effectLst/>
                <a:uLnTx/>
                <a:uFillTx/>
                <a:latin typeface="Arial" panose="020B0604020202020204" pitchFamily="34" charset="0"/>
                <a:cs typeface="Arial" panose="020B0604020202020204" pitchFamily="34" charset="0"/>
                <a:sym typeface="Avenir Book"/>
              </a:rPr>
              <a:t>Broad Payer coverage with </a:t>
            </a:r>
            <a:r>
              <a:rPr kumimoji="0" lang="en-US" sz="2000" b="1" i="0" u="none" strike="noStrike" kern="0" cap="none" spc="0" normalizeH="0" baseline="0" noProof="0" dirty="0">
                <a:ln>
                  <a:noFill/>
                </a:ln>
                <a:solidFill>
                  <a:schemeClr val="accent1"/>
                </a:solidFill>
                <a:effectLst/>
                <a:uLnTx/>
                <a:uFillTx/>
                <a:latin typeface="Arial" panose="020B0604020202020204" pitchFamily="34" charset="0"/>
                <a:cs typeface="Arial" panose="020B0604020202020204" pitchFamily="34" charset="0"/>
                <a:sym typeface="Avenir Book"/>
              </a:rPr>
              <a:t>&gt; 90% commercial </a:t>
            </a:r>
            <a:r>
              <a:rPr kumimoji="0" lang="en-US" sz="2000" b="0" i="0" u="none" strike="noStrike" kern="0" cap="none" spc="0" normalizeH="0" baseline="0" noProof="0" dirty="0">
                <a:ln>
                  <a:noFill/>
                </a:ln>
                <a:solidFill>
                  <a:srgbClr val="000738"/>
                </a:solidFill>
                <a:effectLst/>
                <a:uLnTx/>
                <a:uFillTx/>
                <a:latin typeface="Arial" panose="020B0604020202020204" pitchFamily="34" charset="0"/>
                <a:cs typeface="Arial" panose="020B0604020202020204" pitchFamily="34" charset="0"/>
                <a:sym typeface="Avenir Book"/>
              </a:rPr>
              <a:t>lives and </a:t>
            </a:r>
            <a:r>
              <a:rPr kumimoji="0" lang="en-US" sz="2000" b="1" i="0" u="none" strike="noStrike" kern="0" cap="none" spc="0" normalizeH="0" baseline="0" noProof="0" dirty="0">
                <a:ln>
                  <a:noFill/>
                </a:ln>
                <a:solidFill>
                  <a:schemeClr val="accent1"/>
                </a:solidFill>
                <a:effectLst/>
                <a:uLnTx/>
                <a:uFillTx/>
                <a:latin typeface="Arial" panose="020B0604020202020204" pitchFamily="34" charset="0"/>
                <a:cs typeface="Arial" panose="020B0604020202020204" pitchFamily="34" charset="0"/>
                <a:sym typeface="Avenir Book"/>
              </a:rPr>
              <a:t>&gt; 95% Medicare </a:t>
            </a:r>
            <a:r>
              <a:rPr kumimoji="0" lang="en-US" sz="2000" b="0" i="0" u="none" strike="noStrike" kern="0" cap="none" spc="0" normalizeH="0" baseline="0" noProof="0" dirty="0">
                <a:ln>
                  <a:noFill/>
                </a:ln>
                <a:solidFill>
                  <a:srgbClr val="000738"/>
                </a:solidFill>
                <a:effectLst/>
                <a:uLnTx/>
                <a:uFillTx/>
                <a:latin typeface="Arial" panose="020B0604020202020204" pitchFamily="34" charset="0"/>
                <a:cs typeface="Arial" panose="020B0604020202020204" pitchFamily="34" charset="0"/>
                <a:sym typeface="Avenir Book"/>
              </a:rPr>
              <a:t>lives covered</a:t>
            </a:r>
          </a:p>
          <a:p>
            <a:pPr marL="228560" marR="0" lvl="0" indent="-228560" algn="l" defTabSz="914240" rtl="0" eaLnBrk="1" fontAlgn="auto" latinLnBrk="0" hangingPunct="1">
              <a:lnSpc>
                <a:spcPct val="90000"/>
              </a:lnSpc>
              <a:spcBef>
                <a:spcPts val="1000"/>
              </a:spcBef>
              <a:spcAft>
                <a:spcPts val="400"/>
              </a:spcAft>
              <a:buClr>
                <a:srgbClr val="017298"/>
              </a:buClr>
              <a:buSzPct val="100000"/>
              <a:buFont typeface="Arial" panose="020B0604020202020204" pitchFamily="34" charset="0"/>
              <a:buChar char="•"/>
              <a:tabLst/>
              <a:defRPr/>
            </a:pPr>
            <a:r>
              <a:rPr kumimoji="0" lang="en-US" sz="2000" b="0" i="0" u="none" strike="noStrike" kern="0" cap="none" spc="0" normalizeH="0" baseline="0" noProof="0" dirty="0">
                <a:ln>
                  <a:noFill/>
                </a:ln>
                <a:solidFill>
                  <a:srgbClr val="000738"/>
                </a:solidFill>
                <a:effectLst/>
                <a:uLnTx/>
                <a:uFillTx/>
                <a:latin typeface="Arial" panose="020B0604020202020204" pitchFamily="34" charset="0"/>
                <a:cs typeface="Arial" panose="020B0604020202020204" pitchFamily="34" charset="0"/>
                <a:sym typeface="Avenir Book"/>
              </a:rPr>
              <a:t>Commercial payer policies coverage to the label with little to no restrictions (~ 90% covered lives)</a:t>
            </a:r>
          </a:p>
          <a:p>
            <a:pPr marL="228560" marR="0" lvl="0" indent="-228560" algn="l" defTabSz="914240" rtl="0" eaLnBrk="1" fontAlgn="auto" latinLnBrk="0" hangingPunct="1">
              <a:lnSpc>
                <a:spcPct val="90000"/>
              </a:lnSpc>
              <a:spcBef>
                <a:spcPts val="1000"/>
              </a:spcBef>
              <a:spcAft>
                <a:spcPts val="400"/>
              </a:spcAft>
              <a:buClr>
                <a:srgbClr val="017298"/>
              </a:buClr>
              <a:buSzPct val="100000"/>
              <a:buFont typeface="Arial" panose="020B0604020202020204" pitchFamily="34" charset="0"/>
              <a:buChar char="•"/>
              <a:tabLst/>
              <a:defRPr/>
            </a:pPr>
            <a:r>
              <a:rPr kumimoji="0" lang="en-US" sz="2000" b="0" i="0" u="none" strike="noStrike" kern="0" cap="none" spc="0" normalizeH="0" baseline="0" noProof="0" dirty="0">
                <a:ln>
                  <a:noFill/>
                </a:ln>
                <a:solidFill>
                  <a:srgbClr val="000738"/>
                </a:solidFill>
                <a:effectLst/>
                <a:uLnTx/>
                <a:uFillTx/>
                <a:latin typeface="Arial" panose="020B0604020202020204" pitchFamily="34" charset="0"/>
                <a:cs typeface="Arial" panose="020B0604020202020204" pitchFamily="34" charset="0"/>
                <a:sym typeface="Avenir Book"/>
              </a:rPr>
              <a:t>Majority of claims are Commercial Payers as is expected in a younger patient population (~</a:t>
            </a:r>
            <a:r>
              <a:rPr lang="en-US" sz="2000" dirty="0">
                <a:solidFill>
                  <a:srgbClr val="000738"/>
                </a:solidFill>
              </a:rPr>
              <a:t>50</a:t>
            </a:r>
            <a:r>
              <a:rPr kumimoji="0" lang="en-US" sz="2000" b="0" i="0" u="none" strike="noStrike" kern="0" cap="none" spc="0" normalizeH="0" baseline="0" noProof="0" dirty="0">
                <a:ln>
                  <a:noFill/>
                </a:ln>
                <a:solidFill>
                  <a:srgbClr val="000738"/>
                </a:solidFill>
                <a:effectLst/>
                <a:uLnTx/>
                <a:uFillTx/>
                <a:latin typeface="Arial" panose="020B0604020202020204" pitchFamily="34" charset="0"/>
                <a:cs typeface="Arial" panose="020B0604020202020204" pitchFamily="34" charset="0"/>
                <a:sym typeface="Avenir Book"/>
              </a:rPr>
              <a:t>%) </a:t>
            </a:r>
          </a:p>
          <a:p>
            <a:pPr marL="228560" marR="0" lvl="0" indent="-228560" algn="l" defTabSz="914240" rtl="0" eaLnBrk="1" fontAlgn="auto" latinLnBrk="0" hangingPunct="1">
              <a:lnSpc>
                <a:spcPct val="90000"/>
              </a:lnSpc>
              <a:spcBef>
                <a:spcPts val="1000"/>
              </a:spcBef>
              <a:spcAft>
                <a:spcPts val="400"/>
              </a:spcAft>
              <a:buClr>
                <a:srgbClr val="017298"/>
              </a:buClr>
              <a:buSzPct val="100000"/>
              <a:buFont typeface="Arial" panose="020B0604020202020204" pitchFamily="34" charset="0"/>
              <a:buChar char="•"/>
              <a:tabLst/>
              <a:defRPr/>
            </a:pPr>
            <a:r>
              <a:rPr kumimoji="0" lang="en-US" sz="2000" b="0" i="0" u="none" strike="noStrike" kern="0" cap="none" spc="0" normalizeH="0" baseline="0" noProof="0" dirty="0">
                <a:ln>
                  <a:noFill/>
                </a:ln>
                <a:solidFill>
                  <a:srgbClr val="000738"/>
                </a:solidFill>
                <a:effectLst/>
                <a:uLnTx/>
                <a:uFillTx/>
                <a:latin typeface="Arial" panose="020B0604020202020204" pitchFamily="34" charset="0"/>
                <a:cs typeface="Arial" panose="020B0604020202020204" pitchFamily="34" charset="0"/>
                <a:sym typeface="Avenir Book"/>
              </a:rPr>
              <a:t>Slight Medicare growth versus prior assessment driven by aging patient population</a:t>
            </a:r>
          </a:p>
          <a:p>
            <a:pPr marL="228560" marR="0" lvl="0" indent="-228560" algn="l" defTabSz="914240" rtl="0" eaLnBrk="1" fontAlgn="auto" latinLnBrk="0" hangingPunct="1">
              <a:lnSpc>
                <a:spcPct val="90000"/>
              </a:lnSpc>
              <a:spcBef>
                <a:spcPts val="1000"/>
              </a:spcBef>
              <a:spcAft>
                <a:spcPts val="400"/>
              </a:spcAft>
              <a:buClr>
                <a:srgbClr val="017298"/>
              </a:buClr>
              <a:buSzPct val="100000"/>
              <a:buFont typeface="Arial" panose="020B0604020202020204" pitchFamily="34" charset="0"/>
              <a:buChar char="•"/>
              <a:tabLst/>
              <a:defRPr/>
            </a:pPr>
            <a:r>
              <a:rPr kumimoji="0" lang="en-US" sz="2000" b="0" i="0" u="none" strike="noStrike" kern="0" cap="none" spc="0" normalizeH="0" baseline="0" noProof="0" dirty="0">
                <a:ln>
                  <a:noFill/>
                </a:ln>
                <a:solidFill>
                  <a:srgbClr val="262626"/>
                </a:solidFill>
                <a:effectLst/>
                <a:uLnTx/>
                <a:uFillTx/>
                <a:latin typeface="Arial" panose="020B0604020202020204" pitchFamily="34" charset="0"/>
                <a:ea typeface="+mn-ea"/>
                <a:cs typeface="Calibri"/>
                <a:sym typeface="Arial"/>
              </a:rPr>
              <a:t>Aadi Assist in place to support access to treatment</a:t>
            </a:r>
          </a:p>
          <a:p>
            <a:pPr marL="228560" marR="0" lvl="0" indent="-228560" algn="l" defTabSz="914240" rtl="0" eaLnBrk="1" fontAlgn="auto" latinLnBrk="0" hangingPunct="1">
              <a:lnSpc>
                <a:spcPct val="90000"/>
              </a:lnSpc>
              <a:spcBef>
                <a:spcPts val="1000"/>
              </a:spcBef>
              <a:spcAft>
                <a:spcPts val="400"/>
              </a:spcAft>
              <a:buClr>
                <a:srgbClr val="017298"/>
              </a:buClr>
              <a:buSzPct val="100000"/>
              <a:buFont typeface="Arial" panose="020B0604020202020204" pitchFamily="34" charset="0"/>
              <a:buChar char="•"/>
              <a:tabLst/>
              <a:defRPr/>
            </a:pPr>
            <a:r>
              <a:rPr kumimoji="0" lang="en-US" sz="2000" b="0" i="0" u="none" strike="noStrike" kern="0" cap="none" spc="0" normalizeH="0" baseline="0" noProof="0" dirty="0">
                <a:ln>
                  <a:noFill/>
                </a:ln>
                <a:solidFill>
                  <a:srgbClr val="262626"/>
                </a:solidFill>
                <a:effectLst/>
                <a:uLnTx/>
                <a:uFillTx/>
                <a:latin typeface="Arial" panose="020B0604020202020204" pitchFamily="34" charset="0"/>
                <a:ea typeface="+mn-ea"/>
                <a:cs typeface="Calibri"/>
                <a:sym typeface="Arial"/>
              </a:rPr>
              <a:t>96% of HCPs have reported no access issues while prescribing FYARRO</a:t>
            </a:r>
          </a:p>
          <a:p>
            <a:endParaRPr lang="en-US" dirty="0"/>
          </a:p>
        </p:txBody>
      </p:sp>
      <p:sp>
        <p:nvSpPr>
          <p:cNvPr id="8" name="TextBox 7">
            <a:extLst>
              <a:ext uri="{FF2B5EF4-FFF2-40B4-BE49-F238E27FC236}">
                <a16:creationId xmlns:a16="http://schemas.microsoft.com/office/drawing/2014/main" id="{F7A80B5E-4E4D-4660-F743-16A5A974FCDB}"/>
              </a:ext>
            </a:extLst>
          </p:cNvPr>
          <p:cNvSpPr txBox="1"/>
          <p:nvPr/>
        </p:nvSpPr>
        <p:spPr>
          <a:xfrm>
            <a:off x="558265" y="6477802"/>
            <a:ext cx="1836398" cy="24621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9" tIns="45719" rIns="45719" bIns="45719" numCol="1" spcCol="38100" rtlCol="0" anchor="t">
            <a:spAutoFit/>
          </a:bodyPr>
          <a:lstStyle/>
          <a:p>
            <a:pPr marL="0" marR="0" lvl="0" indent="0" algn="l" defTabSz="914400" rtl="0" eaLnBrk="1" fontAlgn="auto" latinLnBrk="0" hangingPunct="0">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0000">
                    <a:lumMod val="50000"/>
                    <a:lumOff val="50000"/>
                  </a:srgbClr>
                </a:solidFill>
                <a:effectLst/>
                <a:uLnTx/>
                <a:uFillTx/>
                <a:latin typeface="Arial"/>
                <a:ea typeface="Arial"/>
                <a:cs typeface="Arial"/>
                <a:sym typeface="Arial"/>
              </a:rPr>
              <a:t>COPYRIGHT-CONFIDENTIAL</a:t>
            </a:r>
          </a:p>
        </p:txBody>
      </p:sp>
      <p:grpSp>
        <p:nvGrpSpPr>
          <p:cNvPr id="12" name="Group 11">
            <a:extLst>
              <a:ext uri="{FF2B5EF4-FFF2-40B4-BE49-F238E27FC236}">
                <a16:creationId xmlns:a16="http://schemas.microsoft.com/office/drawing/2014/main" id="{48FE21F2-51F5-E180-F142-A7AEB291ED9C}"/>
              </a:ext>
            </a:extLst>
          </p:cNvPr>
          <p:cNvGrpSpPr/>
          <p:nvPr/>
        </p:nvGrpSpPr>
        <p:grpSpPr>
          <a:xfrm>
            <a:off x="6867525" y="945238"/>
            <a:ext cx="4175209" cy="5208649"/>
            <a:chOff x="6501606" y="791132"/>
            <a:chExt cx="4513263" cy="5630377"/>
          </a:xfrm>
        </p:grpSpPr>
        <p:graphicFrame>
          <p:nvGraphicFramePr>
            <p:cNvPr id="5" name="Object 20">
              <a:extLst>
                <a:ext uri="{FF2B5EF4-FFF2-40B4-BE49-F238E27FC236}">
                  <a16:creationId xmlns:a16="http://schemas.microsoft.com/office/drawing/2014/main" id="{F43D6D4D-BEC9-ED06-EEAA-FDD879D5AE71}"/>
                </a:ext>
              </a:extLst>
            </p:cNvPr>
            <p:cNvGraphicFramePr>
              <a:graphicFrameLocks noChangeAspect="1"/>
            </p:cNvGraphicFramePr>
            <p:nvPr/>
          </p:nvGraphicFramePr>
          <p:xfrm>
            <a:off x="6501606" y="791132"/>
            <a:ext cx="4513263" cy="5080000"/>
          </p:xfrm>
          <a:graphic>
            <a:graphicData uri="http://schemas.openxmlformats.org/drawingml/2006/chart">
              <c:chart xmlns:c="http://schemas.openxmlformats.org/drawingml/2006/chart" xmlns:r="http://schemas.openxmlformats.org/officeDocument/2006/relationships" r:id="rId2"/>
            </a:graphicData>
          </a:graphic>
        </p:graphicFrame>
        <p:sp>
          <p:nvSpPr>
            <p:cNvPr id="6" name="Text Box 28">
              <a:extLst>
                <a:ext uri="{FF2B5EF4-FFF2-40B4-BE49-F238E27FC236}">
                  <a16:creationId xmlns:a16="http://schemas.microsoft.com/office/drawing/2014/main" id="{CA711199-3503-351B-7A79-CB901A4032BA}"/>
                </a:ext>
              </a:extLst>
            </p:cNvPr>
            <p:cNvSpPr txBox="1">
              <a:spLocks noChangeArrowheads="1"/>
            </p:cNvSpPr>
            <p:nvPr/>
          </p:nvSpPr>
          <p:spPr bwMode="auto">
            <a:xfrm>
              <a:off x="7847841" y="899155"/>
              <a:ext cx="1746535" cy="532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ko-KR" sz="1600" b="1" i="0" u="none" strike="noStrike" kern="0" cap="none" spc="0" normalizeH="0" baseline="0" noProof="0" dirty="0">
                  <a:ln>
                    <a:noFill/>
                  </a:ln>
                  <a:solidFill>
                    <a:srgbClr val="000000">
                      <a:lumMod val="50000"/>
                      <a:lumOff val="50000"/>
                    </a:srgbClr>
                  </a:solidFill>
                  <a:effectLst/>
                  <a:uLnTx/>
                  <a:uFillTx/>
                  <a:latin typeface="Arial" panose="020B0604020202020204" pitchFamily="34" charset="0"/>
                  <a:ea typeface="굴림" panose="020B0600000101010101" pitchFamily="34" charset="-127"/>
                  <a:cs typeface="Arial" panose="020B0604020202020204" pitchFamily="34" charset="0"/>
                  <a:sym typeface="Arial"/>
                </a:rPr>
                <a:t>Other</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1" i="0" u="none" strike="noStrike" kern="0" cap="none" spc="0" normalizeH="0" baseline="0" noProof="0" dirty="0">
                  <a:ln>
                    <a:noFill/>
                  </a:ln>
                  <a:solidFill>
                    <a:srgbClr val="000000">
                      <a:lumMod val="50000"/>
                      <a:lumOff val="50000"/>
                    </a:srgbClr>
                  </a:solidFill>
                  <a:effectLst/>
                  <a:uLnTx/>
                  <a:uFillTx/>
                  <a:latin typeface="Arial" panose="020B0604020202020204" pitchFamily="34" charset="0"/>
                  <a:ea typeface="Gulim" pitchFamily="34" charset="-127"/>
                  <a:cs typeface="Arial" panose="020B0604020202020204" pitchFamily="34" charset="0"/>
                  <a:sym typeface="Arial"/>
                </a:rPr>
                <a:t>2%</a:t>
              </a:r>
              <a:endParaRPr kumimoji="0" lang="en-US" altLang="zh-CN" sz="1600" b="1" i="0" u="none" strike="noStrike" kern="0" cap="none" spc="0" normalizeH="0" baseline="0" noProof="0" dirty="0">
                <a:ln>
                  <a:noFill/>
                </a:ln>
                <a:solidFill>
                  <a:srgbClr val="000000">
                    <a:lumMod val="50000"/>
                    <a:lumOff val="50000"/>
                  </a:srgbClr>
                </a:solidFill>
                <a:effectLst/>
                <a:uLnTx/>
                <a:uFillTx/>
                <a:latin typeface="Arial" panose="020B0604020202020204" pitchFamily="34" charset="0"/>
                <a:ea typeface="SimSun" panose="02010600030101010101" pitchFamily="2" charset="-122"/>
                <a:cs typeface="Arial" panose="020B0604020202020204" pitchFamily="34" charset="0"/>
                <a:sym typeface="Arial"/>
              </a:endParaRPr>
            </a:p>
          </p:txBody>
        </p:sp>
        <p:sp>
          <p:nvSpPr>
            <p:cNvPr id="7" name="Rectangle 1">
              <a:extLst>
                <a:ext uri="{FF2B5EF4-FFF2-40B4-BE49-F238E27FC236}">
                  <a16:creationId xmlns:a16="http://schemas.microsoft.com/office/drawing/2014/main" id="{740CA25F-0B51-B0BE-D58B-B0B64041D4FD}"/>
                </a:ext>
              </a:extLst>
            </p:cNvPr>
            <p:cNvSpPr>
              <a:spLocks noChangeArrowheads="1"/>
            </p:cNvSpPr>
            <p:nvPr/>
          </p:nvSpPr>
          <p:spPr bwMode="auto">
            <a:xfrm>
              <a:off x="6980830" y="5855926"/>
              <a:ext cx="3719705" cy="5655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n-US" altLang="en-US" sz="1600" b="1"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sym typeface="Arial"/>
                </a:rPr>
                <a:t>Weighted Payer Mix (All Settings)</a:t>
              </a:r>
            </a:p>
            <a:p>
              <a:pPr marL="0" marR="0" lvl="0" indent="0" algn="ctr" defTabSz="914400" rtl="0" eaLnBrk="0" fontAlgn="auto" latinLnBrk="0" hangingPunct="0">
                <a:lnSpc>
                  <a:spcPct val="100000"/>
                </a:lnSpc>
                <a:spcBef>
                  <a:spcPts val="0"/>
                </a:spcBef>
                <a:spcAft>
                  <a:spcPts val="0"/>
                </a:spcAft>
                <a:buClrTx/>
                <a:buSzTx/>
                <a:buFontTx/>
                <a:buNone/>
                <a:tabLst/>
                <a:defRPr/>
              </a:pPr>
              <a:r>
                <a:rPr kumimoji="0" lang="en-US" altLang="en-US" sz="1200" b="1"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sym typeface="Arial"/>
                </a:rPr>
                <a:t>(n=1,694 Claims)</a:t>
              </a:r>
            </a:p>
          </p:txBody>
        </p:sp>
        <p:sp>
          <p:nvSpPr>
            <p:cNvPr id="9" name="Text Box 22">
              <a:extLst>
                <a:ext uri="{FF2B5EF4-FFF2-40B4-BE49-F238E27FC236}">
                  <a16:creationId xmlns:a16="http://schemas.microsoft.com/office/drawing/2014/main" id="{02FFA753-CF42-5130-AFF0-6E8410AC67F7}"/>
                </a:ext>
              </a:extLst>
            </p:cNvPr>
            <p:cNvSpPr txBox="1">
              <a:spLocks noChangeArrowheads="1"/>
            </p:cNvSpPr>
            <p:nvPr/>
          </p:nvSpPr>
          <p:spPr bwMode="auto">
            <a:xfrm>
              <a:off x="7354075" y="4256547"/>
              <a:ext cx="1195294" cy="532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ko-KR" sz="1600" b="1" i="0" u="none" strike="noStrike" kern="0" cap="none" spc="0" normalizeH="0" baseline="0" noProof="0" dirty="0">
                  <a:ln>
                    <a:noFill/>
                  </a:ln>
                  <a:solidFill>
                    <a:srgbClr val="FFFFFF"/>
                  </a:solidFill>
                  <a:effectLst/>
                  <a:uLnTx/>
                  <a:uFillTx/>
                  <a:latin typeface="Arial" panose="020B0604020202020204" pitchFamily="34" charset="0"/>
                  <a:ea typeface="굴림" panose="020B0600000101010101" pitchFamily="34" charset="-127"/>
                  <a:cs typeface="Arial" panose="020B0604020202020204" pitchFamily="34" charset="0"/>
                  <a:sym typeface="Arial"/>
                </a:rPr>
                <a:t>Medicare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1" i="0" u="none" strike="noStrike" kern="0" cap="none" spc="0" normalizeH="0" baseline="0" noProof="0" dirty="0">
                  <a:ln>
                    <a:noFill/>
                  </a:ln>
                  <a:solidFill>
                    <a:srgbClr val="FFFFFF"/>
                  </a:solidFill>
                  <a:effectLst/>
                  <a:uLnTx/>
                  <a:uFillTx/>
                  <a:latin typeface="Arial" panose="020B0604020202020204" pitchFamily="34" charset="0"/>
                  <a:ea typeface="SimSun" panose="02010600030101010101" pitchFamily="2" charset="-122"/>
                  <a:cs typeface="Arial" panose="020B0604020202020204" pitchFamily="34" charset="0"/>
                  <a:sym typeface="Arial"/>
                </a:rPr>
                <a:t>26%</a:t>
              </a:r>
            </a:p>
          </p:txBody>
        </p:sp>
        <p:sp>
          <p:nvSpPr>
            <p:cNvPr id="10" name="Text Box 22">
              <a:extLst>
                <a:ext uri="{FF2B5EF4-FFF2-40B4-BE49-F238E27FC236}">
                  <a16:creationId xmlns:a16="http://schemas.microsoft.com/office/drawing/2014/main" id="{08FF7F35-AAA1-50D9-938C-53C904281E38}"/>
                </a:ext>
              </a:extLst>
            </p:cNvPr>
            <p:cNvSpPr txBox="1">
              <a:spLocks noChangeArrowheads="1"/>
            </p:cNvSpPr>
            <p:nvPr/>
          </p:nvSpPr>
          <p:spPr bwMode="auto">
            <a:xfrm>
              <a:off x="8840682" y="3407416"/>
              <a:ext cx="1549343" cy="532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ko-KR" sz="1600" b="1" i="0" u="none" strike="noStrike" kern="0" cap="none" spc="0" normalizeH="0" baseline="0" noProof="0" dirty="0">
                  <a:ln>
                    <a:noFill/>
                  </a:ln>
                  <a:solidFill>
                    <a:srgbClr val="FFFFFF"/>
                  </a:solidFill>
                  <a:effectLst/>
                  <a:uLnTx/>
                  <a:uFillTx/>
                  <a:latin typeface="Arial" panose="020B0604020202020204" pitchFamily="34" charset="0"/>
                  <a:ea typeface="굴림" panose="020B0600000101010101" pitchFamily="34" charset="-127"/>
                  <a:cs typeface="Arial" panose="020B0604020202020204" pitchFamily="34" charset="0"/>
                  <a:sym typeface="Arial"/>
                </a:rPr>
                <a:t>Commercial</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ko-KR" sz="1600" b="1" i="0" u="none" strike="noStrike" kern="0" cap="none" spc="0" normalizeH="0" baseline="0" noProof="0" dirty="0">
                  <a:ln>
                    <a:noFill/>
                  </a:ln>
                  <a:solidFill>
                    <a:srgbClr val="FFFFFF"/>
                  </a:solidFill>
                  <a:effectLst/>
                  <a:uLnTx/>
                  <a:uFillTx/>
                  <a:latin typeface="Arial" panose="020B0604020202020204" pitchFamily="34" charset="0"/>
                  <a:ea typeface="굴림" panose="020B0600000101010101" pitchFamily="34" charset="-127"/>
                  <a:cs typeface="Arial" panose="020B0604020202020204" pitchFamily="34" charset="0"/>
                  <a:sym typeface="Arial"/>
                </a:rPr>
                <a:t>49</a:t>
              </a:r>
              <a:r>
                <a:rPr kumimoji="0" lang="en-US" altLang="zh-CN" sz="1600" b="1" i="0" u="none" strike="noStrike" kern="0" cap="none" spc="0" normalizeH="0" baseline="0" noProof="0" dirty="0">
                  <a:ln>
                    <a:noFill/>
                  </a:ln>
                  <a:solidFill>
                    <a:srgbClr val="FFFFFF"/>
                  </a:solidFill>
                  <a:effectLst/>
                  <a:uLnTx/>
                  <a:uFillTx/>
                  <a:latin typeface="Arial" panose="020B0604020202020204" pitchFamily="34" charset="0"/>
                  <a:ea typeface="SimSun" panose="02010600030101010101" pitchFamily="2" charset="-122"/>
                  <a:cs typeface="Arial" panose="020B0604020202020204" pitchFamily="34" charset="0"/>
                  <a:sym typeface="Arial"/>
                </a:rPr>
                <a:t>%</a:t>
              </a:r>
            </a:p>
          </p:txBody>
        </p:sp>
        <p:sp>
          <p:nvSpPr>
            <p:cNvPr id="11" name="Text Box 28">
              <a:extLst>
                <a:ext uri="{FF2B5EF4-FFF2-40B4-BE49-F238E27FC236}">
                  <a16:creationId xmlns:a16="http://schemas.microsoft.com/office/drawing/2014/main" id="{F3C26A8B-78E6-3DC7-5E09-49D19C50404E}"/>
                </a:ext>
              </a:extLst>
            </p:cNvPr>
            <p:cNvSpPr txBox="1">
              <a:spLocks noChangeArrowheads="1"/>
            </p:cNvSpPr>
            <p:nvPr/>
          </p:nvSpPr>
          <p:spPr bwMode="auto">
            <a:xfrm>
              <a:off x="6773458" y="2657169"/>
              <a:ext cx="1616075" cy="532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ko-KR" sz="1600" b="1" i="0" u="none" strike="noStrike" kern="0" cap="none" spc="0" normalizeH="0" baseline="0" noProof="0" dirty="0">
                  <a:ln>
                    <a:noFill/>
                  </a:ln>
                  <a:solidFill>
                    <a:srgbClr val="FFFFFF"/>
                  </a:solidFill>
                  <a:effectLst/>
                  <a:uLnTx/>
                  <a:uFillTx/>
                  <a:latin typeface="Arial" panose="020B0604020202020204" pitchFamily="34" charset="0"/>
                  <a:ea typeface="굴림" panose="020B0600000101010101" pitchFamily="34" charset="-127"/>
                  <a:cs typeface="Arial" panose="020B0604020202020204" pitchFamily="34" charset="0"/>
                  <a:sym typeface="Arial"/>
                </a:rPr>
                <a:t>Medicaid</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1" i="0" u="none" strike="noStrike" kern="0" cap="none" spc="0" normalizeH="0" baseline="0" noProof="0" dirty="0">
                  <a:ln>
                    <a:noFill/>
                  </a:ln>
                  <a:solidFill>
                    <a:srgbClr val="FFFFFF"/>
                  </a:solidFill>
                  <a:effectLst/>
                  <a:uLnTx/>
                  <a:uFillTx/>
                  <a:latin typeface="Arial" panose="020B0604020202020204" pitchFamily="34" charset="0"/>
                  <a:ea typeface="Gulim" pitchFamily="34" charset="-127"/>
                  <a:cs typeface="Arial" panose="020B0604020202020204" pitchFamily="34" charset="0"/>
                  <a:sym typeface="Arial"/>
                </a:rPr>
                <a:t>24%</a:t>
              </a:r>
              <a:endParaRPr kumimoji="0" lang="en-US" altLang="zh-CN" sz="1600" b="1" i="0" u="none" strike="noStrike" kern="0" cap="none" spc="0" normalizeH="0" baseline="0" noProof="0" dirty="0">
                <a:ln>
                  <a:noFill/>
                </a:ln>
                <a:solidFill>
                  <a:srgbClr val="FFFFFF"/>
                </a:solidFill>
                <a:effectLst/>
                <a:uLnTx/>
                <a:uFillTx/>
                <a:latin typeface="Arial" panose="020B0604020202020204" pitchFamily="34" charset="0"/>
                <a:ea typeface="SimSun" panose="02010600030101010101" pitchFamily="2" charset="-122"/>
                <a:cs typeface="Arial" panose="020B0604020202020204" pitchFamily="34" charset="0"/>
                <a:sym typeface="Arial"/>
              </a:endParaRPr>
            </a:p>
          </p:txBody>
        </p:sp>
      </p:grpSp>
      <p:sp>
        <p:nvSpPr>
          <p:cNvPr id="13" name="TextBox 12">
            <a:extLst>
              <a:ext uri="{FF2B5EF4-FFF2-40B4-BE49-F238E27FC236}">
                <a16:creationId xmlns:a16="http://schemas.microsoft.com/office/drawing/2014/main" id="{27546A92-E7A6-716B-1165-F7A9410F43E8}"/>
              </a:ext>
            </a:extLst>
          </p:cNvPr>
          <p:cNvSpPr txBox="1"/>
          <p:nvPr/>
        </p:nvSpPr>
        <p:spPr>
          <a:xfrm>
            <a:off x="347473" y="6177731"/>
            <a:ext cx="4915407" cy="24621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lvl="0" indent="0" algn="l" defTabSz="914400" rtl="0" eaLnBrk="1" fontAlgn="auto" latinLnBrk="0" hangingPunct="0">
              <a:lnSpc>
                <a:spcPct val="100000"/>
              </a:lnSpc>
              <a:spcBef>
                <a:spcPts val="0"/>
              </a:spcBef>
              <a:spcAft>
                <a:spcPts val="0"/>
              </a:spcAft>
              <a:buClrTx/>
              <a:buSzTx/>
              <a:buFontTx/>
              <a:buNone/>
              <a:tabLst/>
              <a:defRPr/>
            </a:pPr>
            <a:r>
              <a:rPr kumimoji="0" lang="en-US" sz="1000" b="0" i="1" u="none" strike="noStrike" kern="1200" cap="none" spc="0" normalizeH="0" baseline="0" noProof="0" dirty="0">
                <a:ln>
                  <a:noFill/>
                </a:ln>
                <a:solidFill>
                  <a:srgbClr val="000000">
                    <a:lumMod val="65000"/>
                    <a:lumOff val="35000"/>
                  </a:srgbClr>
                </a:solidFill>
                <a:effectLst/>
                <a:uLnTx/>
                <a:uFillTx/>
                <a:latin typeface="Arial"/>
                <a:ea typeface="Arial"/>
                <a:cs typeface="Arial"/>
                <a:sym typeface="Arial"/>
              </a:rPr>
              <a:t>Source: The Dedham Group February 2026</a:t>
            </a:r>
          </a:p>
        </p:txBody>
      </p:sp>
    </p:spTree>
    <p:extLst>
      <p:ext uri="{BB962C8B-B14F-4D97-AF65-F5344CB8AC3E}">
        <p14:creationId xmlns:p14="http://schemas.microsoft.com/office/powerpoint/2010/main" val="6175875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CD0EA1-3570-1812-B6DC-9C4D11773CBA}"/>
              </a:ext>
            </a:extLst>
          </p:cNvPr>
          <p:cNvSpPr>
            <a:spLocks noGrp="1"/>
          </p:cNvSpPr>
          <p:nvPr>
            <p:ph type="title"/>
          </p:nvPr>
        </p:nvSpPr>
        <p:spPr/>
        <p:txBody>
          <a:bodyPr/>
          <a:lstStyle/>
          <a:p>
            <a:r>
              <a:rPr lang="en-US" dirty="0"/>
              <a:t>Business Insights and Analytics</a:t>
            </a:r>
          </a:p>
        </p:txBody>
      </p:sp>
      <p:sp>
        <p:nvSpPr>
          <p:cNvPr id="3" name="Slide Number Placeholder 2">
            <a:extLst>
              <a:ext uri="{FF2B5EF4-FFF2-40B4-BE49-F238E27FC236}">
                <a16:creationId xmlns:a16="http://schemas.microsoft.com/office/drawing/2014/main" id="{DCFEA8D9-0FBC-7A10-36D3-7A91FDF988E2}"/>
              </a:ext>
            </a:extLst>
          </p:cNvPr>
          <p:cNvSpPr>
            <a:spLocks noGrp="1"/>
          </p:cNvSpPr>
          <p:nvPr>
            <p:ph type="sldNum" sz="quarter" idx="4294967295"/>
          </p:nvPr>
        </p:nvSpPr>
        <p:spPr>
          <a:xfrm>
            <a:off x="0" y="6413500"/>
            <a:ext cx="427038" cy="365125"/>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2B143D1D-9801-49CA-88C0-178C03B6937F}" type="slidenum">
              <a:rPr kumimoji="0" lang="en-US" sz="900" b="0" i="0" u="none" strike="noStrike" kern="1200" cap="none" spc="0" normalizeH="0" baseline="0" noProof="0" smtClean="0">
                <a:ln>
                  <a:noFill/>
                </a:ln>
                <a:solidFill>
                  <a:srgbClr val="FFFFFF">
                    <a:lumMod val="50000"/>
                  </a:srgbClr>
                </a:solidFill>
                <a:effectLst/>
                <a:uLnTx/>
                <a:uFillTx/>
                <a:latin typeface="Arial" panose="020B06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25</a:t>
            </a:fld>
            <a:endParaRPr kumimoji="0" lang="en-US" sz="900" b="0" i="0" u="none" strike="noStrike" kern="1200" cap="none" spc="0" normalizeH="0" baseline="0" noProof="0" dirty="0">
              <a:ln>
                <a:noFill/>
              </a:ln>
              <a:solidFill>
                <a:srgbClr val="FFFFFF">
                  <a:lumMod val="50000"/>
                </a:srgbClr>
              </a:solidFill>
              <a:effectLst/>
              <a:uLnTx/>
              <a:uFillTx/>
              <a:latin typeface="Arial" panose="020B0604020202020204"/>
              <a:ea typeface="+mn-ea"/>
              <a:cs typeface="+mn-cs"/>
            </a:endParaRPr>
          </a:p>
        </p:txBody>
      </p:sp>
    </p:spTree>
    <p:extLst>
      <p:ext uri="{BB962C8B-B14F-4D97-AF65-F5344CB8AC3E}">
        <p14:creationId xmlns:p14="http://schemas.microsoft.com/office/powerpoint/2010/main" val="40823751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22DE0A-9DF5-BC30-170D-2DB4CAA0B9EF}"/>
              </a:ext>
            </a:extLst>
          </p:cNvPr>
          <p:cNvSpPr>
            <a:spLocks noGrp="1"/>
          </p:cNvSpPr>
          <p:nvPr>
            <p:ph type="title"/>
          </p:nvPr>
        </p:nvSpPr>
        <p:spPr/>
        <p:txBody>
          <a:bodyPr/>
          <a:lstStyle/>
          <a:p>
            <a:r>
              <a:rPr lang="en-US" dirty="0"/>
              <a:t>New claims data will support positive impact for the FYARRO business</a:t>
            </a:r>
          </a:p>
        </p:txBody>
      </p:sp>
      <p:sp>
        <p:nvSpPr>
          <p:cNvPr id="3" name="Content Placeholder 2">
            <a:extLst>
              <a:ext uri="{FF2B5EF4-FFF2-40B4-BE49-F238E27FC236}">
                <a16:creationId xmlns:a16="http://schemas.microsoft.com/office/drawing/2014/main" id="{31B3C91B-E8B8-E099-3698-598B8790B63D}"/>
              </a:ext>
            </a:extLst>
          </p:cNvPr>
          <p:cNvSpPr>
            <a:spLocks noGrp="1"/>
          </p:cNvSpPr>
          <p:nvPr>
            <p:ph idx="1"/>
          </p:nvPr>
        </p:nvSpPr>
        <p:spPr>
          <a:xfrm>
            <a:off x="408432" y="1662693"/>
            <a:ext cx="10515601" cy="4351339"/>
          </a:xfrm>
        </p:spPr>
        <p:txBody>
          <a:bodyPr/>
          <a:lstStyle/>
          <a:p>
            <a:pPr marL="0" indent="0" algn="ctr">
              <a:buNone/>
            </a:pPr>
            <a:r>
              <a:rPr lang="en-US" b="1" dirty="0">
                <a:solidFill>
                  <a:schemeClr val="accent1"/>
                </a:solidFill>
              </a:rPr>
              <a:t>Veeva selected as claims provider based on high level robustness of data and                              better cost vs. other providers</a:t>
            </a:r>
          </a:p>
          <a:p>
            <a:pPr marL="0" indent="0">
              <a:buNone/>
            </a:pPr>
            <a:endParaRPr lang="en-US" dirty="0"/>
          </a:p>
        </p:txBody>
      </p:sp>
      <p:graphicFrame>
        <p:nvGraphicFramePr>
          <p:cNvPr id="4" name="Table 3">
            <a:extLst>
              <a:ext uri="{FF2B5EF4-FFF2-40B4-BE49-F238E27FC236}">
                <a16:creationId xmlns:a16="http://schemas.microsoft.com/office/drawing/2014/main" id="{8B3B7009-AFE9-9A85-F21D-896FFDC78BF0}"/>
              </a:ext>
            </a:extLst>
          </p:cNvPr>
          <p:cNvGraphicFramePr>
            <a:graphicFrameLocks noGrp="1"/>
          </p:cNvGraphicFramePr>
          <p:nvPr>
            <p:extLst>
              <p:ext uri="{D42A27DB-BD31-4B8C-83A1-F6EECF244321}">
                <p14:modId xmlns:p14="http://schemas.microsoft.com/office/powerpoint/2010/main" val="3459077053"/>
              </p:ext>
            </p:extLst>
          </p:nvPr>
        </p:nvGraphicFramePr>
        <p:xfrm>
          <a:off x="1100675" y="2488729"/>
          <a:ext cx="9823358" cy="3209704"/>
        </p:xfrm>
        <a:graphic>
          <a:graphicData uri="http://schemas.openxmlformats.org/drawingml/2006/table">
            <a:tbl>
              <a:tblPr firstRow="1" bandRow="1">
                <a:tableStyleId>{69012ECD-51FC-41F1-AA8D-1B2483CD663E}</a:tableStyleId>
              </a:tblPr>
              <a:tblGrid>
                <a:gridCol w="2979644">
                  <a:extLst>
                    <a:ext uri="{9D8B030D-6E8A-4147-A177-3AD203B41FA5}">
                      <a16:colId xmlns:a16="http://schemas.microsoft.com/office/drawing/2014/main" val="1863959536"/>
                    </a:ext>
                  </a:extLst>
                </a:gridCol>
                <a:gridCol w="6843714">
                  <a:extLst>
                    <a:ext uri="{9D8B030D-6E8A-4147-A177-3AD203B41FA5}">
                      <a16:colId xmlns:a16="http://schemas.microsoft.com/office/drawing/2014/main" val="3601460639"/>
                    </a:ext>
                  </a:extLst>
                </a:gridCol>
              </a:tblGrid>
              <a:tr h="472219">
                <a:tc>
                  <a:txBody>
                    <a:bodyPr/>
                    <a:lstStyle/>
                    <a:p>
                      <a:pPr algn="l">
                        <a:buNone/>
                      </a:pPr>
                      <a:r>
                        <a:rPr lang="en-US" sz="1600" b="1" dirty="0"/>
                        <a:t>Insight Area via Claims</a:t>
                      </a:r>
                      <a:endParaRPr lang="en-US" sz="1600" dirty="0"/>
                    </a:p>
                  </a:txBody>
                  <a:tcPr anchor="ctr"/>
                </a:tc>
                <a:tc>
                  <a:txBody>
                    <a:bodyPr/>
                    <a:lstStyle/>
                    <a:p>
                      <a:pPr algn="l">
                        <a:buNone/>
                      </a:pPr>
                      <a:r>
                        <a:rPr lang="en-US" sz="1600" b="1" dirty="0"/>
                        <a:t>Business Impact </a:t>
                      </a:r>
                      <a:endParaRPr lang="en-US" sz="1600" dirty="0"/>
                    </a:p>
                  </a:txBody>
                  <a:tcPr anchor="ctr"/>
                </a:tc>
                <a:extLst>
                  <a:ext uri="{0D108BD9-81ED-4DB2-BD59-A6C34878D82A}">
                    <a16:rowId xmlns:a16="http://schemas.microsoft.com/office/drawing/2014/main" val="4187055431"/>
                  </a:ext>
                </a:extLst>
              </a:tr>
              <a:tr h="472219">
                <a:tc>
                  <a:txBody>
                    <a:bodyPr/>
                    <a:lstStyle/>
                    <a:p>
                      <a:pPr algn="l">
                        <a:buNone/>
                      </a:pPr>
                      <a:r>
                        <a:rPr lang="en-US" sz="1600" b="1"/>
                        <a:t>Enhanced market clarity</a:t>
                      </a:r>
                      <a:endParaRPr lang="en-US" sz="1600"/>
                    </a:p>
                  </a:txBody>
                  <a:tcPr anchor="ctr"/>
                </a:tc>
                <a:tc>
                  <a:txBody>
                    <a:bodyPr/>
                    <a:lstStyle/>
                    <a:p>
                      <a:pPr algn="l">
                        <a:buNone/>
                      </a:pPr>
                      <a:r>
                        <a:rPr lang="en-US" sz="1600"/>
                        <a:t>Improved forecast accuracy + market sizing confidence</a:t>
                      </a:r>
                    </a:p>
                  </a:txBody>
                  <a:tcPr anchor="ctr"/>
                </a:tc>
                <a:extLst>
                  <a:ext uri="{0D108BD9-81ED-4DB2-BD59-A6C34878D82A}">
                    <a16:rowId xmlns:a16="http://schemas.microsoft.com/office/drawing/2014/main" val="1152704577"/>
                  </a:ext>
                </a:extLst>
              </a:tr>
              <a:tr h="660414">
                <a:tc>
                  <a:txBody>
                    <a:bodyPr/>
                    <a:lstStyle/>
                    <a:p>
                      <a:pPr algn="l">
                        <a:buNone/>
                      </a:pPr>
                      <a:r>
                        <a:rPr lang="en-US" sz="1600" b="1"/>
                        <a:t>Focused on key audiences</a:t>
                      </a:r>
                      <a:endParaRPr lang="en-US" sz="1600"/>
                    </a:p>
                  </a:txBody>
                  <a:tcPr anchor="ctr"/>
                </a:tc>
                <a:tc>
                  <a:txBody>
                    <a:bodyPr/>
                    <a:lstStyle/>
                    <a:p>
                      <a:pPr algn="l">
                        <a:buNone/>
                      </a:pPr>
                      <a:r>
                        <a:rPr lang="en-US" sz="1600" dirty="0"/>
                        <a:t>More effective targeting across sarcoma, gyn </a:t>
                      </a:r>
                      <a:r>
                        <a:rPr lang="en-US" sz="1600" dirty="0" err="1"/>
                        <a:t>onc</a:t>
                      </a:r>
                      <a:r>
                        <a:rPr lang="en-US" sz="1600" dirty="0"/>
                        <a:t>, and community</a:t>
                      </a:r>
                    </a:p>
                  </a:txBody>
                  <a:tcPr anchor="ctr"/>
                </a:tc>
                <a:extLst>
                  <a:ext uri="{0D108BD9-81ED-4DB2-BD59-A6C34878D82A}">
                    <a16:rowId xmlns:a16="http://schemas.microsoft.com/office/drawing/2014/main" val="3180551964"/>
                  </a:ext>
                </a:extLst>
              </a:tr>
              <a:tr h="660414">
                <a:tc>
                  <a:txBody>
                    <a:bodyPr/>
                    <a:lstStyle/>
                    <a:p>
                      <a:pPr algn="l">
                        <a:buNone/>
                      </a:pPr>
                      <a:r>
                        <a:rPr lang="en-US" sz="1600" b="1"/>
                        <a:t>Utilization dynamics</a:t>
                      </a:r>
                      <a:endParaRPr lang="en-US" sz="1600"/>
                    </a:p>
                  </a:txBody>
                  <a:tcPr anchor="ctr"/>
                </a:tc>
                <a:tc>
                  <a:txBody>
                    <a:bodyPr/>
                    <a:lstStyle/>
                    <a:p>
                      <a:pPr algn="l">
                        <a:buNone/>
                      </a:pPr>
                      <a:r>
                        <a:rPr lang="en-US" sz="1600" dirty="0"/>
                        <a:t>Increased positioning vs. competitors (e.g., oral mTOR use), optimized patient flow</a:t>
                      </a:r>
                    </a:p>
                  </a:txBody>
                  <a:tcPr anchor="ctr"/>
                </a:tc>
                <a:extLst>
                  <a:ext uri="{0D108BD9-81ED-4DB2-BD59-A6C34878D82A}">
                    <a16:rowId xmlns:a16="http://schemas.microsoft.com/office/drawing/2014/main" val="673312775"/>
                  </a:ext>
                </a:extLst>
              </a:tr>
              <a:tr h="472219">
                <a:tc>
                  <a:txBody>
                    <a:bodyPr/>
                    <a:lstStyle/>
                    <a:p>
                      <a:pPr algn="l">
                        <a:buNone/>
                      </a:pPr>
                      <a:r>
                        <a:rPr lang="en-US" sz="1600" b="1"/>
                        <a:t>Patient experience</a:t>
                      </a:r>
                      <a:endParaRPr lang="en-US" sz="1600"/>
                    </a:p>
                  </a:txBody>
                  <a:tcPr anchor="ctr"/>
                </a:tc>
                <a:tc>
                  <a:txBody>
                    <a:bodyPr/>
                    <a:lstStyle/>
                    <a:p>
                      <a:pPr algn="l">
                        <a:buNone/>
                      </a:pPr>
                      <a:r>
                        <a:rPr lang="en-US" sz="1600" dirty="0"/>
                        <a:t>Improved persistence and time on therapy</a:t>
                      </a:r>
                    </a:p>
                  </a:txBody>
                  <a:tcPr anchor="ctr"/>
                </a:tc>
                <a:extLst>
                  <a:ext uri="{0D108BD9-81ED-4DB2-BD59-A6C34878D82A}">
                    <a16:rowId xmlns:a16="http://schemas.microsoft.com/office/drawing/2014/main" val="2104323824"/>
                  </a:ext>
                </a:extLst>
              </a:tr>
              <a:tr h="472219">
                <a:tc>
                  <a:txBody>
                    <a:bodyPr/>
                    <a:lstStyle/>
                    <a:p>
                      <a:pPr algn="l">
                        <a:buNone/>
                      </a:pPr>
                      <a:r>
                        <a:rPr lang="en-US" sz="1600" b="1" dirty="0"/>
                        <a:t>Growth opportunities</a:t>
                      </a:r>
                      <a:endParaRPr lang="en-US" sz="1600" dirty="0"/>
                    </a:p>
                  </a:txBody>
                  <a:tcPr anchor="ctr"/>
                </a:tc>
                <a:tc>
                  <a:txBody>
                    <a:bodyPr/>
                    <a:lstStyle/>
                    <a:p>
                      <a:pPr algn="l">
                        <a:buNone/>
                      </a:pPr>
                      <a:r>
                        <a:rPr lang="en-US" sz="1600" dirty="0"/>
                        <a:t>Increased adoption in high-potential accounts</a:t>
                      </a:r>
                    </a:p>
                  </a:txBody>
                  <a:tcPr anchor="ctr"/>
                </a:tc>
                <a:extLst>
                  <a:ext uri="{0D108BD9-81ED-4DB2-BD59-A6C34878D82A}">
                    <a16:rowId xmlns:a16="http://schemas.microsoft.com/office/drawing/2014/main" val="786627650"/>
                  </a:ext>
                </a:extLst>
              </a:tr>
            </a:tbl>
          </a:graphicData>
        </a:graphic>
      </p:graphicFrame>
    </p:spTree>
    <p:extLst>
      <p:ext uri="{BB962C8B-B14F-4D97-AF65-F5344CB8AC3E}">
        <p14:creationId xmlns:p14="http://schemas.microsoft.com/office/powerpoint/2010/main" val="23415904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346E83-F82B-505E-8569-1333EB11DC05}"/>
              </a:ext>
            </a:extLst>
          </p:cNvPr>
          <p:cNvSpPr>
            <a:spLocks noGrp="1"/>
          </p:cNvSpPr>
          <p:nvPr>
            <p:ph type="title"/>
          </p:nvPr>
        </p:nvSpPr>
        <p:spPr/>
        <p:txBody>
          <a:bodyPr/>
          <a:lstStyle/>
          <a:p>
            <a:r>
              <a:rPr lang="en-US" dirty="0"/>
              <a:t>Wave 11 Pulse Survey (ATU) with ZS Associates</a:t>
            </a:r>
          </a:p>
        </p:txBody>
      </p:sp>
      <p:sp>
        <p:nvSpPr>
          <p:cNvPr id="4" name="Rectangle: Rounded Corners 3">
            <a:extLst>
              <a:ext uri="{FF2B5EF4-FFF2-40B4-BE49-F238E27FC236}">
                <a16:creationId xmlns:a16="http://schemas.microsoft.com/office/drawing/2014/main" id="{FB860251-81F9-A1CF-EF76-6DE473BF551F}"/>
              </a:ext>
            </a:extLst>
          </p:cNvPr>
          <p:cNvSpPr/>
          <p:nvPr/>
        </p:nvSpPr>
        <p:spPr>
          <a:xfrm>
            <a:off x="423259" y="3115420"/>
            <a:ext cx="11196276" cy="363755"/>
          </a:xfrm>
          <a:prstGeom prst="roundRect">
            <a:avLst/>
          </a:prstGeom>
          <a:solidFill>
            <a:srgbClr val="D7E9F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000000"/>
                </a:solidFill>
                <a:effectLst/>
                <a:uLnTx/>
                <a:uFillTx/>
                <a:latin typeface="Arial Nova" panose="020B0504020202020204" pitchFamily="34" charset="0"/>
                <a:ea typeface="+mn-ea"/>
                <a:cs typeface="+mn-cs"/>
                <a:sym typeface="Calibri"/>
              </a:rPr>
              <a:t>Objectives</a:t>
            </a:r>
            <a:endParaRPr kumimoji="0" lang="en-US" sz="1200" b="0" i="1" u="none" strike="noStrike" kern="1200" cap="none" spc="0" normalizeH="0" baseline="0" noProof="0" dirty="0">
              <a:ln>
                <a:noFill/>
              </a:ln>
              <a:solidFill>
                <a:srgbClr val="000000"/>
              </a:solidFill>
              <a:effectLst/>
              <a:uLnTx/>
              <a:uFillTx/>
              <a:latin typeface="Arial Nova" panose="020B0504020202020204" pitchFamily="34" charset="0"/>
              <a:ea typeface="+mn-ea"/>
              <a:cs typeface="+mn-cs"/>
              <a:sym typeface="Calibri"/>
            </a:endParaRPr>
          </a:p>
        </p:txBody>
      </p:sp>
      <p:sp>
        <p:nvSpPr>
          <p:cNvPr id="5" name="TextBox 4">
            <a:extLst>
              <a:ext uri="{FF2B5EF4-FFF2-40B4-BE49-F238E27FC236}">
                <a16:creationId xmlns:a16="http://schemas.microsoft.com/office/drawing/2014/main" id="{7E2661DD-1815-27B7-9271-C667F926EE52}"/>
              </a:ext>
            </a:extLst>
          </p:cNvPr>
          <p:cNvSpPr txBox="1"/>
          <p:nvPr/>
        </p:nvSpPr>
        <p:spPr>
          <a:xfrm>
            <a:off x="429627" y="3479175"/>
            <a:ext cx="11189908" cy="203132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285750" marR="0" lvl="1" indent="-285750" algn="l" defTabSz="914400" rtl="0" eaLnBrk="1" fontAlgn="auto" latinLnBrk="0" hangingPunct="1">
              <a:lnSpc>
                <a:spcPct val="100000"/>
              </a:lnSpc>
              <a:spcBef>
                <a:spcPts val="600"/>
              </a:spcBef>
              <a:spcAft>
                <a:spcPts val="600"/>
              </a:spcAft>
              <a:buClr>
                <a:srgbClr val="00859D"/>
              </a:buClr>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Nova" panose="020B0504020202020204" pitchFamily="34" charset="0"/>
                <a:ea typeface="Gulim" pitchFamily="34" charset="-127"/>
                <a:cs typeface="+mn-cs"/>
              </a:rPr>
              <a:t>Assess brand awareness for Fyarro and current uptake as a treatment for locally advanced or metastatic malignant PEComa, as well as how it varies among different physician types</a:t>
            </a:r>
          </a:p>
          <a:p>
            <a:pPr marL="285750" marR="0" lvl="1" indent="-285750" algn="l" defTabSz="914400" rtl="0" eaLnBrk="1" fontAlgn="auto" latinLnBrk="0" hangingPunct="1">
              <a:lnSpc>
                <a:spcPct val="100000"/>
              </a:lnSpc>
              <a:spcBef>
                <a:spcPts val="600"/>
              </a:spcBef>
              <a:spcAft>
                <a:spcPts val="600"/>
              </a:spcAft>
              <a:buClr>
                <a:srgbClr val="00859D"/>
              </a:buClr>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Nova" panose="020B0504020202020204" pitchFamily="34" charset="0"/>
                <a:ea typeface="Gulim" pitchFamily="34" charset="-127"/>
                <a:cs typeface="+mn-cs"/>
              </a:rPr>
              <a:t>Understand physicians’ treatment attitudes, current perceptions of Fyarro relative to its competitors, patient types considered suitable for Fyarro, and any drivers or barriers to Fyarro adoption</a:t>
            </a:r>
          </a:p>
          <a:p>
            <a:pPr marL="285750" marR="0" lvl="1" indent="-285750" algn="l" defTabSz="914400" rtl="0" eaLnBrk="1" fontAlgn="auto" latinLnBrk="0" hangingPunct="1">
              <a:lnSpc>
                <a:spcPct val="100000"/>
              </a:lnSpc>
              <a:spcBef>
                <a:spcPts val="600"/>
              </a:spcBef>
              <a:spcAft>
                <a:spcPts val="600"/>
              </a:spcAft>
              <a:buClr>
                <a:srgbClr val="00859D"/>
              </a:buClr>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Nova" panose="020B0504020202020204" pitchFamily="34" charset="0"/>
                <a:ea typeface="Gulim" pitchFamily="34" charset="-127"/>
                <a:cs typeface="+mn-cs"/>
              </a:rPr>
              <a:t>Gauge promotional effectiveness and identify any early successes or challenges in rep execution of the Fyarro launch story</a:t>
            </a:r>
          </a:p>
        </p:txBody>
      </p:sp>
      <p:sp>
        <p:nvSpPr>
          <p:cNvPr id="7" name="TextBox 6">
            <a:extLst>
              <a:ext uri="{FF2B5EF4-FFF2-40B4-BE49-F238E27FC236}">
                <a16:creationId xmlns:a16="http://schemas.microsoft.com/office/drawing/2014/main" id="{94802EAD-3097-B9CD-1430-CA87CD7FDD3C}"/>
              </a:ext>
            </a:extLst>
          </p:cNvPr>
          <p:cNvSpPr txBox="1"/>
          <p:nvPr/>
        </p:nvSpPr>
        <p:spPr>
          <a:xfrm>
            <a:off x="423259" y="1144401"/>
            <a:ext cx="6621008" cy="120032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lvl="0" indent="0" algn="l" defTabSz="914400" rtl="0" eaLnBrk="1" fontAlgn="auto" latinLnBrk="0" hangingPunct="0">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a:ea typeface="Arial"/>
                <a:cs typeface="Arial"/>
                <a:sym typeface="Arial"/>
              </a:rPr>
              <a:t>Kickoff: Week of April 13</a:t>
            </a:r>
            <a:r>
              <a:rPr kumimoji="0" lang="en-US" sz="1800" b="0" i="0" u="none" strike="noStrike" kern="1200" cap="none" spc="0" normalizeH="0" baseline="30000" noProof="0" dirty="0">
                <a:ln>
                  <a:noFill/>
                </a:ln>
                <a:solidFill>
                  <a:srgbClr val="000000"/>
                </a:solidFill>
                <a:effectLst/>
                <a:uLnTx/>
                <a:uFillTx/>
                <a:latin typeface="Arial"/>
                <a:ea typeface="Arial"/>
                <a:cs typeface="Arial"/>
                <a:sym typeface="Arial"/>
              </a:rPr>
              <a:t>th</a:t>
            </a:r>
            <a:endParaRPr kumimoji="0" lang="en-US" sz="1800" b="0" i="0" u="none" strike="noStrike" kern="1200" cap="none" spc="0" normalizeH="0" baseline="0" noProof="0" dirty="0">
              <a:ln>
                <a:noFill/>
              </a:ln>
              <a:solidFill>
                <a:srgbClr val="000000"/>
              </a:solidFill>
              <a:effectLst/>
              <a:uLnTx/>
              <a:uFillTx/>
              <a:latin typeface="Arial"/>
              <a:ea typeface="Arial"/>
              <a:cs typeface="Arial"/>
              <a:sym typeface="Arial"/>
            </a:endParaRPr>
          </a:p>
          <a:p>
            <a:pPr marL="0" marR="0" lvl="0" indent="0" algn="l" defTabSz="914400" rtl="0" eaLnBrk="1" fontAlgn="auto" latinLnBrk="0" hangingPunct="0">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a:ea typeface="Arial"/>
                <a:cs typeface="Arial"/>
                <a:sym typeface="Arial"/>
              </a:rPr>
              <a:t>Expected Readout: June</a:t>
            </a:r>
          </a:p>
          <a:p>
            <a:pPr marL="0" marR="0" lvl="0" indent="0" algn="l" defTabSz="914400" rtl="0" eaLnBrk="1" fontAlgn="auto" latinLnBrk="0" hangingPunct="0">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a:ea typeface="Arial"/>
              <a:cs typeface="Arial"/>
              <a:sym typeface="Arial"/>
            </a:endParaRPr>
          </a:p>
          <a:p>
            <a:pPr marL="0" marR="0" lvl="0" indent="0" algn="l" defTabSz="914400" rtl="0" eaLnBrk="1" fontAlgn="auto" latinLnBrk="0" hangingPunct="0">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a:ea typeface="Arial"/>
                <a:cs typeface="Arial"/>
                <a:sym typeface="Arial"/>
              </a:rPr>
              <a:t>Sample: </a:t>
            </a:r>
            <a:r>
              <a:rPr kumimoji="0" lang="en-US" sz="1800" b="0" i="0" u="none" strike="noStrike" kern="1200" cap="none" spc="0" normalizeH="0" baseline="0" noProof="0" dirty="0" err="1">
                <a:ln>
                  <a:noFill/>
                </a:ln>
                <a:solidFill>
                  <a:srgbClr val="000000"/>
                </a:solidFill>
                <a:effectLst/>
                <a:uLnTx/>
                <a:uFillTx/>
                <a:latin typeface="Arial"/>
                <a:ea typeface="Arial"/>
                <a:cs typeface="Arial"/>
                <a:sym typeface="Arial"/>
              </a:rPr>
              <a:t>PEComa</a:t>
            </a:r>
            <a:r>
              <a:rPr kumimoji="0" lang="en-US" sz="1800" b="0" i="0" u="none" strike="noStrike" kern="1200" cap="none" spc="0" normalizeH="0" baseline="0" noProof="0" dirty="0">
                <a:ln>
                  <a:noFill/>
                </a:ln>
                <a:solidFill>
                  <a:srgbClr val="000000"/>
                </a:solidFill>
                <a:effectLst/>
                <a:uLnTx/>
                <a:uFillTx/>
                <a:latin typeface="Arial"/>
                <a:ea typeface="Arial"/>
                <a:cs typeface="Arial"/>
                <a:sym typeface="Arial"/>
              </a:rPr>
              <a:t> treaters (10 med </a:t>
            </a:r>
            <a:r>
              <a:rPr kumimoji="0" lang="en-US" sz="1800" b="0" i="0" u="none" strike="noStrike" kern="1200" cap="none" spc="0" normalizeH="0" baseline="0" noProof="0" dirty="0" err="1">
                <a:ln>
                  <a:noFill/>
                </a:ln>
                <a:solidFill>
                  <a:srgbClr val="000000"/>
                </a:solidFill>
                <a:effectLst/>
                <a:uLnTx/>
                <a:uFillTx/>
                <a:latin typeface="Arial"/>
                <a:ea typeface="Arial"/>
                <a:cs typeface="Arial"/>
                <a:sym typeface="Arial"/>
              </a:rPr>
              <a:t>onc</a:t>
            </a:r>
            <a:r>
              <a:rPr kumimoji="0" lang="en-US" sz="1800" b="0" i="0" u="none" strike="noStrike" kern="1200" cap="none" spc="0" normalizeH="0" baseline="0" noProof="0" dirty="0">
                <a:ln>
                  <a:noFill/>
                </a:ln>
                <a:solidFill>
                  <a:srgbClr val="000000"/>
                </a:solidFill>
                <a:effectLst/>
                <a:uLnTx/>
                <a:uFillTx/>
                <a:latin typeface="Arial"/>
                <a:ea typeface="Arial"/>
                <a:cs typeface="Arial"/>
                <a:sym typeface="Arial"/>
              </a:rPr>
              <a:t>; 10 gyn-</a:t>
            </a:r>
            <a:r>
              <a:rPr kumimoji="0" lang="en-US" sz="1800" b="0" i="0" u="none" strike="noStrike" kern="1200" cap="none" spc="0" normalizeH="0" baseline="0" noProof="0" dirty="0" err="1">
                <a:ln>
                  <a:noFill/>
                </a:ln>
                <a:solidFill>
                  <a:srgbClr val="000000"/>
                </a:solidFill>
                <a:effectLst/>
                <a:uLnTx/>
                <a:uFillTx/>
                <a:latin typeface="Arial"/>
                <a:ea typeface="Arial"/>
                <a:cs typeface="Arial"/>
                <a:sym typeface="Arial"/>
              </a:rPr>
              <a:t>onc</a:t>
            </a:r>
            <a:r>
              <a:rPr kumimoji="0" lang="en-US" sz="1800" b="0" i="0" u="none" strike="noStrike" kern="1200" cap="none" spc="0" normalizeH="0" baseline="0" noProof="0" dirty="0">
                <a:ln>
                  <a:noFill/>
                </a:ln>
                <a:solidFill>
                  <a:srgbClr val="000000"/>
                </a:solidFill>
                <a:effectLst/>
                <a:uLnTx/>
                <a:uFillTx/>
                <a:latin typeface="Arial"/>
                <a:ea typeface="Arial"/>
                <a:cs typeface="Arial"/>
                <a:sym typeface="Arial"/>
              </a:rPr>
              <a:t>)</a:t>
            </a:r>
          </a:p>
        </p:txBody>
      </p:sp>
    </p:spTree>
    <p:extLst>
      <p:ext uri="{BB962C8B-B14F-4D97-AF65-F5344CB8AC3E}">
        <p14:creationId xmlns:p14="http://schemas.microsoft.com/office/powerpoint/2010/main" val="397848549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AE208C-179E-5228-65AF-CE0C48FD90C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B1B8788-9E56-522B-EB23-86EF870F6D68}"/>
              </a:ext>
            </a:extLst>
          </p:cNvPr>
          <p:cNvSpPr>
            <a:spLocks noGrp="1"/>
          </p:cNvSpPr>
          <p:nvPr>
            <p:ph type="title"/>
          </p:nvPr>
        </p:nvSpPr>
        <p:spPr/>
        <p:txBody>
          <a:bodyPr/>
          <a:lstStyle/>
          <a:p>
            <a:r>
              <a:rPr lang="en-US" dirty="0"/>
              <a:t>Advocacy</a:t>
            </a:r>
          </a:p>
        </p:txBody>
      </p:sp>
      <p:sp>
        <p:nvSpPr>
          <p:cNvPr id="3" name="Slide Number Placeholder 2">
            <a:extLst>
              <a:ext uri="{FF2B5EF4-FFF2-40B4-BE49-F238E27FC236}">
                <a16:creationId xmlns:a16="http://schemas.microsoft.com/office/drawing/2014/main" id="{08046386-E377-F088-1DC7-F79753E8E8E1}"/>
              </a:ext>
            </a:extLst>
          </p:cNvPr>
          <p:cNvSpPr>
            <a:spLocks noGrp="1"/>
          </p:cNvSpPr>
          <p:nvPr>
            <p:ph type="sldNum" sz="quarter" idx="4294967295"/>
          </p:nvPr>
        </p:nvSpPr>
        <p:spPr>
          <a:xfrm>
            <a:off x="0" y="6413500"/>
            <a:ext cx="427038" cy="365125"/>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2B143D1D-9801-49CA-88C0-178C03B6937F}" type="slidenum">
              <a:rPr kumimoji="0" lang="en-US" sz="900" b="0" i="0" u="none" strike="noStrike" kern="1200" cap="none" spc="0" normalizeH="0" baseline="0" noProof="0" smtClean="0">
                <a:ln>
                  <a:noFill/>
                </a:ln>
                <a:solidFill>
                  <a:srgbClr val="FFFFFF">
                    <a:lumMod val="50000"/>
                  </a:srgbClr>
                </a:solidFill>
                <a:effectLst/>
                <a:uLnTx/>
                <a:uFillTx/>
                <a:latin typeface="Arial" panose="020B06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28</a:t>
            </a:fld>
            <a:endParaRPr kumimoji="0" lang="en-US" sz="900" b="0" i="0" u="none" strike="noStrike" kern="1200" cap="none" spc="0" normalizeH="0" baseline="0" noProof="0" dirty="0">
              <a:ln>
                <a:noFill/>
              </a:ln>
              <a:solidFill>
                <a:srgbClr val="FFFFFF">
                  <a:lumMod val="50000"/>
                </a:srgbClr>
              </a:solidFill>
              <a:effectLst/>
              <a:uLnTx/>
              <a:uFillTx/>
              <a:latin typeface="Arial" panose="020B0604020202020204"/>
              <a:ea typeface="+mn-ea"/>
              <a:cs typeface="+mn-cs"/>
            </a:endParaRPr>
          </a:p>
        </p:txBody>
      </p:sp>
    </p:spTree>
    <p:extLst>
      <p:ext uri="{BB962C8B-B14F-4D97-AF65-F5344CB8AC3E}">
        <p14:creationId xmlns:p14="http://schemas.microsoft.com/office/powerpoint/2010/main" val="18145584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96E31C-6A0F-71CA-2BE1-FD75FD71DE0E}"/>
              </a:ext>
            </a:extLst>
          </p:cNvPr>
          <p:cNvSpPr>
            <a:spLocks noGrp="1"/>
          </p:cNvSpPr>
          <p:nvPr>
            <p:ph type="title"/>
          </p:nvPr>
        </p:nvSpPr>
        <p:spPr>
          <a:xfrm>
            <a:off x="272233" y="336263"/>
            <a:ext cx="10077420" cy="808138"/>
          </a:xfrm>
        </p:spPr>
        <p:txBody>
          <a:bodyPr/>
          <a:lstStyle/>
          <a:p>
            <a:r>
              <a:rPr lang="en-US" dirty="0"/>
              <a:t>2026 Advocacy Events Have Been Secured Show Aadi’s Commitment to </a:t>
            </a:r>
            <a:r>
              <a:rPr lang="en-US" dirty="0" err="1"/>
              <a:t>PEComa</a:t>
            </a:r>
            <a:r>
              <a:rPr lang="en-US" dirty="0"/>
              <a:t> Awareness</a:t>
            </a:r>
          </a:p>
        </p:txBody>
      </p:sp>
      <p:sp>
        <p:nvSpPr>
          <p:cNvPr id="3" name="Slide Number Placeholder 2">
            <a:extLst>
              <a:ext uri="{FF2B5EF4-FFF2-40B4-BE49-F238E27FC236}">
                <a16:creationId xmlns:a16="http://schemas.microsoft.com/office/drawing/2014/main" id="{D2C26595-E051-5152-4A64-CD2305F95FD3}"/>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2B143D1D-9801-49CA-88C0-178C03B6937F}" type="slidenum">
              <a:rPr kumimoji="0" lang="en-US" sz="900" b="0" i="0" u="none" strike="noStrike" kern="1200" cap="none" spc="0" normalizeH="0" baseline="0" noProof="0" smtClean="0">
                <a:ln>
                  <a:noFill/>
                </a:ln>
                <a:solidFill>
                  <a:srgbClr val="2C4D75"/>
                </a:solidFill>
                <a:effectLst/>
                <a:uLnTx/>
                <a:uFillTx/>
                <a:latin typeface="Arial" panose="020B06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29</a:t>
            </a:fld>
            <a:endParaRPr kumimoji="0" lang="en-US" sz="900" b="0" i="0" u="none" strike="noStrike" kern="1200" cap="none" spc="0" normalizeH="0" baseline="0" noProof="0" dirty="0">
              <a:ln>
                <a:noFill/>
              </a:ln>
              <a:solidFill>
                <a:srgbClr val="2C4D75"/>
              </a:solidFill>
              <a:effectLst/>
              <a:uLnTx/>
              <a:uFillTx/>
              <a:latin typeface="Arial" panose="020B0604020202020204"/>
              <a:ea typeface="+mn-ea"/>
              <a:cs typeface="+mn-cs"/>
            </a:endParaRPr>
          </a:p>
        </p:txBody>
      </p:sp>
      <p:pic>
        <p:nvPicPr>
          <p:cNvPr id="10" name="Picture 4" descr="Sarcoma Foundation of America - Celebrating 20 Years - Est. 2000">
            <a:extLst>
              <a:ext uri="{FF2B5EF4-FFF2-40B4-BE49-F238E27FC236}">
                <a16:creationId xmlns:a16="http://schemas.microsoft.com/office/drawing/2014/main" id="{ADD30BB5-8816-D1C5-D586-75807C02B36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83975" y="1412020"/>
            <a:ext cx="1897489" cy="1652651"/>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6" descr="Northwest Sarcoma Foundation">
            <a:extLst>
              <a:ext uri="{FF2B5EF4-FFF2-40B4-BE49-F238E27FC236}">
                <a16:creationId xmlns:a16="http://schemas.microsoft.com/office/drawing/2014/main" id="{A84DB162-413A-AA48-42E4-350F23C11AE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7259" y="4856427"/>
            <a:ext cx="2087036" cy="808138"/>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E5B0516B-6B32-41A0-49DC-2298A6511D9E}"/>
              </a:ext>
            </a:extLst>
          </p:cNvPr>
          <p:cNvSpPr txBox="1"/>
          <p:nvPr/>
        </p:nvSpPr>
        <p:spPr>
          <a:xfrm>
            <a:off x="3571401" y="2102400"/>
            <a:ext cx="6608364" cy="5847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1085850" marR="0" lvl="2"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panose="020B0604020202020204"/>
                <a:ea typeface="Arial"/>
                <a:cs typeface="Arial"/>
                <a:sym typeface="Arial"/>
              </a:rPr>
              <a:t>2026 Race to Cure Events in NJ, LA, Tampa</a:t>
            </a:r>
          </a:p>
          <a:p>
            <a:pPr marL="1085850" marR="0" lvl="2"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panose="020B0604020202020204"/>
                <a:ea typeface="Arial"/>
                <a:cs typeface="Arial"/>
                <a:sym typeface="Arial"/>
              </a:rPr>
              <a:t>Aadi corporate recognition in Chicago and Philadelphia</a:t>
            </a:r>
          </a:p>
        </p:txBody>
      </p:sp>
      <p:sp>
        <p:nvSpPr>
          <p:cNvPr id="9" name="TextBox 8">
            <a:extLst>
              <a:ext uri="{FF2B5EF4-FFF2-40B4-BE49-F238E27FC236}">
                <a16:creationId xmlns:a16="http://schemas.microsoft.com/office/drawing/2014/main" id="{C8A7E572-57BD-0E0B-E2D5-71698A6CCC32}"/>
              </a:ext>
            </a:extLst>
          </p:cNvPr>
          <p:cNvSpPr txBox="1"/>
          <p:nvPr/>
        </p:nvSpPr>
        <p:spPr>
          <a:xfrm>
            <a:off x="3571401" y="4967314"/>
            <a:ext cx="6608364" cy="5847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1085850" marR="0" lvl="2"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panose="020B0604020202020204"/>
                <a:ea typeface="Arial"/>
                <a:cs typeface="Arial"/>
                <a:sym typeface="Arial"/>
              </a:rPr>
              <a:t>Dragonslayer Sarcoma Run/Walks Portland, Oregon 9/12/2026 and Seattle, Washington 9/19/2026</a:t>
            </a:r>
          </a:p>
        </p:txBody>
      </p:sp>
      <p:sp>
        <p:nvSpPr>
          <p:cNvPr id="11" name="TextBox 10">
            <a:extLst>
              <a:ext uri="{FF2B5EF4-FFF2-40B4-BE49-F238E27FC236}">
                <a16:creationId xmlns:a16="http://schemas.microsoft.com/office/drawing/2014/main" id="{EB70FFBF-AC8A-4532-DD23-4F39AF842F53}"/>
              </a:ext>
            </a:extLst>
          </p:cNvPr>
          <p:cNvSpPr txBox="1"/>
          <p:nvPr/>
        </p:nvSpPr>
        <p:spPr>
          <a:xfrm>
            <a:off x="3679774" y="3755051"/>
            <a:ext cx="6608364" cy="33855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1085850" marR="0" lvl="2"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panose="020B0604020202020204"/>
                <a:ea typeface="Arial"/>
                <a:cs typeface="Arial"/>
                <a:sym typeface="Arial"/>
              </a:rPr>
              <a:t>2026 Sarcoma Exchange Event - July</a:t>
            </a:r>
          </a:p>
        </p:txBody>
      </p:sp>
      <p:pic>
        <p:nvPicPr>
          <p:cNvPr id="13" name="Picture 12">
            <a:extLst>
              <a:ext uri="{FF2B5EF4-FFF2-40B4-BE49-F238E27FC236}">
                <a16:creationId xmlns:a16="http://schemas.microsoft.com/office/drawing/2014/main" id="{FB1DD79F-C275-A401-5ECA-A4DA00959D53}"/>
              </a:ext>
            </a:extLst>
          </p:cNvPr>
          <p:cNvPicPr>
            <a:picLocks noChangeAspect="1"/>
          </p:cNvPicPr>
          <p:nvPr/>
        </p:nvPicPr>
        <p:blipFill>
          <a:blip r:embed="rId4"/>
          <a:stretch>
            <a:fillRect/>
          </a:stretch>
        </p:blipFill>
        <p:spPr>
          <a:xfrm>
            <a:off x="2910153" y="3282548"/>
            <a:ext cx="841248" cy="1143000"/>
          </a:xfrm>
          <a:prstGeom prst="rect">
            <a:avLst/>
          </a:prstGeom>
        </p:spPr>
      </p:pic>
      <p:cxnSp>
        <p:nvCxnSpPr>
          <p:cNvPr id="15" name="Straight Connector 14">
            <a:extLst>
              <a:ext uri="{FF2B5EF4-FFF2-40B4-BE49-F238E27FC236}">
                <a16:creationId xmlns:a16="http://schemas.microsoft.com/office/drawing/2014/main" id="{A6ECE234-0EC1-DDC3-9055-65494B4C38D2}"/>
              </a:ext>
            </a:extLst>
          </p:cNvPr>
          <p:cNvCxnSpPr/>
          <p:nvPr/>
        </p:nvCxnSpPr>
        <p:spPr>
          <a:xfrm>
            <a:off x="1910080" y="3102187"/>
            <a:ext cx="8717280" cy="0"/>
          </a:xfrm>
          <a:prstGeom prst="line">
            <a:avLst/>
          </a:prstGeom>
          <a:noFill/>
          <a:ln w="3175" cap="flat">
            <a:solidFill>
              <a:srgbClr val="7030A0"/>
            </a:solidFill>
            <a:prstDash val="solid"/>
            <a:miter lim="800000"/>
          </a:ln>
          <a:effectLst/>
          <a:sp3d/>
        </p:spPr>
        <p:style>
          <a:lnRef idx="0">
            <a:scrgbClr r="0" g="0" b="0"/>
          </a:lnRef>
          <a:fillRef idx="0">
            <a:scrgbClr r="0" g="0" b="0"/>
          </a:fillRef>
          <a:effectRef idx="0">
            <a:scrgbClr r="0" g="0" b="0"/>
          </a:effectRef>
          <a:fontRef idx="none"/>
        </p:style>
      </p:cxnSp>
      <p:cxnSp>
        <p:nvCxnSpPr>
          <p:cNvPr id="16" name="Straight Connector 15">
            <a:extLst>
              <a:ext uri="{FF2B5EF4-FFF2-40B4-BE49-F238E27FC236}">
                <a16:creationId xmlns:a16="http://schemas.microsoft.com/office/drawing/2014/main" id="{4592E10D-C5AE-70B2-8F80-2C37F52BB858}"/>
              </a:ext>
            </a:extLst>
          </p:cNvPr>
          <p:cNvCxnSpPr/>
          <p:nvPr/>
        </p:nvCxnSpPr>
        <p:spPr>
          <a:xfrm>
            <a:off x="1910080" y="4643121"/>
            <a:ext cx="8717280" cy="0"/>
          </a:xfrm>
          <a:prstGeom prst="line">
            <a:avLst/>
          </a:prstGeom>
          <a:noFill/>
          <a:ln w="3175" cap="flat">
            <a:solidFill>
              <a:srgbClr val="7030A0"/>
            </a:solidFill>
            <a:prstDash val="solid"/>
            <a:miter lim="800000"/>
          </a:ln>
          <a:effectLst/>
          <a:sp3d/>
        </p:spPr>
        <p:style>
          <a:lnRef idx="0">
            <a:scrgbClr r="0" g="0" b="0"/>
          </a:lnRef>
          <a:fillRef idx="0">
            <a:scrgbClr r="0" g="0" b="0"/>
          </a:fillRef>
          <a:effectRef idx="0">
            <a:scrgbClr r="0" g="0" b="0"/>
          </a:effectRef>
          <a:fontRef idx="none"/>
        </p:style>
      </p:cxnSp>
    </p:spTree>
    <p:extLst>
      <p:ext uri="{BB962C8B-B14F-4D97-AF65-F5344CB8AC3E}">
        <p14:creationId xmlns:p14="http://schemas.microsoft.com/office/powerpoint/2010/main" val="13421427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AADI-2022">
  <a:themeElements>
    <a:clrScheme name="AADI-2022">
      <a:dk1>
        <a:srgbClr val="000000"/>
      </a:dk1>
      <a:lt1>
        <a:srgbClr val="FFFFFF"/>
      </a:lt1>
      <a:dk2>
        <a:srgbClr val="A7A7A7"/>
      </a:dk2>
      <a:lt2>
        <a:srgbClr val="000738"/>
      </a:lt2>
      <a:accent1>
        <a:srgbClr val="00859D"/>
      </a:accent1>
      <a:accent2>
        <a:srgbClr val="FFB71B"/>
      </a:accent2>
      <a:accent3>
        <a:srgbClr val="E2F0D9"/>
      </a:accent3>
      <a:accent4>
        <a:srgbClr val="017298"/>
      </a:accent4>
      <a:accent5>
        <a:srgbClr val="820000"/>
      </a:accent5>
      <a:accent6>
        <a:srgbClr val="00C7D2"/>
      </a:accent6>
      <a:hlink>
        <a:srgbClr val="0000FF"/>
      </a:hlink>
      <a:folHlink>
        <a:srgbClr val="FF00FF"/>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epth">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lumMod val="95000"/>
          </a:schemeClr>
        </a:solidFill>
        <a:ln w="12700" cap="flat">
          <a:noFill/>
          <a:miter lim="400000"/>
        </a:ln>
        <a:effectLst/>
        <a:sp3d/>
      </a:spPr>
      <a:bodyPr rot="0" spcFirstLastPara="1" vertOverflow="overflow" horzOverflow="overflow" vert="horz" wrap="square" lIns="91440" tIns="91440" rIns="91440" bIns="91440" numCol="1" spcCol="38100" rtlCol="0" anchor="ctr">
        <a:noAutofit/>
      </a:bodyPr>
      <a:lstStyle>
        <a:defPPr marL="0" marR="0" indent="0" algn="ctr" defTabSz="914400" rtl="0" fontAlgn="auto" latinLnBrk="0" hangingPunct="0">
          <a:lnSpc>
            <a:spcPct val="100000"/>
          </a:lnSpc>
          <a:spcBef>
            <a:spcPts val="0"/>
          </a:spcBef>
          <a:spcAft>
            <a:spcPts val="0"/>
          </a:spcAft>
          <a:buClrTx/>
          <a:buSzTx/>
          <a:buFontTx/>
          <a:buNone/>
          <a:tabLst/>
          <a:defRPr kumimoji="0" sz="1200" b="0" i="0" u="none" strike="noStrike" cap="none" spc="0" normalizeH="0" baseline="0" dirty="0" smtClean="0">
            <a:ln>
              <a:noFill/>
            </a:ln>
            <a:solidFill>
              <a:schemeClr val="bg2"/>
            </a:solidFill>
            <a:effectLst/>
            <a:uFillTx/>
            <a:latin typeface="Arial Nova" panose="020B0504020202020204" pitchFamily="34" charset="0"/>
            <a:ea typeface="+mn-ea"/>
            <a:cs typeface="+mn-cs"/>
            <a:sym typeface="Calibri"/>
          </a:defRPr>
        </a:defPPr>
      </a:lstStyle>
      <a:style>
        <a:lnRef idx="0">
          <a:scrgbClr r="0" g="0" b="0"/>
        </a:lnRef>
        <a:fillRef idx="0">
          <a:scrgbClr r="0" g="0" b="0"/>
        </a:fillRef>
        <a:effectRef idx="0">
          <a:scrgbClr r="0" g="0" b="0"/>
        </a:effectRef>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extLst>
    <a:ext uri="{05A4C25C-085E-4340-85A3-A5531E510DB2}">
      <thm15:themeFamily xmlns:thm15="http://schemas.microsoft.com/office/thememl/2012/main" name="AADI-MASTER-TEMPLATE-2022" id="{41D95691-9B16-AA49-AD11-A7F499CA1CA4}" vid="{6023DD26-D56B-614B-8278-4493BF38357B}"/>
    </a:ext>
  </a:extLst>
</a:theme>
</file>

<file path=ppt/theme/theme2.xml><?xml version="1.0" encoding="utf-8"?>
<a:theme xmlns:a="http://schemas.openxmlformats.org/drawingml/2006/main" name="1_AADI-2022">
  <a:themeElements>
    <a:clrScheme name="AADI-2022">
      <a:dk1>
        <a:srgbClr val="000000"/>
      </a:dk1>
      <a:lt1>
        <a:srgbClr val="FFFFFF"/>
      </a:lt1>
      <a:dk2>
        <a:srgbClr val="A7A7A7"/>
      </a:dk2>
      <a:lt2>
        <a:srgbClr val="000738"/>
      </a:lt2>
      <a:accent1>
        <a:srgbClr val="00859D"/>
      </a:accent1>
      <a:accent2>
        <a:srgbClr val="FFB71B"/>
      </a:accent2>
      <a:accent3>
        <a:srgbClr val="E2F0D9"/>
      </a:accent3>
      <a:accent4>
        <a:srgbClr val="017298"/>
      </a:accent4>
      <a:accent5>
        <a:srgbClr val="820000"/>
      </a:accent5>
      <a:accent6>
        <a:srgbClr val="00C7D2"/>
      </a:accent6>
      <a:hlink>
        <a:srgbClr val="0000FF"/>
      </a:hlink>
      <a:folHlink>
        <a:srgbClr val="FF00FF"/>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epth">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lumMod val="95000"/>
          </a:schemeClr>
        </a:solidFill>
        <a:ln w="12700" cap="flat">
          <a:noFill/>
          <a:miter lim="400000"/>
        </a:ln>
        <a:effectLst/>
        <a:sp3d/>
      </a:spPr>
      <a:bodyPr rot="0" spcFirstLastPara="1" vertOverflow="overflow" horzOverflow="overflow" vert="horz" wrap="square" lIns="91440" tIns="91440" rIns="91440" bIns="91440" numCol="1" spcCol="38100" rtlCol="0" anchor="ctr">
        <a:noAutofit/>
      </a:bodyPr>
      <a:lstStyle>
        <a:defPPr marL="0" marR="0" indent="0" algn="ctr" defTabSz="914400" rtl="0" fontAlgn="auto" latinLnBrk="0" hangingPunct="0">
          <a:lnSpc>
            <a:spcPct val="100000"/>
          </a:lnSpc>
          <a:spcBef>
            <a:spcPts val="0"/>
          </a:spcBef>
          <a:spcAft>
            <a:spcPts val="0"/>
          </a:spcAft>
          <a:buClrTx/>
          <a:buSzTx/>
          <a:buFontTx/>
          <a:buNone/>
          <a:tabLst/>
          <a:defRPr kumimoji="0" sz="1200" b="0" i="0" u="none" strike="noStrike" cap="none" spc="0" normalizeH="0" baseline="0" dirty="0" smtClean="0">
            <a:ln>
              <a:noFill/>
            </a:ln>
            <a:solidFill>
              <a:schemeClr val="bg2"/>
            </a:solidFill>
            <a:effectLst/>
            <a:uFillTx/>
            <a:latin typeface="Arial Nova" panose="020B0504020202020204" pitchFamily="34" charset="0"/>
            <a:ea typeface="+mn-ea"/>
            <a:cs typeface="+mn-cs"/>
            <a:sym typeface="Calibri"/>
          </a:defRPr>
        </a:defPPr>
      </a:lstStyle>
      <a:style>
        <a:lnRef idx="0">
          <a:scrgbClr r="0" g="0" b="0"/>
        </a:lnRef>
        <a:fillRef idx="0">
          <a:scrgbClr r="0" g="0" b="0"/>
        </a:fillRef>
        <a:effectRef idx="0">
          <a:scrgbClr r="0" g="0" b="0"/>
        </a:effectRef>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extLst>
    <a:ext uri="{05A4C25C-085E-4340-85A3-A5531E510DB2}">
      <thm15:themeFamily xmlns:thm15="http://schemas.microsoft.com/office/thememl/2012/main" name="AADI-MASTER-TEMPLATE-2022" id="{41D95691-9B16-AA49-AD11-A7F499CA1CA4}" vid="{6023DD26-D56B-614B-8278-4493BF38357B}"/>
    </a:ext>
  </a:extLst>
</a:theme>
</file>

<file path=ppt/theme/theme3.xml><?xml version="1.0" encoding="utf-8"?>
<a:theme xmlns:a="http://schemas.openxmlformats.org/drawingml/2006/main" name="19_Bayer_RTP_Overview_tjd">
  <a:themeElements>
    <a:clrScheme name="Custom 75">
      <a:dk1>
        <a:srgbClr val="000000"/>
      </a:dk1>
      <a:lt1>
        <a:srgbClr val="FFFFFF"/>
      </a:lt1>
      <a:dk2>
        <a:srgbClr val="FFFFFF"/>
      </a:dk2>
      <a:lt2>
        <a:srgbClr val="FFFFFF"/>
      </a:lt2>
      <a:accent1>
        <a:srgbClr val="99CCFF"/>
      </a:accent1>
      <a:accent2>
        <a:srgbClr val="FF9900"/>
      </a:accent2>
      <a:accent3>
        <a:srgbClr val="AAAAFF"/>
      </a:accent3>
      <a:accent4>
        <a:srgbClr val="DADADA"/>
      </a:accent4>
      <a:accent5>
        <a:srgbClr val="CAE2FF"/>
      </a:accent5>
      <a:accent6>
        <a:srgbClr val="E78A00"/>
      </a:accent6>
      <a:hlink>
        <a:srgbClr val="008080"/>
      </a:hlink>
      <a:folHlink>
        <a:srgbClr val="6A8B2A"/>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3800" b="1" i="0" u="none" strike="noStrike" cap="none" normalizeH="0" baseline="0" smtClean="0">
            <a:ln>
              <a:noFill/>
            </a:ln>
            <a:solidFill>
              <a:schemeClr val="tx1"/>
            </a:solidFill>
            <a:effectLst/>
            <a:latin typeface="Verdana" pitchFamily="1" charset="0"/>
            <a:ea typeface="ＭＳ Ｐゴシック" pitchFamily="1" charset="-128"/>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3800" b="1" i="0" u="none" strike="noStrike" cap="none" normalizeH="0" baseline="0" smtClean="0">
            <a:ln>
              <a:noFill/>
            </a:ln>
            <a:solidFill>
              <a:schemeClr val="tx1"/>
            </a:solidFill>
            <a:effectLst/>
            <a:latin typeface="Verdana" pitchFamily="1" charset="0"/>
            <a:ea typeface="ＭＳ Ｐゴシック" pitchFamily="1" charset="-128"/>
          </a:defRPr>
        </a:defPPr>
      </a:lstStyle>
    </a:lnDef>
  </a:objectDefaults>
  <a:extraClrSchemeLst>
    <a:extraClrScheme>
      <a:clrScheme name="Bayer_RTP_Overview_tjd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Bayer_RTP_Overview_tjd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Bayer_RTP_Overview_tjd 3">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Bayer_RTP_Overview_tjd 4">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Bayer_RTP_Overview_tjd 5">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Bayer_RTP_Overview_tjd 6">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Bayer_RTP_Overview_tjd 7">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Bayer_RTP_Overview_tjd 8">
        <a:dk1>
          <a:srgbClr val="000000"/>
        </a:dk1>
        <a:lt1>
          <a:srgbClr val="FFFFFF"/>
        </a:lt1>
        <a:dk2>
          <a:srgbClr val="0000FF"/>
        </a:dk2>
        <a:lt2>
          <a:srgbClr val="FFFF00"/>
        </a:lt2>
        <a:accent1>
          <a:srgbClr val="99CCFF"/>
        </a:accent1>
        <a:accent2>
          <a:srgbClr val="FF9900"/>
        </a:accent2>
        <a:accent3>
          <a:srgbClr val="AAAAFF"/>
        </a:accent3>
        <a:accent4>
          <a:srgbClr val="DADADA"/>
        </a:accent4>
        <a:accent5>
          <a:srgbClr val="CAE2FF"/>
        </a:accent5>
        <a:accent6>
          <a:srgbClr val="E78A00"/>
        </a:accent6>
        <a:hlink>
          <a:srgbClr val="008080"/>
        </a:hlink>
        <a:folHlink>
          <a:srgbClr val="6A8B2A"/>
        </a:folHlink>
      </a:clrScheme>
      <a:clrMap bg1="dk2" tx1="lt1" bg2="dk1" tx2="lt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2_AADI-2022">
  <a:themeElements>
    <a:clrScheme name="AADI-2022">
      <a:dk1>
        <a:srgbClr val="000000"/>
      </a:dk1>
      <a:lt1>
        <a:srgbClr val="FFFFFF"/>
      </a:lt1>
      <a:dk2>
        <a:srgbClr val="A7A7A7"/>
      </a:dk2>
      <a:lt2>
        <a:srgbClr val="000738"/>
      </a:lt2>
      <a:accent1>
        <a:srgbClr val="00859D"/>
      </a:accent1>
      <a:accent2>
        <a:srgbClr val="FFB71B"/>
      </a:accent2>
      <a:accent3>
        <a:srgbClr val="E2F0D9"/>
      </a:accent3>
      <a:accent4>
        <a:srgbClr val="017298"/>
      </a:accent4>
      <a:accent5>
        <a:srgbClr val="820000"/>
      </a:accent5>
      <a:accent6>
        <a:srgbClr val="00C7D2"/>
      </a:accent6>
      <a:hlink>
        <a:srgbClr val="0000FF"/>
      </a:hlink>
      <a:folHlink>
        <a:srgbClr val="FF00FF"/>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epth">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lumMod val="95000"/>
          </a:schemeClr>
        </a:solidFill>
        <a:ln w="12700" cap="flat">
          <a:noFill/>
          <a:miter lim="400000"/>
        </a:ln>
        <a:effectLst/>
        <a:sp3d/>
      </a:spPr>
      <a:bodyPr rot="0" spcFirstLastPara="1" vertOverflow="overflow" horzOverflow="overflow" vert="horz" wrap="square" lIns="91440" tIns="91440" rIns="91440" bIns="91440" numCol="1" spcCol="38100" rtlCol="0" anchor="ctr">
        <a:noAutofit/>
      </a:bodyPr>
      <a:lstStyle>
        <a:defPPr marL="0" marR="0" indent="0" algn="ctr" defTabSz="914400" rtl="0" fontAlgn="auto" latinLnBrk="0" hangingPunct="0">
          <a:lnSpc>
            <a:spcPct val="100000"/>
          </a:lnSpc>
          <a:spcBef>
            <a:spcPts val="0"/>
          </a:spcBef>
          <a:spcAft>
            <a:spcPts val="0"/>
          </a:spcAft>
          <a:buClrTx/>
          <a:buSzTx/>
          <a:buFontTx/>
          <a:buNone/>
          <a:tabLst/>
          <a:defRPr kumimoji="0" sz="1200" b="0" i="0" u="none" strike="noStrike" cap="none" spc="0" normalizeH="0" baseline="0" dirty="0" smtClean="0">
            <a:ln>
              <a:noFill/>
            </a:ln>
            <a:solidFill>
              <a:schemeClr val="bg2"/>
            </a:solidFill>
            <a:effectLst/>
            <a:uFillTx/>
            <a:latin typeface="Arial Nova" panose="020B0504020202020204" pitchFamily="34" charset="0"/>
            <a:ea typeface="+mn-ea"/>
            <a:cs typeface="+mn-cs"/>
            <a:sym typeface="Calibri"/>
          </a:defRPr>
        </a:defPPr>
      </a:lstStyle>
      <a:style>
        <a:lnRef idx="0">
          <a:scrgbClr r="0" g="0" b="0"/>
        </a:lnRef>
        <a:fillRef idx="0">
          <a:scrgbClr r="0" g="0" b="0"/>
        </a:fillRef>
        <a:effectRef idx="0">
          <a:scrgbClr r="0" g="0" b="0"/>
        </a:effectRef>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extLst>
    <a:ext uri="{05A4C25C-085E-4340-85A3-A5531E510DB2}">
      <thm15:themeFamily xmlns:thm15="http://schemas.microsoft.com/office/thememl/2012/main" name="AADI-MASTER-TEMPLATE-2022" id="{41D95691-9B16-AA49-AD11-A7F499CA1CA4}" vid="{6023DD26-D56B-614B-8278-4493BF38357B}"/>
    </a:ext>
  </a:extLst>
</a:theme>
</file>

<file path=ppt/theme/theme5.xml><?xml version="1.0" encoding="utf-8"?>
<a:theme xmlns:a="http://schemas.openxmlformats.org/drawingml/2006/main" name="AADI-2022-DARK">
  <a:themeElements>
    <a:clrScheme name="AADI-2022">
      <a:dk1>
        <a:srgbClr val="000000"/>
      </a:dk1>
      <a:lt1>
        <a:srgbClr val="FFFFFF"/>
      </a:lt1>
      <a:dk2>
        <a:srgbClr val="A7A7A7"/>
      </a:dk2>
      <a:lt2>
        <a:srgbClr val="000738"/>
      </a:lt2>
      <a:accent1>
        <a:srgbClr val="00859D"/>
      </a:accent1>
      <a:accent2>
        <a:srgbClr val="FFB71B"/>
      </a:accent2>
      <a:accent3>
        <a:srgbClr val="E2F0D9"/>
      </a:accent3>
      <a:accent4>
        <a:srgbClr val="017298"/>
      </a:accent4>
      <a:accent5>
        <a:srgbClr val="820000"/>
      </a:accent5>
      <a:accent6>
        <a:srgbClr val="00C7D2"/>
      </a:accent6>
      <a:hlink>
        <a:srgbClr val="0000FF"/>
      </a:hlink>
      <a:folHlink>
        <a:srgbClr val="FF00FF"/>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epth">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lumMod val="40000"/>
            <a:lumOff val="60000"/>
          </a:schemeClr>
        </a:solidFill>
        <a:ln w="12700" cap="flat">
          <a:noFill/>
          <a:miter lim="400000"/>
        </a:ln>
        <a:effectLst/>
        <a:sp3d/>
      </a:spPr>
      <a:bodyPr rot="0" spcFirstLastPara="1" vertOverflow="overflow" horzOverflow="overflow" vert="horz" wrap="square" lIns="45719" tIns="45719" rIns="45719" bIns="45719" numCol="1" spcCol="38100" rtlCol="0" anchor="ctr">
        <a:noAutofit/>
      </a:bodyPr>
      <a:lstStyle>
        <a:defPPr marL="0" marR="0" indent="0" algn="ctr" defTabSz="914400" rtl="0" fontAlgn="auto" latinLnBrk="0" hangingPunct="0">
          <a:lnSpc>
            <a:spcPct val="100000"/>
          </a:lnSpc>
          <a:spcBef>
            <a:spcPts val="0"/>
          </a:spcBef>
          <a:spcAft>
            <a:spcPts val="0"/>
          </a:spcAft>
          <a:buClrTx/>
          <a:buSzTx/>
          <a:buFontTx/>
          <a:buNone/>
          <a:tabLst/>
          <a:defRPr kumimoji="0" sz="1200" b="0" i="0" u="none" strike="noStrike" cap="none" spc="0" normalizeH="0" baseline="0" dirty="0" err="1" smtClean="0">
            <a:ln>
              <a:noFill/>
            </a:ln>
            <a:solidFill>
              <a:srgbClr val="50626A"/>
            </a:solidFill>
            <a:effectLst/>
            <a:uFillTx/>
            <a:latin typeface="Arial Nova" panose="020B0504020202020204" pitchFamily="34" charset="0"/>
            <a:ea typeface="+mn-ea"/>
            <a:cs typeface="+mn-cs"/>
            <a:sym typeface="Calibri"/>
          </a:defRPr>
        </a:defPPr>
      </a:lstStyle>
      <a:style>
        <a:lnRef idx="0">
          <a:scrgbClr r="0" g="0" b="0"/>
        </a:lnRef>
        <a:fillRef idx="0">
          <a:scrgbClr r="0" g="0" b="0"/>
        </a:fillRef>
        <a:effectRef idx="0">
          <a:scrgbClr r="0" g="0" b="0"/>
        </a:effectRef>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extLst>
    <a:ext uri="{05A4C25C-085E-4340-85A3-A5531E510DB2}">
      <thm15:themeFamily xmlns:thm15="http://schemas.microsoft.com/office/thememl/2012/main" name="AADI-2022-DARK" id="{981BE2AC-7BFA-3A45-9210-108CBC5E3BCD}" vid="{181A2FC2-C848-2D42-A0EB-25747E6777BD}"/>
    </a:ext>
  </a:extLst>
</a:theme>
</file>

<file path=ppt/theme/theme6.xml><?xml version="1.0" encoding="utf-8"?>
<a:theme xmlns:a="http://schemas.openxmlformats.org/drawingml/2006/main" name="5_AADI-2022">
  <a:themeElements>
    <a:clrScheme name="AADI-2022">
      <a:dk1>
        <a:srgbClr val="000000"/>
      </a:dk1>
      <a:lt1>
        <a:srgbClr val="FFFFFF"/>
      </a:lt1>
      <a:dk2>
        <a:srgbClr val="A7A7A7"/>
      </a:dk2>
      <a:lt2>
        <a:srgbClr val="000738"/>
      </a:lt2>
      <a:accent1>
        <a:srgbClr val="00859D"/>
      </a:accent1>
      <a:accent2>
        <a:srgbClr val="FFB71B"/>
      </a:accent2>
      <a:accent3>
        <a:srgbClr val="E2F0D9"/>
      </a:accent3>
      <a:accent4>
        <a:srgbClr val="017298"/>
      </a:accent4>
      <a:accent5>
        <a:srgbClr val="820000"/>
      </a:accent5>
      <a:accent6>
        <a:srgbClr val="00C7D2"/>
      </a:accent6>
      <a:hlink>
        <a:srgbClr val="0000FF"/>
      </a:hlink>
      <a:folHlink>
        <a:srgbClr val="FF00FF"/>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epth">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lumMod val="40000"/>
            <a:lumOff val="60000"/>
          </a:schemeClr>
        </a:solidFill>
        <a:ln w="12700" cap="flat">
          <a:noFill/>
          <a:miter lim="400000"/>
        </a:ln>
        <a:effectLst/>
        <a:sp3d/>
      </a:spPr>
      <a:bodyPr rot="0" spcFirstLastPara="1" vertOverflow="overflow" horzOverflow="overflow" vert="horz" wrap="square" lIns="45719" tIns="45719" rIns="45719" bIns="45719" numCol="1" spcCol="38100" rtlCol="0" anchor="ctr">
        <a:noAutofit/>
      </a:bodyPr>
      <a:lstStyle>
        <a:defPPr marL="0" marR="0" indent="0" algn="ctr" defTabSz="914400" rtl="0" fontAlgn="auto" latinLnBrk="0" hangingPunct="0">
          <a:lnSpc>
            <a:spcPct val="100000"/>
          </a:lnSpc>
          <a:spcBef>
            <a:spcPts val="0"/>
          </a:spcBef>
          <a:spcAft>
            <a:spcPts val="0"/>
          </a:spcAft>
          <a:buClrTx/>
          <a:buSzTx/>
          <a:buFontTx/>
          <a:buNone/>
          <a:tabLst/>
          <a:defRPr kumimoji="0" sz="1200" b="0" i="0" u="none" strike="noStrike" cap="none" spc="0" normalizeH="0" baseline="0" dirty="0" err="1" smtClean="0">
            <a:ln>
              <a:noFill/>
            </a:ln>
            <a:solidFill>
              <a:srgbClr val="50626A"/>
            </a:solidFill>
            <a:effectLst/>
            <a:uFillTx/>
            <a:latin typeface="Arial Nova" panose="020B0504020202020204" pitchFamily="34" charset="0"/>
            <a:ea typeface="+mn-ea"/>
            <a:cs typeface="+mn-cs"/>
            <a:sym typeface="Calibri"/>
          </a:defRPr>
        </a:defPPr>
      </a:lstStyle>
      <a:style>
        <a:lnRef idx="0">
          <a:scrgbClr r="0" g="0" b="0"/>
        </a:lnRef>
        <a:fillRef idx="0">
          <a:scrgbClr r="0" g="0" b="0"/>
        </a:fillRef>
        <a:effectRef idx="0">
          <a:scrgbClr r="0" g="0" b="0"/>
        </a:effectRef>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extLst>
    <a:ext uri="{05A4C25C-085E-4340-85A3-A5531E510DB2}">
      <thm15:themeFamily xmlns:thm15="http://schemas.microsoft.com/office/thememl/2012/main" name="AADI-MASTER-TEMPLATE-2022" id="{25E06D4D-A67C-4EC9-AD91-47DA4EE5A1A4}" vid="{18C86F85-334B-4844-A77A-24A7A05DBEA7}"/>
    </a:ext>
  </a:extLst>
</a:theme>
</file>

<file path=ppt/theme/theme7.xml><?xml version="1.0" encoding="utf-8"?>
<a:theme xmlns:a="http://schemas.openxmlformats.org/drawingml/2006/main" name="6_AADI-2022">
  <a:themeElements>
    <a:clrScheme name="AADI-2022">
      <a:dk1>
        <a:srgbClr val="000000"/>
      </a:dk1>
      <a:lt1>
        <a:srgbClr val="FFFFFF"/>
      </a:lt1>
      <a:dk2>
        <a:srgbClr val="A7A7A7"/>
      </a:dk2>
      <a:lt2>
        <a:srgbClr val="000738"/>
      </a:lt2>
      <a:accent1>
        <a:srgbClr val="00859D"/>
      </a:accent1>
      <a:accent2>
        <a:srgbClr val="FFB71B"/>
      </a:accent2>
      <a:accent3>
        <a:srgbClr val="E2F0D9"/>
      </a:accent3>
      <a:accent4>
        <a:srgbClr val="017298"/>
      </a:accent4>
      <a:accent5>
        <a:srgbClr val="820000"/>
      </a:accent5>
      <a:accent6>
        <a:srgbClr val="00C7D2"/>
      </a:accent6>
      <a:hlink>
        <a:srgbClr val="0000FF"/>
      </a:hlink>
      <a:folHlink>
        <a:srgbClr val="FF00FF"/>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epth">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lumMod val="40000"/>
            <a:lumOff val="60000"/>
          </a:schemeClr>
        </a:solidFill>
        <a:ln w="12700" cap="flat">
          <a:noFill/>
          <a:miter lim="400000"/>
        </a:ln>
        <a:effectLst/>
        <a:sp3d/>
      </a:spPr>
      <a:bodyPr rot="0" spcFirstLastPara="1" vertOverflow="overflow" horzOverflow="overflow" vert="horz" wrap="square" lIns="45719" tIns="45719" rIns="45719" bIns="45719" numCol="1" spcCol="38100" rtlCol="0" anchor="ctr">
        <a:noAutofit/>
      </a:bodyPr>
      <a:lstStyle>
        <a:defPPr marL="0" marR="0" indent="0" algn="ctr" defTabSz="914400" rtl="0" fontAlgn="auto" latinLnBrk="0" hangingPunct="0">
          <a:lnSpc>
            <a:spcPct val="100000"/>
          </a:lnSpc>
          <a:spcBef>
            <a:spcPts val="0"/>
          </a:spcBef>
          <a:spcAft>
            <a:spcPts val="0"/>
          </a:spcAft>
          <a:buClrTx/>
          <a:buSzTx/>
          <a:buFontTx/>
          <a:buNone/>
          <a:tabLst/>
          <a:defRPr kumimoji="0" sz="1200" b="0" i="0" u="none" strike="noStrike" cap="none" spc="0" normalizeH="0" baseline="0" dirty="0" err="1" smtClean="0">
            <a:ln>
              <a:noFill/>
            </a:ln>
            <a:solidFill>
              <a:srgbClr val="50626A"/>
            </a:solidFill>
            <a:effectLst/>
            <a:uFillTx/>
            <a:latin typeface="Arial Nova" panose="020B0504020202020204" pitchFamily="34" charset="0"/>
            <a:ea typeface="+mn-ea"/>
            <a:cs typeface="+mn-cs"/>
            <a:sym typeface="Calibri"/>
          </a:defRPr>
        </a:defPPr>
      </a:lstStyle>
      <a:style>
        <a:lnRef idx="0">
          <a:scrgbClr r="0" g="0" b="0"/>
        </a:lnRef>
        <a:fillRef idx="0">
          <a:scrgbClr r="0" g="0" b="0"/>
        </a:fillRef>
        <a:effectRef idx="0">
          <a:scrgbClr r="0" g="0" b="0"/>
        </a:effectRef>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extLst>
    <a:ext uri="{05A4C25C-085E-4340-85A3-A5531E510DB2}">
      <thm15:themeFamily xmlns:thm15="http://schemas.microsoft.com/office/thememl/2012/main" name="AADI-MASTER-TEMPLATE-2022  -  Read-Only" id="{3A8BA78D-1821-41E5-9859-B0E8A1A9B1BC}" vid="{F74DD5AD-188D-4D86-8096-1C40177FBABC}"/>
    </a:ext>
  </a:extLst>
</a:theme>
</file>

<file path=ppt/theme/theme8.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Override1.xml><?xml version="1.0" encoding="utf-8"?>
<a:themeOverride xmlns:a="http://schemas.openxmlformats.org/drawingml/2006/main">
  <a:clrScheme name="Depth">
    <a:dk1>
      <a:srgbClr val="000000"/>
    </a:dk1>
    <a:lt1>
      <a:srgbClr val="FFFFFF"/>
    </a:lt1>
    <a:dk2>
      <a:srgbClr val="A7A7A7"/>
    </a:dk2>
    <a:lt2>
      <a:srgbClr val="535353"/>
    </a:lt2>
    <a:accent1>
      <a:srgbClr val="00859D"/>
    </a:accent1>
    <a:accent2>
      <a:srgbClr val="ECAB1E"/>
    </a:accent2>
    <a:accent3>
      <a:srgbClr val="E2F0D9"/>
    </a:accent3>
    <a:accent4>
      <a:srgbClr val="F40000"/>
    </a:accent4>
    <a:accent5>
      <a:srgbClr val="820000"/>
    </a:accent5>
    <a:accent6>
      <a:srgbClr val="F4B183"/>
    </a:accent6>
    <a:hlink>
      <a:srgbClr val="0000FF"/>
    </a:hlink>
    <a:folHlink>
      <a:srgbClr val="FF00FF"/>
    </a:folHlink>
  </a:clrScheme>
  <a:fontScheme name="Depth">
    <a:majorFont>
      <a:latin typeface="Helvetica"/>
      <a:ea typeface="Helvetica"/>
      <a:cs typeface="Helvetica"/>
    </a:majorFont>
    <a:minorFont>
      <a:latin typeface="Calibri"/>
      <a:ea typeface="Calibri"/>
      <a:cs typeface="Calibri"/>
    </a:minorFont>
  </a:fontScheme>
  <a:fmtScheme name="Depth">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2.xml><?xml version="1.0" encoding="utf-8"?>
<a:themeOverride xmlns:a="http://schemas.openxmlformats.org/drawingml/2006/main">
  <a:clrScheme name="Depth">
    <a:dk1>
      <a:srgbClr val="000000"/>
    </a:dk1>
    <a:lt1>
      <a:srgbClr val="FFFFFF"/>
    </a:lt1>
    <a:dk2>
      <a:srgbClr val="A7A7A7"/>
    </a:dk2>
    <a:lt2>
      <a:srgbClr val="535353"/>
    </a:lt2>
    <a:accent1>
      <a:srgbClr val="00859D"/>
    </a:accent1>
    <a:accent2>
      <a:srgbClr val="ECAB1E"/>
    </a:accent2>
    <a:accent3>
      <a:srgbClr val="E2F0D9"/>
    </a:accent3>
    <a:accent4>
      <a:srgbClr val="F40000"/>
    </a:accent4>
    <a:accent5>
      <a:srgbClr val="820000"/>
    </a:accent5>
    <a:accent6>
      <a:srgbClr val="F4B183"/>
    </a:accent6>
    <a:hlink>
      <a:srgbClr val="0000FF"/>
    </a:hlink>
    <a:folHlink>
      <a:srgbClr val="FF00FF"/>
    </a:folHlink>
  </a:clrScheme>
  <a:fontScheme name="Depth">
    <a:majorFont>
      <a:latin typeface="Helvetica"/>
      <a:ea typeface="Helvetica"/>
      <a:cs typeface="Helvetica"/>
    </a:majorFont>
    <a:minorFont>
      <a:latin typeface="Calibri"/>
      <a:ea typeface="Calibri"/>
      <a:cs typeface="Calibri"/>
    </a:minorFont>
  </a:fontScheme>
  <a:fmtScheme name="Depth">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3.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docProps/app.xml><?xml version="1.0" encoding="utf-8"?>
<Properties xmlns="http://schemas.openxmlformats.org/officeDocument/2006/extended-properties" xmlns:vt="http://schemas.openxmlformats.org/officeDocument/2006/docPropsVTypes">
  <TotalTime>21087</TotalTime>
  <Words>3026</Words>
  <Application>Microsoft Office PowerPoint</Application>
  <PresentationFormat>Widescreen</PresentationFormat>
  <Paragraphs>626</Paragraphs>
  <Slides>29</Slides>
  <Notes>12</Notes>
  <HiddenSlides>0</HiddenSlides>
  <MMClips>0</MMClips>
  <ScaleCrop>false</ScaleCrop>
  <HeadingPairs>
    <vt:vector size="8" baseType="variant">
      <vt:variant>
        <vt:lpstr>Fonts Used</vt:lpstr>
      </vt:variant>
      <vt:variant>
        <vt:i4>20</vt:i4>
      </vt:variant>
      <vt:variant>
        <vt:lpstr>Theme</vt:lpstr>
      </vt:variant>
      <vt:variant>
        <vt:i4>7</vt:i4>
      </vt:variant>
      <vt:variant>
        <vt:lpstr>Embedded OLE Servers</vt:lpstr>
      </vt:variant>
      <vt:variant>
        <vt:i4>1</vt:i4>
      </vt:variant>
      <vt:variant>
        <vt:lpstr>Slide Titles</vt:lpstr>
      </vt:variant>
      <vt:variant>
        <vt:i4>29</vt:i4>
      </vt:variant>
    </vt:vector>
  </HeadingPairs>
  <TitlesOfParts>
    <vt:vector size="57" baseType="lpstr">
      <vt:lpstr>Aptos</vt:lpstr>
      <vt:lpstr>Aptos Narrow</vt:lpstr>
      <vt:lpstr>Arial</vt:lpstr>
      <vt:lpstr>Arial Nova</vt:lpstr>
      <vt:lpstr>Avenir Black</vt:lpstr>
      <vt:lpstr>Avenir Book</vt:lpstr>
      <vt:lpstr>Calibri</vt:lpstr>
      <vt:lpstr>Century Gothic</vt:lpstr>
      <vt:lpstr>Courier New</vt:lpstr>
      <vt:lpstr>Franklin Gothic Book</vt:lpstr>
      <vt:lpstr>Franklin Gothic Medium</vt:lpstr>
      <vt:lpstr>Helvetica Neue</vt:lpstr>
      <vt:lpstr>Montserrat</vt:lpstr>
      <vt:lpstr>Montserrat Regular</vt:lpstr>
      <vt:lpstr>Roboto</vt:lpstr>
      <vt:lpstr>System Font Regular</vt:lpstr>
      <vt:lpstr>Times</vt:lpstr>
      <vt:lpstr>Trebuchet MS</vt:lpstr>
      <vt:lpstr>Verdana</vt:lpstr>
      <vt:lpstr>Wingdings</vt:lpstr>
      <vt:lpstr>AADI-2022</vt:lpstr>
      <vt:lpstr>1_AADI-2022</vt:lpstr>
      <vt:lpstr>19_Bayer_RTP_Overview_tjd</vt:lpstr>
      <vt:lpstr>2_AADI-2022</vt:lpstr>
      <vt:lpstr>AADI-2022-DARK</vt:lpstr>
      <vt:lpstr>5_AADI-2022</vt:lpstr>
      <vt:lpstr>6_AADI-2022</vt:lpstr>
      <vt:lpstr>think-cell スライド</vt:lpstr>
      <vt:lpstr>Q1 2026 FYARRO Business Review</vt:lpstr>
      <vt:lpstr>Topics </vt:lpstr>
      <vt:lpstr>March 2026 FYARRO Performance &amp; Inventory</vt:lpstr>
      <vt:lpstr>March Sales Performance</vt:lpstr>
      <vt:lpstr>Demand Q1 actuals ahead of budget</vt:lpstr>
      <vt:lpstr>Inventory at Specialty Distributor</vt:lpstr>
      <vt:lpstr>PowerPoint Presentation</vt:lpstr>
      <vt:lpstr>Q1’26 Performance: Central</vt:lpstr>
      <vt:lpstr>Q1’26 Performance: East</vt:lpstr>
      <vt:lpstr>Q1’26 Performance: West</vt:lpstr>
      <vt:lpstr>Q1 2026 Marketing Highlights</vt:lpstr>
      <vt:lpstr>2026 FYARRO Strategic Imperatives (SIs) and Tactical Objectives  Our strategy focuses on activating impactful leverage points across the patient journey where targeted action can most directly influence patient identification, treatment initiation, and duration  </vt:lpstr>
      <vt:lpstr>Delivering on the strategy</vt:lpstr>
      <vt:lpstr>Q1 tactical execution to pull-through strategy to key audiences</vt:lpstr>
      <vt:lpstr>On the Horizon for Q2</vt:lpstr>
      <vt:lpstr>Field Sales Team </vt:lpstr>
      <vt:lpstr>High Impact execution of 2026 account strategy Focus = Results </vt:lpstr>
      <vt:lpstr>Strategic Account Focus </vt:lpstr>
      <vt:lpstr>Advancing access to enhance engagement and education </vt:lpstr>
      <vt:lpstr>Building a High Performing team…while driving operational excellence</vt:lpstr>
      <vt:lpstr>Upcoming Appts, Conferences, Mtgs Events </vt:lpstr>
      <vt:lpstr>Market Access</vt:lpstr>
      <vt:lpstr>Market Access</vt:lpstr>
      <vt:lpstr>FYARRO Payer Mix remains predominantly Commercial, with Medicare growing over time.</vt:lpstr>
      <vt:lpstr>Business Insights and Analytics</vt:lpstr>
      <vt:lpstr>New claims data will support positive impact for the FYARRO business</vt:lpstr>
      <vt:lpstr>Wave 11 Pulse Survey (ATU) with ZS Associates</vt:lpstr>
      <vt:lpstr>Advocacy</vt:lpstr>
      <vt:lpstr>2026 Advocacy Events Have Been Secured Show Aadi’s Commitment to PEComa Awareness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Christa Perlaza</dc:creator>
  <cp:lastModifiedBy>Christa Perlaza</cp:lastModifiedBy>
  <cp:revision>43</cp:revision>
  <dcterms:created xsi:type="dcterms:W3CDTF">2025-08-12T14:22:34Z</dcterms:created>
  <dcterms:modified xsi:type="dcterms:W3CDTF">2026-04-17T19:12:11Z</dcterms:modified>
</cp:coreProperties>
</file>