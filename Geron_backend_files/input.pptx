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9" r:id="rId5"/>
  </p:sldMasterIdLst>
  <p:notesMasterIdLst>
    <p:notesMasterId r:id="rId11"/>
  </p:notesMasterIdLst>
  <p:sldIdLst>
    <p:sldId id="2147482260" r:id="rId6"/>
    <p:sldId id="282" r:id="rId7"/>
    <p:sldId id="273" r:id="rId8"/>
    <p:sldId id="265" r:id="rId9"/>
    <p:sldId id="28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62F41B-F663-356C-B612-3B160FBE69F9}" name="Kalaje, Rohit (Consultant)" initials="RK" userId="S::RKalaje@Geron.com::d60d69f4-034a-428e-8945-4ca3599904d0" providerId="AD"/>
  <p188:author id="{73629E2E-DE3D-4D31-9548-AFFC9E1FE125}" name="Kumar, Aman (Consultant)" initials="KA" userId="S::akumar@geron.com::ad56f9f3-c8ba-4d5b-bb23-7f873acf48b1" providerId="AD"/>
  <p188:author id="{23702034-2BB9-70DE-E1B8-31DF48EBC0AD}" name="Kumar, Aman (Consultant)" initials="AK" userId="S::AKumar@geron.com::ad56f9f3-c8ba-4d5b-bb23-7f873acf48b1" providerId="AD"/>
  <p188:author id="{3B6CCBC1-DADF-3486-B6AC-D46345685DAB}" name="Amy Truong" initials="AT" userId="S::amy@abtinsights.com::55515fad-a9e3-4941-bd07-a48ee9a6887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6600"/>
    <a:srgbClr val="9D9D99"/>
    <a:srgbClr val="D9D9D9"/>
    <a:srgbClr val="F65E0A"/>
    <a:srgbClr val="CCFFCC"/>
    <a:srgbClr val="FFFFCC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E9D52-11CE-4A6D-A5A9-0387FFE89424}" v="39" dt="2026-02-18T17:14:16.183"/>
    <p1510:client id="{8C1BC9E0-3DCF-4887-AD11-7C7C5CED9D81}" v="2" dt="2026-02-18T17:29:53.284"/>
    <p1510:client id="{9C4E03B6-F3DB-4813-A3A1-BFBB5AADD547}" v="16" dt="2026-02-18T17:16:21.9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Aman (Consultant)" userId="ad56f9f3-c8ba-4d5b-bb23-7f873acf48b1" providerId="ADAL" clId="{BEA5F96A-DF65-485E-B0F9-24ECEC681959}"/>
    <pc:docChg chg="undo custSel modSld">
      <pc:chgData name="Kumar, Aman (Consultant)" userId="ad56f9f3-c8ba-4d5b-bb23-7f873acf48b1" providerId="ADAL" clId="{BEA5F96A-DF65-485E-B0F9-24ECEC681959}" dt="2026-02-18T17:16:21.971" v="15" actId="113"/>
      <pc:docMkLst>
        <pc:docMk/>
      </pc:docMkLst>
      <pc:sldChg chg="modSp mod">
        <pc:chgData name="Kumar, Aman (Consultant)" userId="ad56f9f3-c8ba-4d5b-bb23-7f873acf48b1" providerId="ADAL" clId="{BEA5F96A-DF65-485E-B0F9-24ECEC681959}" dt="2026-02-18T17:16:21.971" v="15" actId="113"/>
        <pc:sldMkLst>
          <pc:docMk/>
          <pc:sldMk cId="2076441953" sldId="282"/>
        </pc:sldMkLst>
        <pc:spChg chg="mod">
          <ac:chgData name="Kumar, Aman (Consultant)" userId="ad56f9f3-c8ba-4d5b-bb23-7f873acf48b1" providerId="ADAL" clId="{BEA5F96A-DF65-485E-B0F9-24ECEC681959}" dt="2026-02-18T17:16:21.971" v="15" actId="113"/>
          <ac:spMkLst>
            <pc:docMk/>
            <pc:sldMk cId="2076441953" sldId="282"/>
            <ac:spMk id="4" creationId="{47A86FD4-175C-FDFA-8145-1B008C7AD082}"/>
          </ac:spMkLst>
        </pc:spChg>
        <pc:spChg chg="mod">
          <ac:chgData name="Kumar, Aman (Consultant)" userId="ad56f9f3-c8ba-4d5b-bb23-7f873acf48b1" providerId="ADAL" clId="{BEA5F96A-DF65-485E-B0F9-24ECEC681959}" dt="2026-02-18T17:15:50.794" v="14" actId="113"/>
          <ac:spMkLst>
            <pc:docMk/>
            <pc:sldMk cId="2076441953" sldId="282"/>
            <ac:spMk id="5" creationId="{0E979946-7A41-5D53-95CD-933EF7A81BBA}"/>
          </ac:spMkLst>
        </pc:spChg>
      </pc:sldChg>
    </pc:docChg>
  </pc:docChgLst>
  <pc:docChgLst>
    <pc:chgData name="Kalaje, Rohit (Consultant)" userId="d60d69f4-034a-428e-8945-4ca3599904d0" providerId="ADAL" clId="{65172DBA-0577-4BC6-A6BF-BACA821A1358}"/>
    <pc:docChg chg="undo custSel modSld sldOrd">
      <pc:chgData name="Kalaje, Rohit (Consultant)" userId="d60d69f4-034a-428e-8945-4ca3599904d0" providerId="ADAL" clId="{65172DBA-0577-4BC6-A6BF-BACA821A1358}" dt="2026-02-18T17:33:02.195" v="161" actId="20577"/>
      <pc:docMkLst>
        <pc:docMk/>
      </pc:docMkLst>
      <pc:sldChg chg="modSp mod">
        <pc:chgData name="Kalaje, Rohit (Consultant)" userId="d60d69f4-034a-428e-8945-4ca3599904d0" providerId="ADAL" clId="{65172DBA-0577-4BC6-A6BF-BACA821A1358}" dt="2026-02-18T17:30:41.315" v="128" actId="20577"/>
        <pc:sldMkLst>
          <pc:docMk/>
          <pc:sldMk cId="3330174531" sldId="260"/>
        </pc:sldMkLst>
        <pc:spChg chg="mod">
          <ac:chgData name="Kalaje, Rohit (Consultant)" userId="d60d69f4-034a-428e-8945-4ca3599904d0" providerId="ADAL" clId="{65172DBA-0577-4BC6-A6BF-BACA821A1358}" dt="2026-02-18T17:30:41.315" v="128" actId="20577"/>
          <ac:spMkLst>
            <pc:docMk/>
            <pc:sldMk cId="3330174531" sldId="260"/>
            <ac:spMk id="4" creationId="{955ACAD7-4E6C-2E0B-98CE-F6A7E6573D04}"/>
          </ac:spMkLst>
        </pc:spChg>
        <pc:spChg chg="mod">
          <ac:chgData name="Kalaje, Rohit (Consultant)" userId="d60d69f4-034a-428e-8945-4ca3599904d0" providerId="ADAL" clId="{65172DBA-0577-4BC6-A6BF-BACA821A1358}" dt="2026-02-18T17:30:21.635" v="119" actId="113"/>
          <ac:spMkLst>
            <pc:docMk/>
            <pc:sldMk cId="3330174531" sldId="260"/>
            <ac:spMk id="8" creationId="{D2D81AE8-7AD4-51E7-6990-481F4475C7D7}"/>
          </ac:spMkLst>
        </pc:spChg>
      </pc:sldChg>
      <pc:sldChg chg="modSp mod">
        <pc:chgData name="Kalaje, Rohit (Consultant)" userId="d60d69f4-034a-428e-8945-4ca3599904d0" providerId="ADAL" clId="{65172DBA-0577-4BC6-A6BF-BACA821A1358}" dt="2026-02-18T17:31:53.866" v="133" actId="20577"/>
        <pc:sldMkLst>
          <pc:docMk/>
          <pc:sldMk cId="1142039179" sldId="298"/>
        </pc:sldMkLst>
        <pc:spChg chg="mod">
          <ac:chgData name="Kalaje, Rohit (Consultant)" userId="d60d69f4-034a-428e-8945-4ca3599904d0" providerId="ADAL" clId="{65172DBA-0577-4BC6-A6BF-BACA821A1358}" dt="2026-02-18T17:31:53.866" v="133" actId="20577"/>
          <ac:spMkLst>
            <pc:docMk/>
            <pc:sldMk cId="1142039179" sldId="298"/>
            <ac:spMk id="4" creationId="{F38590C0-9C4D-AF2B-FF70-CB99E86950D7}"/>
          </ac:spMkLst>
        </pc:spChg>
      </pc:sldChg>
      <pc:sldChg chg="modSp mod ord">
        <pc:chgData name="Kalaje, Rohit (Consultant)" userId="d60d69f4-034a-428e-8945-4ca3599904d0" providerId="ADAL" clId="{65172DBA-0577-4BC6-A6BF-BACA821A1358}" dt="2026-02-18T17:33:02.195" v="161" actId="20577"/>
        <pc:sldMkLst>
          <pc:docMk/>
          <pc:sldMk cId="4033855175" sldId="299"/>
        </pc:sldMkLst>
        <pc:spChg chg="mod">
          <ac:chgData name="Kalaje, Rohit (Consultant)" userId="d60d69f4-034a-428e-8945-4ca3599904d0" providerId="ADAL" clId="{65172DBA-0577-4BC6-A6BF-BACA821A1358}" dt="2026-02-18T17:33:02.195" v="161" actId="20577"/>
          <ac:spMkLst>
            <pc:docMk/>
            <pc:sldMk cId="4033855175" sldId="299"/>
            <ac:spMk id="4" creationId="{D9B9454E-B640-FD98-189B-5D1303B820AA}"/>
          </ac:spMkLst>
        </pc:spChg>
      </pc:sldChg>
    </pc:docChg>
  </pc:docChgLst>
  <pc:docChgLst>
    <pc:chgData name="Kalaje, Rohit (Consultant)" userId="d60d69f4-034a-428e-8945-4ca3599904d0" providerId="ADAL" clId="{66B9EF80-70BB-4909-9445-683675A8AD43}"/>
    <pc:docChg chg="custSel modSld">
      <pc:chgData name="Kalaje, Rohit (Consultant)" userId="d60d69f4-034a-428e-8945-4ca3599904d0" providerId="ADAL" clId="{66B9EF80-70BB-4909-9445-683675A8AD43}" dt="2026-02-18T17:13:49.610" v="37" actId="478"/>
      <pc:docMkLst>
        <pc:docMk/>
      </pc:docMkLst>
      <pc:sldChg chg="delSp mod">
        <pc:chgData name="Kalaje, Rohit (Consultant)" userId="d60d69f4-034a-428e-8945-4ca3599904d0" providerId="ADAL" clId="{66B9EF80-70BB-4909-9445-683675A8AD43}" dt="2026-02-18T17:11:58.211" v="17" actId="478"/>
        <pc:sldMkLst>
          <pc:docMk/>
          <pc:sldMk cId="3707317852" sldId="256"/>
        </pc:sldMkLst>
        <pc:spChg chg="del">
          <ac:chgData name="Kalaje, Rohit (Consultant)" userId="d60d69f4-034a-428e-8945-4ca3599904d0" providerId="ADAL" clId="{66B9EF80-70BB-4909-9445-683675A8AD43}" dt="2026-02-18T17:11:58.211" v="17" actId="478"/>
          <ac:spMkLst>
            <pc:docMk/>
            <pc:sldMk cId="3707317852" sldId="256"/>
            <ac:spMk id="5" creationId="{06A8C13B-79E7-A2F8-3363-FC809E23B101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1:34.050" v="12" actId="478"/>
        <pc:sldMkLst>
          <pc:docMk/>
          <pc:sldMk cId="3187577497" sldId="257"/>
        </pc:sldMkLst>
        <pc:spChg chg="del">
          <ac:chgData name="Kalaje, Rohit (Consultant)" userId="d60d69f4-034a-428e-8945-4ca3599904d0" providerId="ADAL" clId="{66B9EF80-70BB-4909-9445-683675A8AD43}" dt="2026-02-18T17:11:34.050" v="12" actId="478"/>
          <ac:spMkLst>
            <pc:docMk/>
            <pc:sldMk cId="3187577497" sldId="257"/>
            <ac:spMk id="8" creationId="{330ADA69-74C5-4F98-9319-18333ACE8E04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2:03.455" v="18" actId="478"/>
        <pc:sldMkLst>
          <pc:docMk/>
          <pc:sldMk cId="3413356758" sldId="259"/>
        </pc:sldMkLst>
        <pc:spChg chg="del">
          <ac:chgData name="Kalaje, Rohit (Consultant)" userId="d60d69f4-034a-428e-8945-4ca3599904d0" providerId="ADAL" clId="{66B9EF80-70BB-4909-9445-683675A8AD43}" dt="2026-02-18T17:12:03.455" v="18" actId="478"/>
          <ac:spMkLst>
            <pc:docMk/>
            <pc:sldMk cId="3413356758" sldId="259"/>
            <ac:spMk id="3" creationId="{9B25DC82-7E9E-DAA3-B62E-1FF0285348AF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1:28.398" v="11" actId="478"/>
        <pc:sldMkLst>
          <pc:docMk/>
          <pc:sldMk cId="3330174531" sldId="260"/>
        </pc:sldMkLst>
        <pc:spChg chg="del">
          <ac:chgData name="Kalaje, Rohit (Consultant)" userId="d60d69f4-034a-428e-8945-4ca3599904d0" providerId="ADAL" clId="{66B9EF80-70BB-4909-9445-683675A8AD43}" dt="2026-02-18T17:11:28.398" v="11" actId="478"/>
          <ac:spMkLst>
            <pc:docMk/>
            <pc:sldMk cId="3330174531" sldId="260"/>
            <ac:spMk id="10" creationId="{5F105984-0E27-464E-E010-062E96E088AC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1:00.016" v="5" actId="478"/>
        <pc:sldMkLst>
          <pc:docMk/>
          <pc:sldMk cId="638566531" sldId="261"/>
        </pc:sldMkLst>
        <pc:spChg chg="del">
          <ac:chgData name="Kalaje, Rohit (Consultant)" userId="d60d69f4-034a-428e-8945-4ca3599904d0" providerId="ADAL" clId="{66B9EF80-70BB-4909-9445-683675A8AD43}" dt="2026-02-18T17:11:00.016" v="5" actId="478"/>
          <ac:spMkLst>
            <pc:docMk/>
            <pc:sldMk cId="638566531" sldId="261"/>
            <ac:spMk id="5" creationId="{81E8078B-9107-B096-F20E-7343D8646C84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2:17.600" v="21" actId="478"/>
        <pc:sldMkLst>
          <pc:docMk/>
          <pc:sldMk cId="1216983876" sldId="263"/>
        </pc:sldMkLst>
        <pc:spChg chg="del">
          <ac:chgData name="Kalaje, Rohit (Consultant)" userId="d60d69f4-034a-428e-8945-4ca3599904d0" providerId="ADAL" clId="{66B9EF80-70BB-4909-9445-683675A8AD43}" dt="2026-02-18T17:12:17.600" v="21" actId="478"/>
          <ac:spMkLst>
            <pc:docMk/>
            <pc:sldMk cId="1216983876" sldId="263"/>
            <ac:spMk id="5" creationId="{DF809967-CD4D-03BB-739D-0F463C891684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3:00.799" v="28" actId="478"/>
        <pc:sldMkLst>
          <pc:docMk/>
          <pc:sldMk cId="2016787909" sldId="264"/>
        </pc:sldMkLst>
        <pc:spChg chg="del">
          <ac:chgData name="Kalaje, Rohit (Consultant)" userId="d60d69f4-034a-428e-8945-4ca3599904d0" providerId="ADAL" clId="{66B9EF80-70BB-4909-9445-683675A8AD43}" dt="2026-02-18T17:13:00.799" v="28" actId="478"/>
          <ac:spMkLst>
            <pc:docMk/>
            <pc:sldMk cId="2016787909" sldId="264"/>
            <ac:spMk id="8" creationId="{CA69E7EB-A424-CFB7-5565-6E93634D557B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0:42.286" v="1" actId="478"/>
        <pc:sldMkLst>
          <pc:docMk/>
          <pc:sldMk cId="1538148140" sldId="265"/>
        </pc:sldMkLst>
        <pc:spChg chg="del">
          <ac:chgData name="Kalaje, Rohit (Consultant)" userId="d60d69f4-034a-428e-8945-4ca3599904d0" providerId="ADAL" clId="{66B9EF80-70BB-4909-9445-683675A8AD43}" dt="2026-02-18T17:10:42.286" v="1" actId="478"/>
          <ac:spMkLst>
            <pc:docMk/>
            <pc:sldMk cId="1538148140" sldId="265"/>
            <ac:spMk id="10" creationId="{CFC35776-13AB-4DF1-E016-7589E12649AB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2:22.703" v="22" actId="478"/>
        <pc:sldMkLst>
          <pc:docMk/>
          <pc:sldMk cId="3371183333" sldId="267"/>
        </pc:sldMkLst>
        <pc:spChg chg="del">
          <ac:chgData name="Kalaje, Rohit (Consultant)" userId="d60d69f4-034a-428e-8945-4ca3599904d0" providerId="ADAL" clId="{66B9EF80-70BB-4909-9445-683675A8AD43}" dt="2026-02-18T17:12:22.703" v="22" actId="478"/>
          <ac:spMkLst>
            <pc:docMk/>
            <pc:sldMk cId="3371183333" sldId="267"/>
            <ac:spMk id="3" creationId="{A53D15F9-361C-8843-057B-7D81A8E84689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1:38.639" v="13" actId="478"/>
        <pc:sldMkLst>
          <pc:docMk/>
          <pc:sldMk cId="4101770256" sldId="268"/>
        </pc:sldMkLst>
        <pc:spChg chg="del">
          <ac:chgData name="Kalaje, Rohit (Consultant)" userId="d60d69f4-034a-428e-8945-4ca3599904d0" providerId="ADAL" clId="{66B9EF80-70BB-4909-9445-683675A8AD43}" dt="2026-02-18T17:11:38.639" v="13" actId="478"/>
          <ac:spMkLst>
            <pc:docMk/>
            <pc:sldMk cId="4101770256" sldId="268"/>
            <ac:spMk id="3" creationId="{489F930A-5877-5A33-6473-4A7EF72D2A16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3:05.155" v="29" actId="478"/>
        <pc:sldMkLst>
          <pc:docMk/>
          <pc:sldMk cId="3290232300" sldId="270"/>
        </pc:sldMkLst>
        <pc:spChg chg="del">
          <ac:chgData name="Kalaje, Rohit (Consultant)" userId="d60d69f4-034a-428e-8945-4ca3599904d0" providerId="ADAL" clId="{66B9EF80-70BB-4909-9445-683675A8AD43}" dt="2026-02-18T17:13:05.155" v="29" actId="478"/>
          <ac:spMkLst>
            <pc:docMk/>
            <pc:sldMk cId="3290232300" sldId="270"/>
            <ac:spMk id="5" creationId="{05BBA802-237A-30F3-09AA-F49578FEE9C8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3:19.312" v="32" actId="478"/>
        <pc:sldMkLst>
          <pc:docMk/>
          <pc:sldMk cId="3251374477" sldId="271"/>
        </pc:sldMkLst>
        <pc:spChg chg="del">
          <ac:chgData name="Kalaje, Rohit (Consultant)" userId="d60d69f4-034a-428e-8945-4ca3599904d0" providerId="ADAL" clId="{66B9EF80-70BB-4909-9445-683675A8AD43}" dt="2026-02-18T17:13:19.312" v="32" actId="478"/>
          <ac:spMkLst>
            <pc:docMk/>
            <pc:sldMk cId="3251374477" sldId="271"/>
            <ac:spMk id="8" creationId="{A50C9C48-123E-A8F0-1E12-660D5F6A13A7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2:50.772" v="26" actId="478"/>
        <pc:sldMkLst>
          <pc:docMk/>
          <pc:sldMk cId="3890805955" sldId="274"/>
        </pc:sldMkLst>
        <pc:spChg chg="del">
          <ac:chgData name="Kalaje, Rohit (Consultant)" userId="d60d69f4-034a-428e-8945-4ca3599904d0" providerId="ADAL" clId="{66B9EF80-70BB-4909-9445-683675A8AD43}" dt="2026-02-18T17:12:50.772" v="26" actId="478"/>
          <ac:spMkLst>
            <pc:docMk/>
            <pc:sldMk cId="3890805955" sldId="274"/>
            <ac:spMk id="3" creationId="{0758AB5C-2D93-AC10-1C96-9609A3880E73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3:42.082" v="36" actId="478"/>
        <pc:sldMkLst>
          <pc:docMk/>
          <pc:sldMk cId="50878619" sldId="277"/>
        </pc:sldMkLst>
        <pc:spChg chg="del">
          <ac:chgData name="Kalaje, Rohit (Consultant)" userId="d60d69f4-034a-428e-8945-4ca3599904d0" providerId="ADAL" clId="{66B9EF80-70BB-4909-9445-683675A8AD43}" dt="2026-02-18T17:13:42.082" v="36" actId="478"/>
          <ac:spMkLst>
            <pc:docMk/>
            <pc:sldMk cId="50878619" sldId="277"/>
            <ac:spMk id="8" creationId="{98098819-0915-5A3D-11A2-874C673937B4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3:10.006" v="30" actId="478"/>
        <pc:sldMkLst>
          <pc:docMk/>
          <pc:sldMk cId="258748923" sldId="279"/>
        </pc:sldMkLst>
        <pc:spChg chg="del">
          <ac:chgData name="Kalaje, Rohit (Consultant)" userId="d60d69f4-034a-428e-8945-4ca3599904d0" providerId="ADAL" clId="{66B9EF80-70BB-4909-9445-683675A8AD43}" dt="2026-02-18T17:13:10.006" v="30" actId="478"/>
          <ac:spMkLst>
            <pc:docMk/>
            <pc:sldMk cId="258748923" sldId="279"/>
            <ac:spMk id="3" creationId="{7B42B5F2-3CA0-B77B-B6A5-B23579C3D1ED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2:07.669" v="19" actId="478"/>
        <pc:sldMkLst>
          <pc:docMk/>
          <pc:sldMk cId="3214024560" sldId="280"/>
        </pc:sldMkLst>
        <pc:spChg chg="del">
          <ac:chgData name="Kalaje, Rohit (Consultant)" userId="d60d69f4-034a-428e-8945-4ca3599904d0" providerId="ADAL" clId="{66B9EF80-70BB-4909-9445-683675A8AD43}" dt="2026-02-18T17:12:07.669" v="19" actId="478"/>
          <ac:spMkLst>
            <pc:docMk/>
            <pc:sldMk cId="3214024560" sldId="280"/>
            <ac:spMk id="7" creationId="{86E06C43-F6AC-B33C-8C7F-F4AA6D607017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2:35.483" v="23" actId="478"/>
        <pc:sldMkLst>
          <pc:docMk/>
          <pc:sldMk cId="3937271062" sldId="281"/>
        </pc:sldMkLst>
        <pc:spChg chg="del">
          <ac:chgData name="Kalaje, Rohit (Consultant)" userId="d60d69f4-034a-428e-8945-4ca3599904d0" providerId="ADAL" clId="{66B9EF80-70BB-4909-9445-683675A8AD43}" dt="2026-02-18T17:12:35.483" v="23" actId="478"/>
          <ac:spMkLst>
            <pc:docMk/>
            <pc:sldMk cId="3937271062" sldId="281"/>
            <ac:spMk id="7" creationId="{E58A8489-2AEE-39DE-CBB2-3CAD6D849A80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0:35.591" v="0" actId="478"/>
        <pc:sldMkLst>
          <pc:docMk/>
          <pc:sldMk cId="2076441953" sldId="282"/>
        </pc:sldMkLst>
        <pc:spChg chg="del">
          <ac:chgData name="Kalaje, Rohit (Consultant)" userId="d60d69f4-034a-428e-8945-4ca3599904d0" providerId="ADAL" clId="{66B9EF80-70BB-4909-9445-683675A8AD43}" dt="2026-02-18T17:10:35.591" v="0" actId="478"/>
          <ac:spMkLst>
            <pc:docMk/>
            <pc:sldMk cId="2076441953" sldId="282"/>
            <ac:spMk id="2" creationId="{E96D0A22-DA1A-389D-776B-0737933D102C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3:29.672" v="34" actId="478"/>
        <pc:sldMkLst>
          <pc:docMk/>
          <pc:sldMk cId="2359436673" sldId="284"/>
        </pc:sldMkLst>
        <pc:spChg chg="del">
          <ac:chgData name="Kalaje, Rohit (Consultant)" userId="d60d69f4-034a-428e-8945-4ca3599904d0" providerId="ADAL" clId="{66B9EF80-70BB-4909-9445-683675A8AD43}" dt="2026-02-18T17:13:29.672" v="34" actId="478"/>
          <ac:spMkLst>
            <pc:docMk/>
            <pc:sldMk cId="2359436673" sldId="284"/>
            <ac:spMk id="3" creationId="{19E2C025-D23E-F076-A9DF-A5B12AF2B7B5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2:54.512" v="27" actId="478"/>
        <pc:sldMkLst>
          <pc:docMk/>
          <pc:sldMk cId="1170189385" sldId="285"/>
        </pc:sldMkLst>
        <pc:spChg chg="del">
          <ac:chgData name="Kalaje, Rohit (Consultant)" userId="d60d69f4-034a-428e-8945-4ca3599904d0" providerId="ADAL" clId="{66B9EF80-70BB-4909-9445-683675A8AD43}" dt="2026-02-18T17:12:54.512" v="27" actId="478"/>
          <ac:spMkLst>
            <pc:docMk/>
            <pc:sldMk cId="1170189385" sldId="285"/>
            <ac:spMk id="7" creationId="{95E0B291-31BB-BD44-D07E-7A3A8CD7138D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3:15.058" v="31" actId="478"/>
        <pc:sldMkLst>
          <pc:docMk/>
          <pc:sldMk cId="941620637" sldId="286"/>
        </pc:sldMkLst>
        <pc:spChg chg="del">
          <ac:chgData name="Kalaje, Rohit (Consultant)" userId="d60d69f4-034a-428e-8945-4ca3599904d0" providerId="ADAL" clId="{66B9EF80-70BB-4909-9445-683675A8AD43}" dt="2026-02-18T17:13:15.058" v="31" actId="478"/>
          <ac:spMkLst>
            <pc:docMk/>
            <pc:sldMk cId="941620637" sldId="286"/>
            <ac:spMk id="7" creationId="{A506EF95-8E69-26D5-70CA-9578F68D1171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2:11.539" v="20" actId="478"/>
        <pc:sldMkLst>
          <pc:docMk/>
          <pc:sldMk cId="1347055161" sldId="287"/>
        </pc:sldMkLst>
        <pc:spChg chg="del">
          <ac:chgData name="Kalaje, Rohit (Consultant)" userId="d60d69f4-034a-428e-8945-4ca3599904d0" providerId="ADAL" clId="{66B9EF80-70BB-4909-9445-683675A8AD43}" dt="2026-02-18T17:12:11.539" v="20" actId="478"/>
          <ac:spMkLst>
            <pc:docMk/>
            <pc:sldMk cId="1347055161" sldId="287"/>
            <ac:spMk id="8" creationId="{385B18BC-123F-7C10-8BDF-CC2C9922D36D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0:46.442" v="2" actId="478"/>
        <pc:sldMkLst>
          <pc:docMk/>
          <pc:sldMk cId="913040664" sldId="288"/>
        </pc:sldMkLst>
        <pc:spChg chg="del">
          <ac:chgData name="Kalaje, Rohit (Consultant)" userId="d60d69f4-034a-428e-8945-4ca3599904d0" providerId="ADAL" clId="{66B9EF80-70BB-4909-9445-683675A8AD43}" dt="2026-02-18T17:10:46.442" v="2" actId="478"/>
          <ac:spMkLst>
            <pc:docMk/>
            <pc:sldMk cId="913040664" sldId="288"/>
            <ac:spMk id="6" creationId="{87C98784-7D8A-0098-D608-182658D7C4C6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1:18.910" v="9" actId="478"/>
        <pc:sldMkLst>
          <pc:docMk/>
          <pc:sldMk cId="1639607983" sldId="289"/>
        </pc:sldMkLst>
        <pc:spChg chg="del">
          <ac:chgData name="Kalaje, Rohit (Consultant)" userId="d60d69f4-034a-428e-8945-4ca3599904d0" providerId="ADAL" clId="{66B9EF80-70BB-4909-9445-683675A8AD43}" dt="2026-02-18T17:11:18.910" v="9" actId="478"/>
          <ac:spMkLst>
            <pc:docMk/>
            <pc:sldMk cId="1639607983" sldId="289"/>
            <ac:spMk id="6" creationId="{AC90E2BB-E9D7-1B94-D4EE-CEAC6ECB8DAC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3:36.485" v="35" actId="478"/>
        <pc:sldMkLst>
          <pc:docMk/>
          <pc:sldMk cId="2924250999" sldId="290"/>
        </pc:sldMkLst>
        <pc:spChg chg="del">
          <ac:chgData name="Kalaje, Rohit (Consultant)" userId="d60d69f4-034a-428e-8945-4ca3599904d0" providerId="ADAL" clId="{66B9EF80-70BB-4909-9445-683675A8AD43}" dt="2026-02-18T17:13:36.485" v="35" actId="478"/>
          <ac:spMkLst>
            <pc:docMk/>
            <pc:sldMk cId="2924250999" sldId="290"/>
            <ac:spMk id="7" creationId="{5A23CF82-FC05-C579-11FB-F2769980EC20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1:14.524" v="8" actId="478"/>
        <pc:sldMkLst>
          <pc:docMk/>
          <pc:sldMk cId="1775834522" sldId="291"/>
        </pc:sldMkLst>
        <pc:spChg chg="del">
          <ac:chgData name="Kalaje, Rohit (Consultant)" userId="d60d69f4-034a-428e-8945-4ca3599904d0" providerId="ADAL" clId="{66B9EF80-70BB-4909-9445-683675A8AD43}" dt="2026-02-18T17:11:14.524" v="8" actId="478"/>
          <ac:spMkLst>
            <pc:docMk/>
            <pc:sldMk cId="1775834522" sldId="291"/>
            <ac:spMk id="2" creationId="{E4A1B345-C49C-D1E2-5220-AD437CF91411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2:45.218" v="25" actId="478"/>
        <pc:sldMkLst>
          <pc:docMk/>
          <pc:sldMk cId="2568940936" sldId="292"/>
        </pc:sldMkLst>
        <pc:spChg chg="del">
          <ac:chgData name="Kalaje, Rohit (Consultant)" userId="d60d69f4-034a-428e-8945-4ca3599904d0" providerId="ADAL" clId="{66B9EF80-70BB-4909-9445-683675A8AD43}" dt="2026-02-18T17:12:45.218" v="25" actId="478"/>
          <ac:spMkLst>
            <pc:docMk/>
            <pc:sldMk cId="2568940936" sldId="292"/>
            <ac:spMk id="5" creationId="{F1F96352-BCF5-ED1D-2DB9-5F726955E238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0:55.449" v="4" actId="478"/>
        <pc:sldMkLst>
          <pc:docMk/>
          <pc:sldMk cId="39268844" sldId="293"/>
        </pc:sldMkLst>
        <pc:spChg chg="del">
          <ac:chgData name="Kalaje, Rohit (Consultant)" userId="d60d69f4-034a-428e-8945-4ca3599904d0" providerId="ADAL" clId="{66B9EF80-70BB-4909-9445-683675A8AD43}" dt="2026-02-18T17:10:55.449" v="4" actId="478"/>
          <ac:spMkLst>
            <pc:docMk/>
            <pc:sldMk cId="39268844" sldId="293"/>
            <ac:spMk id="5" creationId="{BE51262C-2596-3432-3E68-BC3243813677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0:50.482" v="3" actId="478"/>
        <pc:sldMkLst>
          <pc:docMk/>
          <pc:sldMk cId="2201907639" sldId="294"/>
        </pc:sldMkLst>
        <pc:spChg chg="del">
          <ac:chgData name="Kalaje, Rohit (Consultant)" userId="d60d69f4-034a-428e-8945-4ca3599904d0" providerId="ADAL" clId="{66B9EF80-70BB-4909-9445-683675A8AD43}" dt="2026-02-18T17:10:50.482" v="3" actId="478"/>
          <ac:spMkLst>
            <pc:docMk/>
            <pc:sldMk cId="2201907639" sldId="294"/>
            <ac:spMk id="2" creationId="{D121F40A-F8AA-9D7C-CB4D-B87F46D0407F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1:23.559" v="10" actId="478"/>
        <pc:sldMkLst>
          <pc:docMk/>
          <pc:sldMk cId="1559661918" sldId="296"/>
        </pc:sldMkLst>
        <pc:spChg chg="del">
          <ac:chgData name="Kalaje, Rohit (Consultant)" userId="d60d69f4-034a-428e-8945-4ca3599904d0" providerId="ADAL" clId="{66B9EF80-70BB-4909-9445-683675A8AD43}" dt="2026-02-18T17:11:23.559" v="10" actId="478"/>
          <ac:spMkLst>
            <pc:docMk/>
            <pc:sldMk cId="1559661918" sldId="296"/>
            <ac:spMk id="3" creationId="{CC4DB7CB-10DA-2BC8-EDA8-4AC04C6502F6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1:49.133" v="15" actId="478"/>
        <pc:sldMkLst>
          <pc:docMk/>
          <pc:sldMk cId="2265641451" sldId="297"/>
        </pc:sldMkLst>
        <pc:spChg chg="del">
          <ac:chgData name="Kalaje, Rohit (Consultant)" userId="d60d69f4-034a-428e-8945-4ca3599904d0" providerId="ADAL" clId="{66B9EF80-70BB-4909-9445-683675A8AD43}" dt="2026-02-18T17:11:49.133" v="15" actId="478"/>
          <ac:spMkLst>
            <pc:docMk/>
            <pc:sldMk cId="2265641451" sldId="297"/>
            <ac:spMk id="7" creationId="{18FF3317-1E24-34B2-2DA6-6868429CDE1E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3:24.726" v="33" actId="478"/>
        <pc:sldMkLst>
          <pc:docMk/>
          <pc:sldMk cId="1142039179" sldId="298"/>
        </pc:sldMkLst>
        <pc:spChg chg="del">
          <ac:chgData name="Kalaje, Rohit (Consultant)" userId="d60d69f4-034a-428e-8945-4ca3599904d0" providerId="ADAL" clId="{66B9EF80-70BB-4909-9445-683675A8AD43}" dt="2026-02-18T17:13:24.726" v="33" actId="478"/>
          <ac:spMkLst>
            <pc:docMk/>
            <pc:sldMk cId="1142039179" sldId="298"/>
            <ac:spMk id="5" creationId="{F7A309E6-616A-109A-C4E4-AC1C11A8B38A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3:49.610" v="37" actId="478"/>
        <pc:sldMkLst>
          <pc:docMk/>
          <pc:sldMk cId="4033855175" sldId="299"/>
        </pc:sldMkLst>
        <pc:spChg chg="del">
          <ac:chgData name="Kalaje, Rohit (Consultant)" userId="d60d69f4-034a-428e-8945-4ca3599904d0" providerId="ADAL" clId="{66B9EF80-70BB-4909-9445-683675A8AD43}" dt="2026-02-18T17:13:49.610" v="37" actId="478"/>
          <ac:spMkLst>
            <pc:docMk/>
            <pc:sldMk cId="4033855175" sldId="299"/>
            <ac:spMk id="5" creationId="{4A35DB6C-F99F-E7AC-DE05-B738989F5037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1:10.554" v="7" actId="478"/>
        <pc:sldMkLst>
          <pc:docMk/>
          <pc:sldMk cId="2932987301" sldId="2147483641"/>
        </pc:sldMkLst>
        <pc:spChg chg="del">
          <ac:chgData name="Kalaje, Rohit (Consultant)" userId="d60d69f4-034a-428e-8945-4ca3599904d0" providerId="ADAL" clId="{66B9EF80-70BB-4909-9445-683675A8AD43}" dt="2026-02-18T17:11:10.554" v="7" actId="478"/>
          <ac:spMkLst>
            <pc:docMk/>
            <pc:sldMk cId="2932987301" sldId="2147483641"/>
            <ac:spMk id="11" creationId="{5613B17F-F217-C14B-41B3-BF2BBDB2D027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1:06.098" v="6" actId="478"/>
        <pc:sldMkLst>
          <pc:docMk/>
          <pc:sldMk cId="1464233645" sldId="2147483642"/>
        </pc:sldMkLst>
        <pc:spChg chg="del">
          <ac:chgData name="Kalaje, Rohit (Consultant)" userId="d60d69f4-034a-428e-8945-4ca3599904d0" providerId="ADAL" clId="{66B9EF80-70BB-4909-9445-683675A8AD43}" dt="2026-02-18T17:11:06.098" v="6" actId="478"/>
          <ac:spMkLst>
            <pc:docMk/>
            <pc:sldMk cId="1464233645" sldId="2147483642"/>
            <ac:spMk id="11" creationId="{2C9928E7-C0A1-7058-9C00-7D740C8E4AA4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1:45.470" v="14" actId="478"/>
        <pc:sldMkLst>
          <pc:docMk/>
          <pc:sldMk cId="1992156188" sldId="2147483645"/>
        </pc:sldMkLst>
        <pc:spChg chg="del">
          <ac:chgData name="Kalaje, Rohit (Consultant)" userId="d60d69f4-034a-428e-8945-4ca3599904d0" providerId="ADAL" clId="{66B9EF80-70BB-4909-9445-683675A8AD43}" dt="2026-02-18T17:11:45.470" v="14" actId="478"/>
          <ac:spMkLst>
            <pc:docMk/>
            <pc:sldMk cId="1992156188" sldId="2147483645"/>
            <ac:spMk id="3" creationId="{4AC65548-DF0B-BAE8-DA4F-75C93D0F95DC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1:53.013" v="16" actId="478"/>
        <pc:sldMkLst>
          <pc:docMk/>
          <pc:sldMk cId="924432522" sldId="2147483646"/>
        </pc:sldMkLst>
        <pc:spChg chg="del">
          <ac:chgData name="Kalaje, Rohit (Consultant)" userId="d60d69f4-034a-428e-8945-4ca3599904d0" providerId="ADAL" clId="{66B9EF80-70BB-4909-9445-683675A8AD43}" dt="2026-02-18T17:11:53.013" v="16" actId="478"/>
          <ac:spMkLst>
            <pc:docMk/>
            <pc:sldMk cId="924432522" sldId="2147483646"/>
            <ac:spMk id="3" creationId="{4E2AE1DB-8C7E-C250-053B-CACCD61150C1}"/>
          </ac:spMkLst>
        </pc:spChg>
      </pc:sldChg>
      <pc:sldChg chg="delSp mod">
        <pc:chgData name="Kalaje, Rohit (Consultant)" userId="d60d69f4-034a-428e-8945-4ca3599904d0" providerId="ADAL" clId="{66B9EF80-70BB-4909-9445-683675A8AD43}" dt="2026-02-18T17:12:40.059" v="24" actId="478"/>
        <pc:sldMkLst>
          <pc:docMk/>
          <pc:sldMk cId="2406493401" sldId="2147483647"/>
        </pc:sldMkLst>
        <pc:spChg chg="del">
          <ac:chgData name="Kalaje, Rohit (Consultant)" userId="d60d69f4-034a-428e-8945-4ca3599904d0" providerId="ADAL" clId="{66B9EF80-70BB-4909-9445-683675A8AD43}" dt="2026-02-18T17:12:40.059" v="24" actId="478"/>
          <ac:spMkLst>
            <pc:docMk/>
            <pc:sldMk cId="2406493401" sldId="2147483647"/>
            <ac:spMk id="8" creationId="{9C8852A0-B94B-6BD6-297C-96D2BCAEA9B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/>
              <a:t>Rytelo Sales Contribution (867) by </a:t>
            </a:r>
          </a:p>
          <a:p>
            <a:pPr>
              <a:defRPr sz="1400" b="1"/>
            </a:pPr>
            <a:r>
              <a:rPr lang="en-US" sz="1400" b="1"/>
              <a:t>Rytelo Target Tier </a:t>
            </a:r>
            <a:r>
              <a:rPr lang="en-US" sz="1400" b="1" i="0" u="none" strike="noStrike" kern="1200" spc="0" baseline="0">
                <a:solidFill>
                  <a:srgbClr val="003B5C"/>
                </a:solidFill>
              </a:rPr>
              <a:t>(R3M)</a:t>
            </a:r>
            <a:endParaRPr lang="en-US" sz="1400" b="1"/>
          </a:p>
        </c:rich>
      </c:tx>
      <c:layout>
        <c:manualLayout>
          <c:xMode val="edge"/>
          <c:yMode val="edge"/>
          <c:x val="0.12829244512911323"/>
          <c:y val="1.89242446097194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1990193934091586E-2"/>
          <c:y val="0.12879456474190726"/>
          <c:w val="0.58814924176144645"/>
          <c:h val="0.87120543525809269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D01-4875-94A0-8AEAE7AC43D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D01-4875-94A0-8AEAE7AC43D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D01-4875-94A0-8AEAE7AC43D1}"/>
              </c:ext>
            </c:extLst>
          </c:dPt>
          <c:dPt>
            <c:idx val="3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D01-4875-94A0-8AEAE7AC43D1}"/>
              </c:ext>
            </c:extLst>
          </c:dPt>
          <c:dPt>
            <c:idx val="4"/>
            <c:bubble3D val="0"/>
            <c:spPr>
              <a:solidFill>
                <a:schemeClr val="tx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D01-4875-94A0-8AEAE7AC43D1}"/>
              </c:ext>
            </c:extLst>
          </c:dPt>
          <c:dPt>
            <c:idx val="5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D01-4875-94A0-8AEAE7AC43D1}"/>
              </c:ext>
            </c:extLst>
          </c:dPt>
          <c:dLbls>
            <c:dLbl>
              <c:idx val="0"/>
              <c:layout>
                <c:manualLayout>
                  <c:x val="-6.487330090726913E-2"/>
                  <c:y val="0.1943605195816419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D01-4875-94A0-8AEAE7AC43D1}"/>
                </c:ext>
              </c:extLst>
            </c:dLbl>
            <c:dLbl>
              <c:idx val="1"/>
              <c:layout>
                <c:manualLayout>
                  <c:x val="-0.1764792812342463"/>
                  <c:y val="-3.80344534499344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D01-4875-94A0-8AEAE7AC43D1}"/>
                </c:ext>
              </c:extLst>
            </c:dLbl>
            <c:dLbl>
              <c:idx val="3"/>
              <c:layout>
                <c:manualLayout>
                  <c:x val="0.14029191968562102"/>
                  <c:y val="-6.777263727080803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D01-4875-94A0-8AEAE7AC43D1}"/>
                </c:ext>
              </c:extLst>
            </c:dLbl>
            <c:dLbl>
              <c:idx val="5"/>
              <c:layout>
                <c:manualLayout>
                  <c:x val="0.1008834188039659"/>
                  <c:y val="1.475964809356686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D01-4875-94A0-8AEAE7AC43D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Tier 1 (2 patients)</c:v>
                </c:pt>
                <c:pt idx="1">
                  <c:v>Tier 2 (2 patients)</c:v>
                </c:pt>
                <c:pt idx="2">
                  <c:v>Tier 3 (2 patients)</c:v>
                </c:pt>
                <c:pt idx="3">
                  <c:v>Tier 4/5 (2 patients)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0.15010012355672958</c:v>
                </c:pt>
                <c:pt idx="1">
                  <c:v>0.21767287290699161</c:v>
                </c:pt>
                <c:pt idx="2">
                  <c:v>0.17898683481743427</c:v>
                </c:pt>
                <c:pt idx="3">
                  <c:v>0.45324016871884454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D01-4875-94A0-8AEAE7AC43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339978692388478"/>
          <c:y val="0.25189468503937007"/>
          <c:w val="0.3327113752008527"/>
          <c:h val="0.6063839676290463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/>
              <a:t>Reblozyl Sales Contribution (DDD) by </a:t>
            </a:r>
          </a:p>
          <a:p>
            <a:pPr>
              <a:defRPr sz="1400" b="1"/>
            </a:pPr>
            <a:r>
              <a:rPr lang="en-US" sz="1400" b="1"/>
              <a:t>Rytelo Target Tier (R3M)</a:t>
            </a:r>
          </a:p>
        </c:rich>
      </c:tx>
      <c:layout>
        <c:manualLayout>
          <c:xMode val="edge"/>
          <c:yMode val="edge"/>
          <c:x val="0.12829244512911323"/>
          <c:y val="1.89242446097194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1990193934091586E-2"/>
          <c:y val="0.12879456474190726"/>
          <c:w val="0.58814924176144645"/>
          <c:h val="0.87120543525809269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0CB-4DE1-BE3F-37727D8B5DD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0CB-4DE1-BE3F-37727D8B5DD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0CB-4DE1-BE3F-37727D8B5DD7}"/>
              </c:ext>
            </c:extLst>
          </c:dPt>
          <c:dPt>
            <c:idx val="3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0CB-4DE1-BE3F-37727D8B5DD7}"/>
              </c:ext>
            </c:extLst>
          </c:dPt>
          <c:dPt>
            <c:idx val="4"/>
            <c:bubble3D val="0"/>
            <c:spPr>
              <a:solidFill>
                <a:schemeClr val="tx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0CB-4DE1-BE3F-37727D8B5DD7}"/>
              </c:ext>
            </c:extLst>
          </c:dPt>
          <c:dPt>
            <c:idx val="5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0CB-4DE1-BE3F-37727D8B5DD7}"/>
              </c:ext>
            </c:extLst>
          </c:dPt>
          <c:dLbls>
            <c:dLbl>
              <c:idx val="0"/>
              <c:layout>
                <c:manualLayout>
                  <c:x val="-6.487330090726913E-2"/>
                  <c:y val="0.1943605195816419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CB-4DE1-BE3F-37727D8B5DD7}"/>
                </c:ext>
              </c:extLst>
            </c:dLbl>
            <c:dLbl>
              <c:idx val="1"/>
              <c:layout>
                <c:manualLayout>
                  <c:x val="-0.18189574653664889"/>
                  <c:y val="-0.1553647700301953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CB-4DE1-BE3F-37727D8B5DD7}"/>
                </c:ext>
              </c:extLst>
            </c:dLbl>
            <c:dLbl>
              <c:idx val="3"/>
              <c:layout>
                <c:manualLayout>
                  <c:x val="0.14841673989222609"/>
                  <c:y val="0.1332621463848434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CB-4DE1-BE3F-37727D8B5DD7}"/>
                </c:ext>
              </c:extLst>
            </c:dLbl>
            <c:dLbl>
              <c:idx val="5"/>
              <c:layout>
                <c:manualLayout>
                  <c:x val="0.1008834188039659"/>
                  <c:y val="1.475964809356686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CB-4DE1-BE3F-37727D8B5D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Tier 1 (11 patients)</c:v>
                </c:pt>
                <c:pt idx="1">
                  <c:v>Tier 2 (6 patients)</c:v>
                </c:pt>
                <c:pt idx="2">
                  <c:v>Tier 3 (3 patients)</c:v>
                </c:pt>
                <c:pt idx="3">
                  <c:v>Tier 4/5 (1 patient)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0.21806555112408368</c:v>
                </c:pt>
                <c:pt idx="1">
                  <c:v>0.22824803368908891</c:v>
                </c:pt>
                <c:pt idx="2">
                  <c:v>0.2343382129037529</c:v>
                </c:pt>
                <c:pt idx="3">
                  <c:v>0.31934820228307448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CB-4DE1-BE3F-37727D8B5D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339978692388478"/>
          <c:y val="0.25189468503937007"/>
          <c:w val="0.3327113752008527"/>
          <c:h val="0.6063839676290463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CED27-907A-4FCF-8B06-D36013A8716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1AEE0-B74D-4591-8B9E-7CB9D99E3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13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9416E-3FBA-EDD2-12C3-FF30343D5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74CB9-2C77-C56F-327F-078C09153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EF0EA-71C4-820E-34C4-FFD11D308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55233-A7D5-E42D-0D3A-F22BF08CF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CF95F-155C-45C8-8C3C-8A7CD97663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62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CF7547-6D97-F8C6-6622-361439B7AC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9599" y="6443534"/>
            <a:ext cx="1266016" cy="138939"/>
          </a:xfrm>
        </p:spPr>
        <p:txBody>
          <a:bodyPr lIns="0" tIns="0" rIns="0" bIns="0"/>
          <a:lstStyle>
            <a:lvl1pPr algn="l">
              <a:defRPr/>
            </a:lvl1pPr>
          </a:lstStyle>
          <a:p>
            <a:r>
              <a:rPr kumimoji="0" lang="en-US" sz="750" b="0" i="0" u="none" strike="noStrike" kern="1200" cap="none" spc="75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Location, Date">
            <a:extLst>
              <a:ext uri="{FF2B5EF4-FFF2-40B4-BE49-F238E27FC236}">
                <a16:creationId xmlns:a16="http://schemas.microsoft.com/office/drawing/2014/main" id="{38F3007B-F5FF-4086-915F-84576BCCC1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5931582"/>
            <a:ext cx="6934200" cy="232236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150"/>
              </a:spcBef>
              <a:buNone/>
              <a:defRPr sz="1350" b="1">
                <a:solidFill>
                  <a:schemeClr val="accent3"/>
                </a:solidFill>
              </a:defRPr>
            </a:lvl1pPr>
            <a:lvl2pPr marL="255984" indent="0">
              <a:buNone/>
              <a:defRPr/>
            </a:lvl2pPr>
            <a:lvl3pPr marL="513159" indent="0">
              <a:buNone/>
              <a:defRPr/>
            </a:lvl3pPr>
            <a:lvl4pPr marL="734615" indent="0">
              <a:buNone/>
              <a:defRPr/>
            </a:lvl4pPr>
            <a:lvl5pPr marL="962025" indent="0">
              <a:buNone/>
              <a:defRPr/>
            </a:lvl5pPr>
          </a:lstStyle>
          <a:p>
            <a:pPr lvl="0"/>
            <a:r>
              <a:rPr lang="en-US"/>
              <a:t>Click to add date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750D67-EC49-5D5E-C0B5-D376B884FA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501" y="951"/>
            <a:ext cx="3692235" cy="18077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0F1500-BEC3-C098-E608-E741039318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2900" y="3571875"/>
            <a:ext cx="3200400" cy="850612"/>
          </a:xfrm>
          <a:prstGeom prst="rect">
            <a:avLst/>
          </a:prstGeom>
        </p:spPr>
      </p:pic>
      <p:sp>
        <p:nvSpPr>
          <p:cNvPr id="6" name="Presentation Subtitle">
            <a:extLst>
              <a:ext uri="{FF2B5EF4-FFF2-40B4-BE49-F238E27FC236}">
                <a16:creationId xmlns:a16="http://schemas.microsoft.com/office/drawing/2014/main" id="{20379D6C-349B-EC5D-3CBA-EED1E430E1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2" y="4366946"/>
            <a:ext cx="8397241" cy="1012677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cap="none" baseline="0">
                <a:solidFill>
                  <a:schemeClr val="accent1"/>
                </a:solidFill>
                <a:latin typeface="+mj-lt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cover slide subtitle</a:t>
            </a:r>
          </a:p>
        </p:txBody>
      </p:sp>
      <p:sp>
        <p:nvSpPr>
          <p:cNvPr id="3" name="Text Placeholder 24">
            <a:extLst>
              <a:ext uri="{FF2B5EF4-FFF2-40B4-BE49-F238E27FC236}">
                <a16:creationId xmlns:a16="http://schemas.microsoft.com/office/drawing/2014/main" id="{22AB6EE2-07B3-85DE-B628-0368E994CFB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2" y="1889912"/>
            <a:ext cx="8397172" cy="180774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cover slide title</a:t>
            </a:r>
          </a:p>
        </p:txBody>
      </p:sp>
    </p:spTree>
    <p:extLst>
      <p:ext uri="{BB962C8B-B14F-4D97-AF65-F5344CB8AC3E}">
        <p14:creationId xmlns:p14="http://schemas.microsoft.com/office/powerpoint/2010/main" val="4211952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D31CB86-CB4A-FABA-D284-8AD05B682E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816264"/>
            <a:ext cx="2705100" cy="678324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303987C-9F7E-081D-A41C-A9657C352F9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" y="1428206"/>
            <a:ext cx="10972800" cy="47349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769B8-AB21-994C-076B-6263A68ECD5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C365DF21-4D84-13A1-E532-1C7F01B01F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38994" y="6336793"/>
            <a:ext cx="7318558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/>
              <a:t>Click to edit footnote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305245E9-629F-FEA7-39DA-C0EA9B1614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233650"/>
            <a:ext cx="10972800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21967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_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BCC9B1-3ED9-1FFC-A743-E649266586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1" y="3571875"/>
            <a:ext cx="3200400" cy="850612"/>
          </a:xfrm>
          <a:prstGeom prst="rect">
            <a:avLst/>
          </a:prstGeom>
        </p:spPr>
      </p:pic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37BA7CD2-77DC-A25B-82BC-92E7E75E86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2705100" y="3097059"/>
            <a:ext cx="8397173" cy="615553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4000" b="1" cap="none" normalizeH="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divider slide title </a:t>
            </a:r>
          </a:p>
        </p:txBody>
      </p:sp>
      <p:sp>
        <p:nvSpPr>
          <p:cNvPr id="7" name="Presentation Subtitle">
            <a:extLst>
              <a:ext uri="{FF2B5EF4-FFF2-40B4-BE49-F238E27FC236}">
                <a16:creationId xmlns:a16="http://schemas.microsoft.com/office/drawing/2014/main" id="{8F71167E-F62B-190F-04EE-FFE7B3E3AFB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2705100" y="4366942"/>
            <a:ext cx="8397241" cy="151702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 baseline="0">
                <a:solidFill>
                  <a:schemeClr val="bg2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divider slide subtitle</a:t>
            </a:r>
          </a:p>
        </p:txBody>
      </p:sp>
      <p:sp>
        <p:nvSpPr>
          <p:cNvPr id="13" name="Page #">
            <a:extLst>
              <a:ext uri="{FF2B5EF4-FFF2-40B4-BE49-F238E27FC236}">
                <a16:creationId xmlns:a16="http://schemas.microsoft.com/office/drawing/2014/main" id="{75DD8D51-4A60-992F-2774-352CE7E62DC1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>
              <a:solidFill>
                <a:schemeClr val="bg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88B1DA-4D5F-92AA-2A9F-563E429CC42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4ED4E912-047B-1014-C819-6D3C3AD86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86670" y="6471952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000" spc="100"/>
              <a:t>CONFIDENTIAL</a:t>
            </a:r>
            <a:r>
              <a:rPr lang="en-US" sz="1000"/>
              <a:t>  </a:t>
            </a:r>
            <a:r>
              <a:rPr lang="en-US"/>
              <a:t>|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401260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>
            <a:extLst>
              <a:ext uri="{FF2B5EF4-FFF2-40B4-BE49-F238E27FC236}">
                <a16:creationId xmlns:a16="http://schemas.microsoft.com/office/drawing/2014/main" id="{E3A642CC-F4E6-4639-B9A4-445DDF0D43F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8659" y="1165224"/>
            <a:ext cx="11274552" cy="0"/>
          </a:xfrm>
          <a:prstGeom prst="line">
            <a:avLst/>
          </a:prstGeom>
          <a:ln w="19050" cap="sq" cmpd="sng">
            <a:solidFill>
              <a:srgbClr val="005C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 defTabSz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70605"/>
              </a:solidFill>
            </a:endParaRPr>
          </a:p>
        </p:txBody>
      </p:sp>
      <p:sp>
        <p:nvSpPr>
          <p:cNvPr id="14" name="Top Line">
            <a:extLst>
              <a:ext uri="{FF2B5EF4-FFF2-40B4-BE49-F238E27FC236}">
                <a16:creationId xmlns:a16="http://schemas.microsoft.com/office/drawing/2014/main" id="{C5608875-44A6-4E5F-A5D1-88519DAF0D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57201" y="274528"/>
            <a:ext cx="11277600" cy="833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noAutofit/>
          </a:bodyPr>
          <a:lstStyle>
            <a:lvl1pPr algn="l">
              <a:defRPr sz="2400" b="1">
                <a:latin typeface="+mj-lt"/>
                <a:cs typeface="Arial" pitchFamily="34" charset="0"/>
              </a:defRPr>
            </a:lvl1pPr>
          </a:lstStyle>
          <a:p>
            <a:r>
              <a:rPr lang="en-US"/>
              <a:t>Click to edit topline</a:t>
            </a:r>
          </a:p>
        </p:txBody>
      </p:sp>
      <p:sp>
        <p:nvSpPr>
          <p:cNvPr id="15" name="Sources">
            <a:extLst>
              <a:ext uri="{FF2B5EF4-FFF2-40B4-BE49-F238E27FC236}">
                <a16:creationId xmlns:a16="http://schemas.microsoft.com/office/drawing/2014/main" id="{8EFDAC22-008E-4B6B-A19C-73851DC1D75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233875" y="6356582"/>
            <a:ext cx="9499335" cy="4215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45720" tIns="36576" rIns="45720" bIns="36576" anchor="b">
            <a:noAutofit/>
          </a:bodyPr>
          <a:lstStyle>
            <a:lvl1pPr marL="0" marR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800" b="0" kern="1200" smtClean="0">
                <a:solidFill>
                  <a:srgbClr val="595959"/>
                </a:solidFill>
                <a:latin typeface="+mj-lt"/>
                <a:ea typeface="+mn-ea"/>
                <a:cs typeface="Arial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lang="en-US" sz="1300" b="1" kern="1200" smtClean="0">
                <a:solidFill>
                  <a:srgbClr val="000000"/>
                </a:solidFill>
                <a:latin typeface="Arial" charset="0"/>
                <a:ea typeface="+mn-ea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lang="en-US" sz="1300" b="1" kern="1200" smtClean="0">
                <a:solidFill>
                  <a:srgbClr val="000000"/>
                </a:solidFill>
                <a:latin typeface="Arial" charset="0"/>
                <a:ea typeface="+mn-ea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lang="en-US" sz="1300" b="1" kern="1200" smtClean="0">
                <a:solidFill>
                  <a:srgbClr val="000000"/>
                </a:solidFill>
                <a:latin typeface="Arial" charset="0"/>
                <a:ea typeface="+mn-ea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lang="en-US" sz="1300" b="1" kern="1200" dirty="0">
                <a:solidFill>
                  <a:srgbClr val="000000"/>
                </a:solidFill>
                <a:latin typeface="Arial" charset="0"/>
                <a:ea typeface="+mn-ea"/>
                <a:cs typeface="Arial" charset="0"/>
              </a:defRPr>
            </a:lvl5pPr>
          </a:lstStyle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01498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image" Target="../media/image11.png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image" Target="../media/image10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tags" Target="../tags/tag5.xml"/><Relationship Id="rId11" Type="http://schemas.openxmlformats.org/officeDocument/2006/relationships/oleObject" Target="../embeddings/oleObject2.bin"/><Relationship Id="rId5" Type="http://schemas.openxmlformats.org/officeDocument/2006/relationships/tags" Target="../tags/tag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2812F01-589F-C6F1-FB73-A8FFA95E33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4" imgH="405" progId="TCLayout.ActiveDocument.1">
                  <p:embed/>
                </p:oleObj>
              </mc:Choice>
              <mc:Fallback>
                <p:oleObj name="think-cell Slide" r:id="rId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812F01-589F-C6F1-FB73-A8FFA95E33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79FE5F-696C-FE88-9CDF-65AA3A61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86671" y="6471952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0" lang="en-US" sz="750" b="0" i="0" u="none" strike="noStrike" kern="1200" cap="none" spc="75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Slide Title"/>
          <p:cNvSpPr>
            <a:spLocks noGrp="1"/>
          </p:cNvSpPr>
          <p:nvPr>
            <p:ph type="title"/>
          </p:nvPr>
        </p:nvSpPr>
        <p:spPr bwMode="gray">
          <a:xfrm>
            <a:off x="609602" y="510046"/>
            <a:ext cx="10972801" cy="366254"/>
          </a:xfrm>
          <a:prstGeom prst="rect">
            <a:avLst/>
          </a:prstGeom>
        </p:spPr>
        <p:txBody>
          <a:bodyPr vert="horz" lIns="9144" tIns="0" rIns="0" bIns="0" rtlCol="0" anchor="b">
            <a:normAutofit/>
          </a:bodyPr>
          <a:lstStyle/>
          <a:p>
            <a:r>
              <a:t>Click to edit</a:t>
            </a:r>
            <a:r>
              <a:rPr lang="en-US"/>
              <a:t> title</a:t>
            </a:r>
            <a:endParaRPr/>
          </a:p>
        </p:txBody>
      </p:sp>
      <p:sp>
        <p:nvSpPr>
          <p:cNvPr id="26" name="Page #">
            <a:extLst>
              <a:ext uri="{FF2B5EF4-FFF2-40B4-BE49-F238E27FC236}">
                <a16:creationId xmlns:a16="http://schemas.microsoft.com/office/drawing/2014/main" id="{54BD5AAE-87BC-2B52-8A66-6ACB6D288095}"/>
              </a:ext>
            </a:extLst>
          </p:cNvPr>
          <p:cNvSpPr txBox="1"/>
          <p:nvPr userDrawn="1"/>
        </p:nvSpPr>
        <p:spPr bwMode="gray">
          <a:xfrm>
            <a:off x="11562206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825" b="1" smtClean="0">
                <a:solidFill>
                  <a:schemeClr val="accent1"/>
                </a:solidFill>
              </a:rPr>
              <a:pPr algn="l"/>
              <a:t>‹#›</a:t>
            </a:fld>
            <a:endParaRPr sz="825" b="1">
              <a:solidFill>
                <a:schemeClr val="accent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8E408FB-6BFE-E504-4E3C-C77107275BB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5" y="6216272"/>
            <a:ext cx="1249887" cy="611953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B6D4B37-350C-1D87-FBC1-BFC2C492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94587"/>
            <a:ext cx="10972800" cy="4682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5B1B2-6162-58CD-A3A8-E7028DAD41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2" y="816264"/>
            <a:ext cx="2705100" cy="67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0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3" r:id="rId2"/>
    <p:sldLayoutId id="2147483684" r:id="rId3"/>
  </p:sldLayoutIdLst>
  <p:hf sldNum="0" hd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Avenir Next LT Pro" panose="020B0504020202020204" pitchFamily="34" charset="77"/>
          <a:ea typeface="+mj-ea"/>
          <a:cs typeface="+mj-cs"/>
        </a:defRPr>
      </a:lvl1pPr>
    </p:titleStyle>
    <p:bodyStyle>
      <a:lvl1pPr marL="205740" indent="-208360" algn="l" defTabSz="685800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5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31006" indent="-202406" algn="l" defTabSz="685800" rtl="0" eaLnBrk="1" latinLnBrk="0" hangingPunct="1">
        <a:lnSpc>
          <a:spcPct val="110000"/>
        </a:lnSpc>
        <a:spcBef>
          <a:spcPts val="0"/>
        </a:spcBef>
        <a:spcAft>
          <a:spcPts val="450"/>
        </a:spcAft>
        <a:buClr>
          <a:schemeClr val="accent1"/>
        </a:buClr>
        <a:buSzPct val="100000"/>
        <a:buFont typeface="System Font Regular"/>
        <a:buChar char="◦"/>
        <a:tabLst/>
        <a:defRPr sz="15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04838" indent="-209550" algn="l" defTabSz="685800" rtl="0" eaLnBrk="1" latinLnBrk="0" hangingPunct="1">
        <a:lnSpc>
          <a:spcPct val="110000"/>
        </a:lnSpc>
        <a:spcBef>
          <a:spcPts val="0"/>
        </a:spcBef>
        <a:spcAft>
          <a:spcPts val="450"/>
        </a:spcAft>
        <a:buClr>
          <a:schemeClr val="accent1"/>
        </a:buClr>
        <a:buSzPct val="100000"/>
        <a:buFont typeface="System Font Regular"/>
        <a:buChar char="▸"/>
        <a:tabLst/>
        <a:defRPr sz="1350" kern="1200">
          <a:solidFill>
            <a:schemeClr val="accent3"/>
          </a:solidFill>
          <a:latin typeface="+mn-lt"/>
          <a:ea typeface="+mn-ea"/>
          <a:cs typeface="+mn-cs"/>
        </a:defRPr>
      </a:lvl3pPr>
      <a:lvl4pPr marL="781812" indent="-216694" algn="l" defTabSz="685800" rtl="0" eaLnBrk="1" latinLnBrk="0" hangingPunct="1">
        <a:lnSpc>
          <a:spcPct val="110000"/>
        </a:lnSpc>
        <a:spcBef>
          <a:spcPts val="0"/>
        </a:spcBef>
        <a:spcAft>
          <a:spcPts val="450"/>
        </a:spcAft>
        <a:buClr>
          <a:schemeClr val="accent1"/>
        </a:buClr>
        <a:buSzPct val="100000"/>
        <a:buFont typeface=".Apple SD Gothic NeoI Regular"/>
        <a:buChar char="▹"/>
        <a:tabLst/>
        <a:defRPr sz="12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45356" indent="-161925" algn="l" defTabSz="685800" rtl="0" eaLnBrk="1" latinLnBrk="0" hangingPunct="1">
        <a:lnSpc>
          <a:spcPct val="110000"/>
        </a:lnSpc>
        <a:spcBef>
          <a:spcPts val="0"/>
        </a:spcBef>
        <a:spcAft>
          <a:spcPts val="450"/>
        </a:spcAft>
        <a:buClr>
          <a:schemeClr val="accent1"/>
        </a:buClr>
        <a:buSzPct val="100000"/>
        <a:buFont typeface="System Font Regular"/>
        <a:buChar char="⁃"/>
        <a:tabLst/>
        <a:defRPr sz="1050" kern="1200">
          <a:solidFill>
            <a:schemeClr val="accent3"/>
          </a:solidFill>
          <a:latin typeface="+mn-lt"/>
          <a:ea typeface="+mn-ea"/>
          <a:cs typeface="+mn-cs"/>
        </a:defRPr>
      </a:lvl5pPr>
      <a:lvl6pPr marL="720090" indent="0" algn="l" defTabSz="685800" rtl="0" eaLnBrk="1" latinLnBrk="0" hangingPunct="1">
        <a:lnSpc>
          <a:spcPct val="90000"/>
        </a:lnSpc>
        <a:spcBef>
          <a:spcPts val="75"/>
        </a:spcBef>
        <a:buClr>
          <a:schemeClr val="accent3"/>
        </a:buClr>
        <a:buFont typeface="Wingdings" panose="05000000000000000000" pitchFamily="2" charset="2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809244" indent="-89154" algn="l" defTabSz="685800" rtl="0" eaLnBrk="1" latinLnBrk="0" hangingPunct="1">
        <a:lnSpc>
          <a:spcPct val="90000"/>
        </a:lnSpc>
        <a:spcBef>
          <a:spcPts val="75"/>
        </a:spcBef>
        <a:buClr>
          <a:schemeClr val="accent3"/>
        </a:buClr>
        <a:buFont typeface="Wingdings" panose="05000000000000000000" pitchFamily="2" charset="2"/>
        <a:buChar char="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809244" indent="-89154" algn="l" defTabSz="685800" rtl="0" eaLnBrk="1" latinLnBrk="0" hangingPunct="1">
        <a:lnSpc>
          <a:spcPct val="90000"/>
        </a:lnSpc>
        <a:spcBef>
          <a:spcPts val="75"/>
        </a:spcBef>
        <a:buClr>
          <a:schemeClr val="accent3"/>
        </a:buClr>
        <a:buFont typeface="Wingdings" panose="05000000000000000000" pitchFamily="2" charset="2"/>
        <a:buChar char="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809244" indent="-89154" algn="l" defTabSz="685800" rtl="0" eaLnBrk="1" latinLnBrk="0" hangingPunct="1">
        <a:lnSpc>
          <a:spcPct val="90000"/>
        </a:lnSpc>
        <a:spcBef>
          <a:spcPts val="75"/>
        </a:spcBef>
        <a:buClr>
          <a:schemeClr val="accent3"/>
        </a:buClr>
        <a:buFont typeface="Wingdings" panose="05000000000000000000" pitchFamily="2" charset="2"/>
        <a:buChar char="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2">
          <p15:clr>
            <a:srgbClr val="A4A3A4"/>
          </p15:clr>
        </p15:guide>
        <p15:guide id="2" pos="9728">
          <p15:clr>
            <a:srgbClr val="A4A3A4"/>
          </p15:clr>
        </p15:guide>
        <p15:guide id="3" orient="horz" pos="432">
          <p15:clr>
            <a:srgbClr val="A4A3A4"/>
          </p15:clr>
        </p15:guide>
        <p15:guide id="4" orient="horz" pos="3888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F3BFE7B-A265-3F32-D46F-EDE4F315EB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06" imgH="306" progId="TCLayout.ActiveDocument.1">
                  <p:embed/>
                </p:oleObj>
              </mc:Choice>
              <mc:Fallback>
                <p:oleObj name="think-cell Slide" r:id="rId11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3BFE7B-A265-3F32-D46F-EDE4F315EB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age Number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679936" y="6492240"/>
            <a:ext cx="512064" cy="36576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9F229AD2-13F0-4E37-88B4-DC948A311098}" type="slidenum">
              <a:rPr lang="en-US" sz="1200" b="1" smtClean="0">
                <a:solidFill>
                  <a:srgbClr val="003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200" b="1">
              <a:solidFill>
                <a:srgbClr val="003F2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Harvey 4" hidden="1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12361333" y="0"/>
            <a:ext cx="365760" cy="365760"/>
            <a:chOff x="0" y="0"/>
            <a:chExt cx="914400" cy="914400"/>
          </a:xfrm>
          <a:solidFill>
            <a:srgbClr val="21977A"/>
          </a:solidFill>
        </p:grpSpPr>
        <p:sp>
          <p:nvSpPr>
            <p:cNvPr id="11" name="Harvey 0/4 [0]" hidden="1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srgbClr val="003B54"/>
                </a:solidFill>
              </a:endParaRPr>
            </a:p>
          </p:txBody>
        </p:sp>
        <p:sp>
          <p:nvSpPr>
            <p:cNvPr id="12" name="Harvey 1/4 [1]" hidden="1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srgbClr val="003B54"/>
                </a:solidFill>
              </a:endParaRPr>
            </a:p>
          </p:txBody>
        </p:sp>
        <p:sp>
          <p:nvSpPr>
            <p:cNvPr id="13" name="Harvey 2/4 [2]" hidden="1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srgbClr val="003B54"/>
                </a:solidFill>
              </a:endParaRPr>
            </a:p>
          </p:txBody>
        </p:sp>
        <p:sp>
          <p:nvSpPr>
            <p:cNvPr id="15" name="Harvey 3/4 [3]" hidden="1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srgbClr val="003B54"/>
                </a:solidFill>
              </a:endParaRPr>
            </a:p>
          </p:txBody>
        </p:sp>
        <p:sp>
          <p:nvSpPr>
            <p:cNvPr id="16" name="Harvey 4/4 [4]" hidden="1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srgbClr val="003B54"/>
                </a:solidFill>
              </a:endParaRPr>
            </a:p>
          </p:txBody>
        </p:sp>
      </p:grpSp>
      <p:sp>
        <p:nvSpPr>
          <p:cNvPr id="14" name="Draft Stamp [Presentation]" hidden="1"/>
          <p:cNvSpPr txBox="1"/>
          <p:nvPr/>
        </p:nvSpPr>
        <p:spPr>
          <a:xfrm>
            <a:off x="6089904" y="117808"/>
            <a:ext cx="12192" cy="9865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500" b="1">
                <a:solidFill>
                  <a:srgbClr val="FF0000"/>
                </a:solidFill>
              </a:rPr>
              <a:t>DRAFT</a:t>
            </a:r>
          </a:p>
        </p:txBody>
      </p:sp>
      <p:grpSp>
        <p:nvGrpSpPr>
          <p:cNvPr id="58" name="Preliminary Gray" hidden="1">
            <a:extLst>
              <a:ext uri="{FF2B5EF4-FFF2-40B4-BE49-F238E27FC236}">
                <a16:creationId xmlns:a16="http://schemas.microsoft.com/office/drawing/2014/main" id="{ADE8F607-747E-46FA-AD4F-4ECB4251E5C3}"/>
              </a:ext>
            </a:extLst>
          </p:cNvPr>
          <p:cNvGrpSpPr>
            <a:grpSpLocks/>
          </p:cNvGrpSpPr>
          <p:nvPr userDrawn="1"/>
        </p:nvGrpSpPr>
        <p:grpSpPr>
          <a:xfrm>
            <a:off x="10403839" y="1222850"/>
            <a:ext cx="1280160" cy="277813"/>
            <a:chOff x="10403839" y="1325541"/>
            <a:chExt cx="1280160" cy="277813"/>
          </a:xfrm>
        </p:grpSpPr>
        <p:sp>
          <p:nvSpPr>
            <p:cNvPr id="59" name="TextBox 25">
              <a:extLst>
                <a:ext uri="{FF2B5EF4-FFF2-40B4-BE49-F238E27FC236}">
                  <a16:creationId xmlns:a16="http://schemas.microsoft.com/office/drawing/2014/main" id="{D641B4E8-A3C4-4CD6-8401-8BDFDB1C3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80003" y="1356726"/>
              <a:ext cx="1127831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no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pPr algn="ctr">
                <a:defRPr/>
              </a:pPr>
              <a:r>
                <a:rPr lang="en-US" sz="1500" i="1">
                  <a:solidFill>
                    <a:srgbClr val="878787"/>
                  </a:solidFill>
                  <a:latin typeface="Arial" charset="0"/>
                  <a:cs typeface="Arial" charset="0"/>
                </a:rPr>
                <a:t>PRELIMINARY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021D88A-C692-4C2B-BD3F-EA5DCF1C5472}"/>
                </a:ext>
              </a:extLst>
            </p:cNvPr>
            <p:cNvCxnSpPr/>
            <p:nvPr/>
          </p:nvCxnSpPr>
          <p:spPr bwMode="auto">
            <a:xfrm>
              <a:off x="10403839" y="1325541"/>
              <a:ext cx="1280160" cy="1588"/>
            </a:xfrm>
            <a:prstGeom prst="line">
              <a:avLst/>
            </a:prstGeom>
            <a:ln>
              <a:solidFill>
                <a:srgbClr val="8787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7F13818-04CA-4BAA-ABFD-EDC4DEC1326A}"/>
                </a:ext>
              </a:extLst>
            </p:cNvPr>
            <p:cNvCxnSpPr/>
            <p:nvPr/>
          </p:nvCxnSpPr>
          <p:spPr bwMode="auto">
            <a:xfrm>
              <a:off x="10403839" y="1601766"/>
              <a:ext cx="1280160" cy="1588"/>
            </a:xfrm>
            <a:prstGeom prst="line">
              <a:avLst/>
            </a:prstGeom>
            <a:ln>
              <a:solidFill>
                <a:srgbClr val="8787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Preliminary Red" hidden="1">
            <a:extLst>
              <a:ext uri="{FF2B5EF4-FFF2-40B4-BE49-F238E27FC236}">
                <a16:creationId xmlns:a16="http://schemas.microsoft.com/office/drawing/2014/main" id="{78414A8D-C6BB-468F-BC61-390C9B09160E}"/>
              </a:ext>
            </a:extLst>
          </p:cNvPr>
          <p:cNvGrpSpPr>
            <a:grpSpLocks/>
          </p:cNvGrpSpPr>
          <p:nvPr userDrawn="1"/>
        </p:nvGrpSpPr>
        <p:grpSpPr>
          <a:xfrm>
            <a:off x="10403839" y="1222850"/>
            <a:ext cx="1280160" cy="277813"/>
            <a:chOff x="10403839" y="1325541"/>
            <a:chExt cx="1280160" cy="277813"/>
          </a:xfrm>
        </p:grpSpPr>
        <p:sp>
          <p:nvSpPr>
            <p:cNvPr id="71" name="TextBox 25">
              <a:extLst>
                <a:ext uri="{FF2B5EF4-FFF2-40B4-BE49-F238E27FC236}">
                  <a16:creationId xmlns:a16="http://schemas.microsoft.com/office/drawing/2014/main" id="{28AEE648-7DA8-4DF1-B02F-4057B9E85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80003" y="1356726"/>
              <a:ext cx="1127831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no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pPr algn="ctr">
                <a:defRPr/>
              </a:pPr>
              <a:r>
                <a:rPr lang="en-US" sz="1500" i="1">
                  <a:solidFill>
                    <a:srgbClr val="FF0000"/>
                  </a:solidFill>
                  <a:latin typeface="Arial" charset="0"/>
                  <a:cs typeface="Arial" charset="0"/>
                </a:rPr>
                <a:t>PRELIMINARY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CA072BD-F290-4B36-85C6-967C4E0A7C59}"/>
                </a:ext>
              </a:extLst>
            </p:cNvPr>
            <p:cNvCxnSpPr/>
            <p:nvPr/>
          </p:nvCxnSpPr>
          <p:spPr bwMode="auto">
            <a:xfrm>
              <a:off x="10403839" y="1325541"/>
              <a:ext cx="1280160" cy="15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A476E28-27FB-4573-A191-3784EBD1A6E9}"/>
                </a:ext>
              </a:extLst>
            </p:cNvPr>
            <p:cNvCxnSpPr/>
            <p:nvPr/>
          </p:nvCxnSpPr>
          <p:spPr bwMode="auto">
            <a:xfrm>
              <a:off x="10403839" y="1601766"/>
              <a:ext cx="1280160" cy="15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Tracker" hidden="1">
            <a:extLst>
              <a:ext uri="{FF2B5EF4-FFF2-40B4-BE49-F238E27FC236}">
                <a16:creationId xmlns:a16="http://schemas.microsoft.com/office/drawing/2014/main" id="{8E28F90A-1C82-46E8-B428-4AA27920DFE5}"/>
              </a:ext>
            </a:extLst>
          </p:cNvPr>
          <p:cNvGrpSpPr>
            <a:grpSpLocks/>
          </p:cNvGrpSpPr>
          <p:nvPr userDrawn="1"/>
        </p:nvGrpSpPr>
        <p:grpSpPr>
          <a:xfrm>
            <a:off x="457200" y="1224597"/>
            <a:ext cx="1258721" cy="274320"/>
            <a:chOff x="457200" y="1277053"/>
            <a:chExt cx="1258721" cy="274320"/>
          </a:xfrm>
        </p:grpSpPr>
        <p:sp>
          <p:nvSpPr>
            <p:cNvPr id="75" name="Chevron 14">
              <a:extLst>
                <a:ext uri="{FF2B5EF4-FFF2-40B4-BE49-F238E27FC236}">
                  <a16:creationId xmlns:a16="http://schemas.microsoft.com/office/drawing/2014/main" id="{4CC84796-2BB2-4900-B142-95CDA281B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334" y="1277053"/>
              <a:ext cx="274320" cy="27432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7F7F7F"/>
              </a:solidFill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2075" tIns="91440" rIns="92075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>
                  <a:solidFill>
                    <a:srgbClr val="878787"/>
                  </a:solidFill>
                  <a:cs typeface="Arial" pitchFamily="34" charset="0"/>
                </a:rPr>
                <a:t>2</a:t>
              </a:r>
            </a:p>
          </p:txBody>
        </p:sp>
        <p:sp>
          <p:nvSpPr>
            <p:cNvPr id="76" name="Chevron 15">
              <a:extLst>
                <a:ext uri="{FF2B5EF4-FFF2-40B4-BE49-F238E27FC236}">
                  <a16:creationId xmlns:a16="http://schemas.microsoft.com/office/drawing/2014/main" id="{CED0C0F0-5AFB-49C8-A774-9A505C070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467" y="1277053"/>
              <a:ext cx="274320" cy="27432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7F7F7F"/>
              </a:solidFill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2075" tIns="91440" rIns="92075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>
                  <a:solidFill>
                    <a:srgbClr val="878787"/>
                  </a:solidFill>
                  <a:cs typeface="Arial" pitchFamily="34" charset="0"/>
                </a:rPr>
                <a:t>3</a:t>
              </a:r>
            </a:p>
          </p:txBody>
        </p:sp>
        <p:sp>
          <p:nvSpPr>
            <p:cNvPr id="77" name="Chevron 14">
              <a:extLst>
                <a:ext uri="{FF2B5EF4-FFF2-40B4-BE49-F238E27FC236}">
                  <a16:creationId xmlns:a16="http://schemas.microsoft.com/office/drawing/2014/main" id="{9ADDEB4F-6EF7-49B7-A17E-38EC225629E1}"/>
                </a:ext>
              </a:extLst>
            </p:cNvPr>
            <p:cNvSpPr/>
            <p:nvPr/>
          </p:nvSpPr>
          <p:spPr bwMode="auto">
            <a:xfrm>
              <a:off x="1441601" y="1277053"/>
              <a:ext cx="274320" cy="27432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7F7F7F"/>
              </a:solidFill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2075" tIns="91440" rIns="92075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>
                  <a:solidFill>
                    <a:srgbClr val="878787"/>
                  </a:solidFill>
                  <a:cs typeface="Arial" pitchFamily="34" charset="0"/>
                </a:rPr>
                <a:t>4</a:t>
              </a:r>
            </a:p>
          </p:txBody>
        </p:sp>
        <p:sp>
          <p:nvSpPr>
            <p:cNvPr id="78" name="Pentagon 13">
              <a:extLst>
                <a:ext uri="{FF2B5EF4-FFF2-40B4-BE49-F238E27FC236}">
                  <a16:creationId xmlns:a16="http://schemas.microsoft.com/office/drawing/2014/main" id="{EC2B98EA-BBFE-4AD4-A291-776582BC2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" y="1277053"/>
              <a:ext cx="274320" cy="274320"/>
            </a:xfrm>
            <a:prstGeom prst="rect">
              <a:avLst/>
            </a:prstGeom>
            <a:solidFill>
              <a:srgbClr val="21977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2075" tIns="91440" rIns="92075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b="1">
                  <a:solidFill>
                    <a:schemeClr val="bg1"/>
                  </a:solidFill>
                  <a:cs typeface="Arial" pitchFamily="34" charset="0"/>
                </a:rPr>
                <a:t>1</a:t>
              </a:r>
            </a:p>
          </p:txBody>
        </p:sp>
      </p:grpSp>
      <p:sp>
        <p:nvSpPr>
          <p:cNvPr id="79" name="Key" hidden="1">
            <a:extLst>
              <a:ext uri="{FF2B5EF4-FFF2-40B4-BE49-F238E27FC236}">
                <a16:creationId xmlns:a16="http://schemas.microsoft.com/office/drawing/2014/main" id="{2BAC6FCA-4A0F-44CD-8D42-DD881897DBB8}"/>
              </a:ext>
            </a:extLst>
          </p:cNvPr>
          <p:cNvSpPr>
            <a:spLocks/>
          </p:cNvSpPr>
          <p:nvPr userDrawn="1"/>
        </p:nvSpPr>
        <p:spPr bwMode="auto">
          <a:xfrm>
            <a:off x="8459999" y="6422598"/>
            <a:ext cx="3278124" cy="365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" tIns="45720" rIns="0" anchor="ctr"/>
          <a:lstStyle/>
          <a:p>
            <a:pPr>
              <a:defRPr/>
            </a:pPr>
            <a:r>
              <a:rPr lang="en-US" sz="11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Key:</a:t>
            </a:r>
          </a:p>
        </p:txBody>
      </p:sp>
      <p:sp>
        <p:nvSpPr>
          <p:cNvPr id="44" name="Usable Space w/o Topline" hidden="1">
            <a:extLst>
              <a:ext uri="{FF2B5EF4-FFF2-40B4-BE49-F238E27FC236}">
                <a16:creationId xmlns:a16="http://schemas.microsoft.com/office/drawing/2014/main" id="{0A923273-A768-4C5B-8E4C-762A476F7580}"/>
              </a:ext>
            </a:extLst>
          </p:cNvPr>
          <p:cNvSpPr>
            <a:spLocks/>
          </p:cNvSpPr>
          <p:nvPr userDrawn="1"/>
        </p:nvSpPr>
        <p:spPr>
          <a:xfrm>
            <a:off x="458724" y="379476"/>
            <a:ext cx="11274552" cy="5810368"/>
          </a:xfrm>
          <a:prstGeom prst="rect">
            <a:avLst/>
          </a:prstGeom>
          <a:solidFill>
            <a:srgbClr val="FFFFFF">
              <a:alpha val="50196"/>
            </a:srgb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/>
          </a:p>
        </p:txBody>
      </p:sp>
      <p:sp>
        <p:nvSpPr>
          <p:cNvPr id="42" name="Usable Space w/o Title" hidden="1">
            <a:extLst>
              <a:ext uri="{FF2B5EF4-FFF2-40B4-BE49-F238E27FC236}">
                <a16:creationId xmlns:a16="http://schemas.microsoft.com/office/drawing/2014/main" id="{5E248125-62F7-4D21-B674-74B70AE47589}"/>
              </a:ext>
            </a:extLst>
          </p:cNvPr>
          <p:cNvSpPr>
            <a:spLocks/>
          </p:cNvSpPr>
          <p:nvPr userDrawn="1"/>
        </p:nvSpPr>
        <p:spPr>
          <a:xfrm>
            <a:off x="458724" y="1542549"/>
            <a:ext cx="11274552" cy="4647295"/>
          </a:xfrm>
          <a:prstGeom prst="rect">
            <a:avLst/>
          </a:prstGeom>
          <a:solidFill>
            <a:srgbClr val="FFFFFF">
              <a:alpha val="50196"/>
            </a:srgb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/>
          </a:p>
        </p:txBody>
      </p:sp>
      <p:sp>
        <p:nvSpPr>
          <p:cNvPr id="41" name="Usable Space with Title" hidden="1">
            <a:extLst>
              <a:ext uri="{FF2B5EF4-FFF2-40B4-BE49-F238E27FC236}">
                <a16:creationId xmlns:a16="http://schemas.microsoft.com/office/drawing/2014/main" id="{120149EE-B715-45B1-AD41-EFDD8658301E}"/>
              </a:ext>
            </a:extLst>
          </p:cNvPr>
          <p:cNvSpPr>
            <a:spLocks/>
          </p:cNvSpPr>
          <p:nvPr userDrawn="1"/>
        </p:nvSpPr>
        <p:spPr>
          <a:xfrm>
            <a:off x="458724" y="2037645"/>
            <a:ext cx="11274552" cy="4152199"/>
          </a:xfrm>
          <a:prstGeom prst="rect">
            <a:avLst/>
          </a:prstGeom>
          <a:solidFill>
            <a:srgbClr val="FFFFFF">
              <a:alpha val="50196"/>
            </a:srgb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/>
          </a:p>
        </p:txBody>
      </p:sp>
      <p:sp>
        <p:nvSpPr>
          <p:cNvPr id="46" name="Bulleted Text" hidden="1">
            <a:extLst>
              <a:ext uri="{FF2B5EF4-FFF2-40B4-BE49-F238E27FC236}">
                <a16:creationId xmlns:a16="http://schemas.microsoft.com/office/drawing/2014/main" id="{8AF81CC4-D5C0-4EF3-B39D-C02B115B7A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63706" y="2037645"/>
            <a:ext cx="5683462" cy="35737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45720" tIns="0" rIns="45720" bIns="0"/>
          <a:lstStyle/>
          <a:p>
            <a:pPr marL="114300" lvl="1" indent="-114300" defTabSz="762000" eaLnBrk="0" fontAlgn="base" hangingPunct="0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sz="1500">
                <a:solidFill>
                  <a:srgbClr val="000000"/>
                </a:solidFill>
                <a:cs typeface="Arial" charset="0"/>
              </a:rPr>
              <a:t>TBD</a:t>
            </a:r>
          </a:p>
          <a:p>
            <a:pPr marL="398463" lvl="1" indent="-169863" defTabSz="762000" eaLnBrk="0" fontAlgn="base" hangingPunct="0">
              <a:spcBef>
                <a:spcPts val="300"/>
              </a:spcBef>
              <a:spcAft>
                <a:spcPts val="300"/>
              </a:spcAft>
              <a:buFont typeface="Arial" charset="0"/>
              <a:buChar char="–"/>
            </a:pPr>
            <a:r>
              <a:rPr lang="en-US" sz="1500">
                <a:solidFill>
                  <a:srgbClr val="000000"/>
                </a:solidFill>
                <a:cs typeface="Arial" pitchFamily="34" charset="0"/>
              </a:rPr>
              <a:t>TBD</a:t>
            </a:r>
          </a:p>
        </p:txBody>
      </p:sp>
      <p:sp>
        <p:nvSpPr>
          <p:cNvPr id="45" name="Slide Title" hidden="1">
            <a:extLst>
              <a:ext uri="{FF2B5EF4-FFF2-40B4-BE49-F238E27FC236}">
                <a16:creationId xmlns:a16="http://schemas.microsoft.com/office/drawing/2014/main" id="{E450C577-F75E-4FF0-AF42-1F1286422638}"/>
              </a:ext>
            </a:extLst>
          </p:cNvPr>
          <p:cNvSpPr txBox="1">
            <a:spLocks/>
          </p:cNvSpPr>
          <p:nvPr userDrawn="1"/>
        </p:nvSpPr>
        <p:spPr>
          <a:xfrm>
            <a:off x="5181600" y="1543449"/>
            <a:ext cx="1828800" cy="274320"/>
          </a:xfrm>
          <a:prstGeom prst="rect">
            <a:avLst/>
          </a:prstGeom>
        </p:spPr>
        <p:txBody>
          <a:bodyPr wrap="none" lIns="0" tIns="0" rIns="0" bIns="0" anchor="t"/>
          <a:lstStyle>
            <a:lvl1pPr marL="114300" indent="-114300" algn="ctr" defTabSz="762000" rtl="0" eaLnBrk="1" fontAlgn="base" latinLnBrk="0" hangingPunct="1">
              <a:spcBef>
                <a:spcPts val="300"/>
              </a:spcBef>
              <a:spcAft>
                <a:spcPts val="300"/>
              </a:spcAft>
              <a:buFontTx/>
              <a:buNone/>
              <a:defRPr lang="en-US" sz="1600" b="1" kern="1200" dirty="0">
                <a:solidFill>
                  <a:srgbClr val="000000"/>
                </a:solidFill>
                <a:latin typeface="+mj-lt"/>
                <a:ea typeface="+mn-ea"/>
                <a:cs typeface="Arial" charset="0"/>
              </a:defRPr>
            </a:lvl1pPr>
            <a:lvl2pPr marL="685800" indent="-4572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300" kern="1200" dirty="0" smtClean="0">
                <a:solidFill>
                  <a:srgbClr val="000000"/>
                </a:solidFill>
                <a:latin typeface="+mj-lt"/>
                <a:ea typeface="+mn-ea"/>
                <a:cs typeface="Arial" pitchFamily="34" charset="0"/>
              </a:defRPr>
            </a:lvl2pPr>
            <a:lvl3pPr marL="685800" indent="-4572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4572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4572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Insert Title Here</a:t>
            </a:r>
            <a:endParaRPr lang="en-US" b="0">
              <a:solidFill>
                <a:schemeClr val="tx1"/>
              </a:solidFill>
            </a:endParaRPr>
          </a:p>
        </p:txBody>
      </p:sp>
      <p:sp>
        <p:nvSpPr>
          <p:cNvPr id="34" name="Simple Text Box" hidden="1">
            <a:extLst>
              <a:ext uri="{FF2B5EF4-FFF2-40B4-BE49-F238E27FC236}">
                <a16:creationId xmlns:a16="http://schemas.microsoft.com/office/drawing/2014/main" id="{F66FEB31-BA82-4EB0-9263-CF7961FBC82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0628" y="2037645"/>
            <a:ext cx="1528668" cy="2743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45720" tIns="0" rIns="45720" bIns="0" anchor="ctr"/>
          <a:lstStyle/>
          <a:p>
            <a:pPr marL="0" lvl="1" indent="0" algn="ctr" defTabSz="762000" eaLnBrk="0" fontAlgn="base" hangingPunct="0"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TBD</a:t>
            </a:r>
          </a:p>
        </p:txBody>
      </p:sp>
      <p:sp>
        <p:nvSpPr>
          <p:cNvPr id="49" name="Bottom Line" hidden="1">
            <a:extLst>
              <a:ext uri="{FF2B5EF4-FFF2-40B4-BE49-F238E27FC236}">
                <a16:creationId xmlns:a16="http://schemas.microsoft.com/office/drawing/2014/main" id="{C65D3F24-E3D2-4A9F-B737-F4B47D5B2C5F}"/>
              </a:ext>
            </a:extLst>
          </p:cNvPr>
          <p:cNvSpPr txBox="1">
            <a:spLocks/>
          </p:cNvSpPr>
          <p:nvPr userDrawn="1"/>
        </p:nvSpPr>
        <p:spPr>
          <a:xfrm>
            <a:off x="457200" y="5595484"/>
            <a:ext cx="11277600" cy="59436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defPPr>
              <a:defRPr lang="en-US"/>
            </a:defPPr>
            <a:lvl1pPr indent="0" algn="ctr" defTabSz="762000" fontAlgn="base">
              <a:spcBef>
                <a:spcPts val="300"/>
              </a:spcBef>
              <a:spcAft>
                <a:spcPts val="300"/>
              </a:spcAft>
              <a:buFontTx/>
              <a:buNone/>
              <a:defRPr sz="1600" b="1" i="0">
                <a:latin typeface="+mj-lt"/>
                <a:cs typeface="Arial" charset="0"/>
              </a:defRPr>
            </a:lvl1pPr>
            <a:lvl2pPr marL="685800" indent="-457200">
              <a:spcBef>
                <a:spcPct val="20000"/>
              </a:spcBef>
              <a:buFont typeface="Arial" pitchFamily="34" charset="0"/>
              <a:buChar char="–"/>
              <a:defRPr sz="1300">
                <a:solidFill>
                  <a:srgbClr val="000000"/>
                </a:solidFill>
                <a:latin typeface="+mj-lt"/>
                <a:cs typeface="Arial" pitchFamily="34" charset="0"/>
              </a:defRPr>
            </a:lvl2pPr>
            <a:lvl3pPr marL="685800" indent="-457200">
              <a:spcBef>
                <a:spcPct val="20000"/>
              </a:spcBef>
              <a:buFont typeface="Arial" pitchFamily="34" charset="0"/>
              <a:buChar char="•"/>
              <a:defRPr sz="1300"/>
            </a:lvl3pPr>
            <a:lvl4pPr marL="685800" indent="-457200">
              <a:spcBef>
                <a:spcPct val="20000"/>
              </a:spcBef>
              <a:buFont typeface="Arial" pitchFamily="34" charset="0"/>
              <a:buChar char="–"/>
              <a:defRPr sz="1300"/>
            </a:lvl4pPr>
            <a:lvl5pPr marL="685800" indent="-457200">
              <a:spcBef>
                <a:spcPct val="20000"/>
              </a:spcBef>
              <a:buFont typeface="Arial" pitchFamily="34" charset="0"/>
              <a:buChar char="»"/>
              <a:defRPr sz="13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/>
              <a:t>Insert Bottom Line</a:t>
            </a:r>
          </a:p>
        </p:txBody>
      </p:sp>
      <p:sp>
        <p:nvSpPr>
          <p:cNvPr id="47" name="Key Questions" hidden="1">
            <a:extLst>
              <a:ext uri="{FF2B5EF4-FFF2-40B4-BE49-F238E27FC236}">
                <a16:creationId xmlns:a16="http://schemas.microsoft.com/office/drawing/2014/main" id="{988509D2-E54C-4822-83CE-8008A3AEB9DF}"/>
              </a:ext>
            </a:extLst>
          </p:cNvPr>
          <p:cNvSpPr>
            <a:spLocks/>
          </p:cNvSpPr>
          <p:nvPr userDrawn="1"/>
        </p:nvSpPr>
        <p:spPr bwMode="auto">
          <a:xfrm>
            <a:off x="8171542" y="1544692"/>
            <a:ext cx="3561733" cy="4645152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2880" tIns="182880" rIns="182880" bIns="45720" rtlCol="0" anchor="t">
            <a:noAutofit/>
          </a:bodyPr>
          <a:lstStyle/>
          <a:p>
            <a:pPr algn="ctr">
              <a:spcBef>
                <a:spcPts val="500"/>
              </a:spcBef>
              <a:spcAft>
                <a:spcPts val="1200"/>
              </a:spcAft>
            </a:pPr>
            <a:r>
              <a:rPr lang="en-US" sz="1600" b="1"/>
              <a:t>Key Questions</a:t>
            </a:r>
            <a:endParaRPr lang="en-US" sz="1600"/>
          </a:p>
          <a:p>
            <a:pPr marL="114300" indent="-114300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sz="1600"/>
              <a:t>TBD</a:t>
            </a:r>
            <a:br>
              <a:rPr lang="en-US" sz="1600"/>
            </a:br>
            <a:endParaRPr lang="en-US" sz="1600"/>
          </a:p>
          <a:p>
            <a:pPr marL="114300" indent="-114300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sz="1600"/>
              <a:t>TBD</a:t>
            </a:r>
            <a:br>
              <a:rPr lang="en-US" sz="1600"/>
            </a:br>
            <a:endParaRPr lang="en-US" sz="1600"/>
          </a:p>
          <a:p>
            <a:pPr marL="114300" indent="-114300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sz="1600"/>
              <a:t>TBD</a:t>
            </a:r>
          </a:p>
        </p:txBody>
      </p:sp>
      <p:pic>
        <p:nvPicPr>
          <p:cNvPr id="38" name="CV Logo">
            <a:extLst>
              <a:ext uri="{FF2B5EF4-FFF2-40B4-BE49-F238E27FC236}">
                <a16:creationId xmlns:a16="http://schemas.microsoft.com/office/drawing/2014/main" id="{D763E2A3-7AC5-4AA3-9C41-65EBCA6A059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010" y="6430603"/>
            <a:ext cx="983938" cy="274320"/>
          </a:xfrm>
          <a:prstGeom prst="rect">
            <a:avLst/>
          </a:prstGeom>
        </p:spPr>
      </p:pic>
      <p:sp>
        <p:nvSpPr>
          <p:cNvPr id="51" name="Quote Box" hidden="1">
            <a:extLst>
              <a:ext uri="{FF2B5EF4-FFF2-40B4-BE49-F238E27FC236}">
                <a16:creationId xmlns:a16="http://schemas.microsoft.com/office/drawing/2014/main" id="{F987ECF9-6655-4A80-83BA-EB037E19D1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149112" y="4063511"/>
            <a:ext cx="2765630" cy="816918"/>
          </a:xfrm>
          <a:prstGeom prst="wedgeRoundRectCallout">
            <a:avLst>
              <a:gd name="adj1" fmla="val -33583"/>
              <a:gd name="adj2" fmla="val 60981"/>
              <a:gd name="adj3" fmla="val 16667"/>
            </a:avLst>
          </a:prstGeom>
          <a:solidFill>
            <a:srgbClr val="DDDDDD"/>
          </a:solidFill>
          <a:ln w="12700">
            <a:noFill/>
            <a:prstDash val="sysDot"/>
            <a:miter lim="800000"/>
            <a:headEnd/>
            <a:tailEnd/>
          </a:ln>
        </p:spPr>
        <p:txBody>
          <a:bodyPr lIns="45720" tIns="0" rIns="45720" bIns="0" anchor="ctr">
            <a:noAutofit/>
          </a:bodyPr>
          <a:lstStyle/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1485900" algn="l"/>
                <a:tab pos="3657600" algn="l"/>
              </a:tabLst>
            </a:pPr>
            <a:endParaRPr lang="en-US" sz="1400">
              <a:solidFill>
                <a:srgbClr val="000000"/>
              </a:solidFill>
            </a:endParaRPr>
          </a:p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1485900" algn="l"/>
                <a:tab pos="3657600" algn="l"/>
              </a:tabLst>
            </a:pPr>
            <a:r>
              <a:rPr lang="en-US" sz="1400" i="1">
                <a:solidFill>
                  <a:srgbClr val="000000"/>
                </a:solidFill>
              </a:rPr>
              <a:t>“Quote Box.”</a:t>
            </a:r>
          </a:p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1485900" algn="l"/>
                <a:tab pos="3657600" algn="l"/>
              </a:tabLst>
            </a:pPr>
            <a:r>
              <a:rPr lang="en-US" sz="1400" i="1">
                <a:solidFill>
                  <a:srgbClr val="000000"/>
                </a:solidFill>
              </a:rPr>
              <a:t>Italics, R221, B221, G221</a:t>
            </a:r>
          </a:p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1485900" algn="l"/>
                <a:tab pos="3657600" algn="l"/>
              </a:tabLst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0A9D77-4F78-0C3A-AD4A-BF6815E59BE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0" y="0"/>
            <a:ext cx="17843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ClearView - Company Confidential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198015-0E34-6C48-0C40-4ED51103F3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16495" t="20087" r="16237" b="31008"/>
          <a:stretch/>
        </p:blipFill>
        <p:spPr>
          <a:xfrm>
            <a:off x="1126917" y="6371464"/>
            <a:ext cx="1006201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99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762000" rtl="0" eaLnBrk="1" fontAlgn="base" latinLnBrk="0" hangingPunct="1">
        <a:spcBef>
          <a:spcPts val="300"/>
        </a:spcBef>
        <a:spcAft>
          <a:spcPts val="300"/>
        </a:spcAft>
        <a:buFontTx/>
        <a:buChar char="•"/>
        <a:defRPr lang="en-US" sz="1300" b="1" kern="1200" dirty="0" smtClean="0">
          <a:solidFill>
            <a:srgbClr val="000000"/>
          </a:solidFill>
          <a:latin typeface="+mj-lt"/>
          <a:ea typeface="+mn-ea"/>
          <a:cs typeface="Arial" charset="0"/>
        </a:defRPr>
      </a:lvl1pPr>
      <a:lvl2pPr marL="685800" indent="-45720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1300" kern="1200" dirty="0" smtClean="0">
          <a:solidFill>
            <a:srgbClr val="000000"/>
          </a:solidFill>
          <a:latin typeface="+mj-lt"/>
          <a:ea typeface="+mn-ea"/>
          <a:cs typeface="Arial" pitchFamily="34" charset="0"/>
        </a:defRPr>
      </a:lvl2pPr>
      <a:lvl3pPr marL="685800" indent="-457200" algn="l" defTabSz="914400" rtl="0" eaLnBrk="1" latinLnBrk="0" hangingPunct="1">
        <a:spcBef>
          <a:spcPct val="20000"/>
        </a:spcBef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457200" algn="l" defTabSz="914400" rtl="0" eaLnBrk="1" latinLnBrk="0" hangingPunct="1">
        <a:spcBef>
          <a:spcPct val="20000"/>
        </a:spcBef>
        <a:buFont typeface="Arial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457200" algn="l" defTabSz="914400" rtl="0" eaLnBrk="1" latinLnBrk="0" hangingPunct="1">
        <a:spcBef>
          <a:spcPct val="20000"/>
        </a:spcBef>
        <a:buFont typeface="Arial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4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1B6DFD-090E-33E8-535E-F026620D54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kumimoji="0" lang="en-US" sz="750" b="0" i="0" u="none" strike="noStrike" kern="1200" cap="none" spc="75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ED009C-B719-4A06-5E97-642A79C1C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Subnational Metrics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1674141-B691-9341-BFF3-EA3FA94502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January 2026</a:t>
            </a:r>
          </a:p>
        </p:txBody>
      </p:sp>
    </p:spTree>
    <p:extLst>
      <p:ext uri="{BB962C8B-B14F-4D97-AF65-F5344CB8AC3E}">
        <p14:creationId xmlns:p14="http://schemas.microsoft.com/office/powerpoint/2010/main" val="3668460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83599-B0D4-CC29-9F08-F6F21CF12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979946-7A41-5D53-95CD-933EF7A81BB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1357031"/>
            <a:ext cx="11269133" cy="4614148"/>
          </a:xfrm>
        </p:spPr>
        <p:txBody>
          <a:bodyPr vert="horz" wrap="square" lIns="0" tIns="0" rIns="0" bIns="0" rtlCol="0" anchor="t">
            <a:spAutoFit/>
          </a:bodyPr>
          <a:lstStyle/>
          <a:p>
            <a:pPr marL="0" lvl="1" indent="0" defTabSz="914377">
              <a:buClr>
                <a:srgbClr val="FF585D"/>
              </a:buClr>
              <a:buNone/>
              <a:defRPr/>
            </a:pPr>
            <a:r>
              <a:rPr lang="en-US" sz="1600" b="1">
                <a:solidFill>
                  <a:schemeClr val="accent1"/>
                </a:solidFill>
                <a:latin typeface="+mj-lt"/>
              </a:rPr>
              <a:t>Sales Performance</a:t>
            </a:r>
            <a:endParaRPr lang="en-US" sz="1600">
              <a:solidFill>
                <a:schemeClr val="accent1"/>
              </a:solidFill>
              <a:latin typeface="+mj-lt"/>
            </a:endParaRPr>
          </a:p>
          <a:p>
            <a:pPr marL="517525" lvl="2" indent="-285750" defTabSz="914377">
              <a:buClr>
                <a:srgbClr val="FF585D"/>
              </a:buClr>
              <a:defRPr/>
            </a:pPr>
            <a:r>
              <a:rPr lang="en-US" sz="1400">
                <a:solidFill>
                  <a:schemeClr val="tx2">
                    <a:lumMod val="10000"/>
                  </a:schemeClr>
                </a:solidFill>
                <a:latin typeface="+mj-lt"/>
              </a:rPr>
              <a:t>Nation </a:t>
            </a:r>
            <a:r>
              <a:rPr lang="en-US" sz="1400" b="1">
                <a:solidFill>
                  <a:schemeClr val="tx2">
                    <a:lumMod val="10000"/>
                  </a:schemeClr>
                </a:solidFill>
                <a:latin typeface="+mj-lt"/>
              </a:rPr>
              <a:t>declined by 4% to 389K mgs in Jan’26 </a:t>
            </a:r>
            <a:r>
              <a:rPr lang="en-US" sz="1400">
                <a:solidFill>
                  <a:schemeClr val="tx2">
                    <a:lumMod val="10000"/>
                  </a:schemeClr>
                </a:solidFill>
                <a:latin typeface="+mj-lt"/>
              </a:rPr>
              <a:t>vs 406K mgs in Dec’25; </a:t>
            </a:r>
            <a:r>
              <a:rPr lang="en-US" sz="1400" b="1">
                <a:solidFill>
                  <a:schemeClr val="tx2">
                    <a:lumMod val="10000"/>
                  </a:schemeClr>
                </a:solidFill>
                <a:latin typeface="+mj-lt"/>
              </a:rPr>
              <a:t>Southeast </a:t>
            </a:r>
            <a:r>
              <a:rPr lang="en-US" sz="1400">
                <a:solidFill>
                  <a:schemeClr val="tx2">
                    <a:lumMod val="10000"/>
                  </a:schemeClr>
                </a:solidFill>
                <a:latin typeface="+mj-lt"/>
              </a:rPr>
              <a:t>(+14%) showed the strongest growth, while </a:t>
            </a:r>
            <a:r>
              <a:rPr lang="en-US" sz="1400" b="1">
                <a:solidFill>
                  <a:schemeClr val="tx2">
                    <a:lumMod val="10000"/>
                  </a:schemeClr>
                </a:solidFill>
                <a:latin typeface="+mj-lt"/>
              </a:rPr>
              <a:t>Mid Atlantic </a:t>
            </a:r>
            <a:r>
              <a:rPr lang="en-US" sz="1400">
                <a:solidFill>
                  <a:schemeClr val="tx2">
                    <a:lumMod val="10000"/>
                  </a:schemeClr>
                </a:solidFill>
                <a:latin typeface="+mj-lt"/>
              </a:rPr>
              <a:t>(–15%) and </a:t>
            </a:r>
            <a:r>
              <a:rPr lang="en-US" sz="1400" b="1">
                <a:solidFill>
                  <a:schemeClr val="tx2">
                    <a:lumMod val="10000"/>
                  </a:schemeClr>
                </a:solidFill>
                <a:latin typeface="+mj-lt"/>
              </a:rPr>
              <a:t>West </a:t>
            </a:r>
            <a:r>
              <a:rPr lang="en-US" sz="1400">
                <a:solidFill>
                  <a:schemeClr val="tx2">
                    <a:lumMod val="10000"/>
                  </a:schemeClr>
                </a:solidFill>
                <a:latin typeface="+mj-lt"/>
              </a:rPr>
              <a:t>(–14%) were the biggest decliners</a:t>
            </a:r>
          </a:p>
          <a:p>
            <a:pPr marL="517525" lvl="2" indent="-285750" defTabSz="914377">
              <a:buClr>
                <a:srgbClr val="FF585D"/>
              </a:buClr>
              <a:defRPr/>
            </a:pPr>
            <a:r>
              <a:rPr lang="en-US" sz="1400">
                <a:solidFill>
                  <a:srgbClr val="000000"/>
                </a:solidFill>
                <a:latin typeface="+mj-lt"/>
              </a:rPr>
              <a:t>However, if </a:t>
            </a:r>
            <a:r>
              <a:rPr lang="en-US" sz="1400" b="1">
                <a:solidFill>
                  <a:srgbClr val="000000"/>
                </a:solidFill>
                <a:latin typeface="+mj-lt"/>
              </a:rPr>
              <a:t>normalized for working days, nation grew by 6% in Jan'26 </a:t>
            </a:r>
            <a:r>
              <a:rPr lang="en-US" sz="1400">
                <a:solidFill>
                  <a:srgbClr val="000000"/>
                </a:solidFill>
                <a:latin typeface="+mj-lt"/>
              </a:rPr>
              <a:t>(20 working days) vs Dec’25 (22 working days). Daily average sales was </a:t>
            </a:r>
            <a:r>
              <a:rPr lang="en-US" sz="1400" b="1">
                <a:solidFill>
                  <a:srgbClr val="000000"/>
                </a:solidFill>
                <a:latin typeface="+mj-lt"/>
              </a:rPr>
              <a:t>~19.5K mgs per day in Jan’26 </a:t>
            </a:r>
            <a:r>
              <a:rPr lang="en-US" sz="1400">
                <a:solidFill>
                  <a:srgbClr val="000000"/>
                </a:solidFill>
                <a:latin typeface="+mj-lt"/>
              </a:rPr>
              <a:t>vs </a:t>
            </a:r>
            <a:r>
              <a:rPr lang="en-US" sz="1400" b="1">
                <a:solidFill>
                  <a:srgbClr val="000000"/>
                </a:solidFill>
                <a:latin typeface="+mj-lt"/>
              </a:rPr>
              <a:t>~18.5K mgs per day in Dec’25</a:t>
            </a:r>
          </a:p>
          <a:p>
            <a:pPr marL="0" lvl="1" indent="0" defTabSz="914377">
              <a:buClr>
                <a:srgbClr val="FF585D"/>
              </a:buClr>
              <a:buNone/>
              <a:defRPr/>
            </a:pPr>
            <a:r>
              <a:rPr lang="en-US" sz="1600" b="1">
                <a:solidFill>
                  <a:schemeClr val="accent1"/>
                </a:solidFill>
                <a:latin typeface="+mj-lt"/>
              </a:rPr>
              <a:t>Account Performance</a:t>
            </a:r>
            <a:endParaRPr lang="en-US" sz="1600">
              <a:solidFill>
                <a:schemeClr val="accent1"/>
              </a:solidFill>
              <a:latin typeface="+mj-lt"/>
            </a:endParaRPr>
          </a:p>
          <a:p>
            <a:pPr marL="517525" lvl="2" indent="-285750" defTabSz="914377">
              <a:buClr>
                <a:srgbClr val="FF585D"/>
              </a:buClr>
              <a:defRPr/>
            </a:pPr>
            <a:r>
              <a:rPr lang="en-US" sz="1400">
                <a:solidFill>
                  <a:srgbClr val="000000"/>
                </a:solidFill>
                <a:latin typeface="+mj-lt"/>
              </a:rPr>
              <a:t>Total breadth stands at 1,333 at the end of Jan’26 (vs 1,289 in Dec’25) with 44 new accounts added in Jan’26 (49 in Dec’25)</a:t>
            </a:r>
          </a:p>
          <a:p>
            <a:pPr marL="753110" lvl="3" indent="-285750" defTabSz="914377">
              <a:buClr>
                <a:srgbClr val="FF585D"/>
              </a:buClr>
              <a:defRPr/>
            </a:pPr>
            <a:r>
              <a:rPr lang="en-US" sz="1200" b="1" i="1">
                <a:solidFill>
                  <a:srgbClr val="000000"/>
                </a:solidFill>
                <a:latin typeface="+mj-lt"/>
              </a:rPr>
              <a:t>West 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lead in # accounts activated since launch at 246; </a:t>
            </a:r>
            <a:r>
              <a:rPr lang="en-US" sz="1200" b="1" i="1">
                <a:solidFill>
                  <a:srgbClr val="000000"/>
                </a:solidFill>
                <a:latin typeface="+mj-lt"/>
              </a:rPr>
              <a:t>Mid Atlantic 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has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added the </a:t>
            </a:r>
            <a:r>
              <a:rPr lang="en-US">
                <a:solidFill>
                  <a:srgbClr val="000000"/>
                </a:solidFill>
                <a:latin typeface="+mj-lt"/>
              </a:rPr>
              <a:t>lowest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# accounts since launch at 187</a:t>
            </a:r>
            <a:endParaRPr lang="en-US" sz="1400">
              <a:solidFill>
                <a:srgbClr val="000000"/>
              </a:solidFill>
              <a:latin typeface="+mj-lt"/>
            </a:endParaRPr>
          </a:p>
          <a:p>
            <a:pPr marL="517525" lvl="2" indent="-285750" defTabSz="914377">
              <a:buClr>
                <a:srgbClr val="FF585D"/>
              </a:buClr>
              <a:defRPr/>
            </a:pPr>
            <a:r>
              <a:rPr lang="en-US" sz="1400">
                <a:solidFill>
                  <a:srgbClr val="000000"/>
                </a:solidFill>
                <a:latin typeface="+mj-lt"/>
              </a:rPr>
              <a:t>528 accounts ordered </a:t>
            </a:r>
            <a:r>
              <a:rPr lang="en-US" sz="1400" err="1">
                <a:solidFill>
                  <a:srgbClr val="000000"/>
                </a:solidFill>
                <a:latin typeface="+mj-lt"/>
              </a:rPr>
              <a:t>Rytelo</a:t>
            </a:r>
            <a:r>
              <a:rPr lang="en-US" sz="1400">
                <a:solidFill>
                  <a:srgbClr val="000000"/>
                </a:solidFill>
                <a:latin typeface="+mj-lt"/>
              </a:rPr>
              <a:t> in Jan’26; a decline of 2% vs 541 accounts ordering in Dec’25; Depth (mg/ordering account) was   737.7 mg/account in Jan’26,  vs 750.3 mg/account in Dec’25 (a decline of 2%)</a:t>
            </a:r>
          </a:p>
          <a:p>
            <a:pPr marL="517525" lvl="2" indent="-285750" defTabSz="914377">
              <a:buClr>
                <a:srgbClr val="FF585D"/>
              </a:buClr>
              <a:defRPr/>
            </a:pPr>
            <a:r>
              <a:rPr lang="en-US" sz="1400">
                <a:solidFill>
                  <a:srgbClr val="000000"/>
                </a:solidFill>
                <a:latin typeface="+mj-lt"/>
              </a:rPr>
              <a:t>Tier 1,2 and 3 accounts form 55% of the total </a:t>
            </a:r>
            <a:r>
              <a:rPr lang="en-US" sz="1400" err="1">
                <a:solidFill>
                  <a:srgbClr val="000000"/>
                </a:solidFill>
                <a:latin typeface="+mj-lt"/>
              </a:rPr>
              <a:t>Rytelo</a:t>
            </a:r>
            <a:r>
              <a:rPr lang="en-US" sz="1400">
                <a:solidFill>
                  <a:srgbClr val="000000"/>
                </a:solidFill>
                <a:latin typeface="+mj-lt"/>
              </a:rPr>
              <a:t> sales(</a:t>
            </a:r>
            <a:r>
              <a:rPr lang="en-US" sz="1400" b="1">
                <a:solidFill>
                  <a:srgbClr val="000000"/>
                </a:solidFill>
                <a:latin typeface="+mj-lt"/>
              </a:rPr>
              <a:t>867</a:t>
            </a:r>
            <a:r>
              <a:rPr lang="en-US" sz="1400">
                <a:solidFill>
                  <a:srgbClr val="000000"/>
                </a:solidFill>
                <a:latin typeface="+mj-lt"/>
              </a:rPr>
              <a:t>) in R3M vs 68% </a:t>
            </a:r>
            <a:r>
              <a:rPr lang="en-US" sz="1400" err="1">
                <a:solidFill>
                  <a:srgbClr val="000000"/>
                </a:solidFill>
                <a:latin typeface="+mj-lt"/>
              </a:rPr>
              <a:t>Reblozyl</a:t>
            </a:r>
            <a:r>
              <a:rPr lang="en-US" sz="1400">
                <a:solidFill>
                  <a:srgbClr val="000000"/>
                </a:solidFill>
                <a:latin typeface="+mj-lt"/>
              </a:rPr>
              <a:t> R3M sales coming from these accounts</a:t>
            </a:r>
          </a:p>
          <a:p>
            <a:pPr marL="517525" lvl="2" indent="-285750" defTabSz="914377">
              <a:buClr>
                <a:srgbClr val="FF585D"/>
              </a:buClr>
              <a:defRPr/>
            </a:pPr>
            <a:r>
              <a:rPr lang="en-US" sz="1400">
                <a:solidFill>
                  <a:srgbClr val="000000"/>
                </a:solidFill>
                <a:latin typeface="+mj-lt"/>
              </a:rPr>
              <a:t>~54% of Tier 1,2 and 3 target accounts have ordered </a:t>
            </a:r>
            <a:r>
              <a:rPr lang="en-US" sz="1400" err="1">
                <a:solidFill>
                  <a:srgbClr val="000000"/>
                </a:solidFill>
                <a:latin typeface="+mj-lt"/>
              </a:rPr>
              <a:t>Rytelo</a:t>
            </a:r>
            <a:r>
              <a:rPr lang="en-US" sz="1400">
                <a:solidFill>
                  <a:srgbClr val="000000"/>
                </a:solidFill>
                <a:latin typeface="+mj-lt"/>
              </a:rPr>
              <a:t> since launch, with South East leading the way at 58%</a:t>
            </a:r>
          </a:p>
          <a:p>
            <a:pPr marL="0" lvl="1" indent="0" defTabSz="914377">
              <a:buClr>
                <a:srgbClr val="FF585D"/>
              </a:buClr>
              <a:buNone/>
              <a:defRPr/>
            </a:pPr>
            <a:r>
              <a:rPr lang="en-US" sz="1600" b="1">
                <a:solidFill>
                  <a:schemeClr val="accent1"/>
                </a:solidFill>
                <a:latin typeface="+mj-lt"/>
              </a:rPr>
              <a:t>Market Share</a:t>
            </a:r>
            <a:endParaRPr lang="en-US" sz="1600">
              <a:solidFill>
                <a:schemeClr val="accent1"/>
              </a:solidFill>
              <a:latin typeface="+mj-lt"/>
            </a:endParaRPr>
          </a:p>
          <a:p>
            <a:pPr marL="236855" lvl="1" indent="-236855" defTabSz="914377">
              <a:buClr>
                <a:srgbClr val="FF585D"/>
              </a:buClr>
              <a:buFont typeface="Arial" panose="020B0604020202020204" pitchFamily="34" charset="0"/>
              <a:buChar char="•"/>
              <a:defRPr/>
            </a:pPr>
            <a:r>
              <a:rPr lang="en-US" sz="1400" i="1" err="1">
                <a:solidFill>
                  <a:srgbClr val="000000"/>
                </a:solidFill>
                <a:latin typeface="+mj-lt"/>
              </a:rPr>
              <a:t>Rytelo</a:t>
            </a:r>
            <a:r>
              <a:rPr lang="en-US" sz="1400" i="1">
                <a:solidFill>
                  <a:srgbClr val="000000"/>
                </a:solidFill>
                <a:latin typeface="+mj-lt"/>
              </a:rPr>
              <a:t> </a:t>
            </a:r>
            <a:r>
              <a:rPr lang="en-US" sz="1400">
                <a:solidFill>
                  <a:srgbClr val="000000"/>
                </a:solidFill>
                <a:latin typeface="+mj-lt"/>
              </a:rPr>
              <a:t>share is at </a:t>
            </a:r>
            <a:r>
              <a:rPr lang="en-US" sz="1400" b="1">
                <a:solidFill>
                  <a:srgbClr val="000000"/>
                </a:solidFill>
                <a:latin typeface="+mj-lt"/>
              </a:rPr>
              <a:t>9.0%</a:t>
            </a:r>
            <a:r>
              <a:rPr lang="en-US" sz="1400">
                <a:solidFill>
                  <a:srgbClr val="000000"/>
                </a:solidFill>
                <a:latin typeface="+mj-lt"/>
              </a:rPr>
              <a:t> in R3M ending Dec’25. Tier 2 leads the other Tiers in Market Share.</a:t>
            </a:r>
          </a:p>
          <a:p>
            <a:pPr marL="236855" lvl="1" indent="-236855" defTabSz="914377">
              <a:buClr>
                <a:srgbClr val="FF585D"/>
              </a:buClr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solidFill>
                  <a:srgbClr val="000000"/>
                </a:solidFill>
                <a:latin typeface="+mj-lt"/>
              </a:rPr>
              <a:t>Central </a:t>
            </a:r>
            <a:r>
              <a:rPr lang="en-US" sz="1400">
                <a:solidFill>
                  <a:srgbClr val="000000"/>
                </a:solidFill>
                <a:latin typeface="+mj-lt"/>
              </a:rPr>
              <a:t>has the highest share at 9.9% followed by </a:t>
            </a:r>
            <a:r>
              <a:rPr lang="en-US" sz="1400" b="1" i="1">
                <a:solidFill>
                  <a:srgbClr val="000000"/>
                </a:solidFill>
                <a:latin typeface="+mj-lt"/>
              </a:rPr>
              <a:t>Great Lakes </a:t>
            </a:r>
            <a:r>
              <a:rPr lang="en-US" sz="1400">
                <a:solidFill>
                  <a:srgbClr val="000000"/>
                </a:solidFill>
                <a:latin typeface="+mj-lt"/>
              </a:rPr>
              <a:t>at 9.7%</a:t>
            </a:r>
          </a:p>
          <a:p>
            <a:pPr marL="0" lvl="1" indent="0" defTabSz="914377">
              <a:buClr>
                <a:srgbClr val="FF585D"/>
              </a:buClr>
              <a:buNone/>
              <a:defRPr/>
            </a:pPr>
            <a:endParaRPr lang="en-US" sz="14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86FD4-175C-FDFA-8145-1B008C7AD0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18451" y="6360282"/>
            <a:ext cx="7318558" cy="422715"/>
          </a:xfrm>
        </p:spPr>
        <p:txBody>
          <a:bodyPr/>
          <a:lstStyle/>
          <a:p>
            <a:r>
              <a:rPr lang="en-IN"/>
              <a:t>Sources: 867 sales through 1/31; DDD sales through Dec’25; </a:t>
            </a:r>
            <a:r>
              <a:rPr lang="en-IN" b="1"/>
              <a:t>R3M: Oct-Dec’25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6327F1-0A54-DFD8-4484-D33972EB9B5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/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2076441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EC38B9-5ECC-EA68-72A6-A4A750BF59E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0" imgH="350" progId="TCLayout.ActiveDocument.1">
                  <p:embed/>
                </p:oleObj>
              </mc:Choice>
              <mc:Fallback>
                <p:oleObj name="think-cell Slide" r:id="rId3" imgW="350" imgH="35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EC38B9-5ECC-EA68-72A6-A4A750BF59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A002EC8-4A1B-5FA3-EE1E-BA1279563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5100" y="3097059"/>
            <a:ext cx="8397173" cy="615553"/>
          </a:xfrm>
        </p:spPr>
        <p:txBody>
          <a:bodyPr vert="horz"/>
          <a:lstStyle/>
          <a:p>
            <a:r>
              <a:rPr lang="en-US"/>
              <a:t>National Metrics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9F139-E5E5-9DF0-B3B5-09780CF10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1000" spc="100"/>
              <a:t>CONFIDENTIAL</a:t>
            </a:r>
            <a:r>
              <a:rPr lang="en-US" sz="1000"/>
              <a:t>  </a:t>
            </a:r>
            <a:r>
              <a:rPr lang="en-US"/>
              <a:t>|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92231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67CD7-01D7-9E8C-BB5D-3AF960C0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E3B75-2CFE-DD62-EFC7-4100714A2E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1210" y="169184"/>
            <a:ext cx="10636274" cy="790173"/>
          </a:xfrm>
        </p:spPr>
        <p:txBody>
          <a:bodyPr>
            <a:normAutofit fontScale="77500" lnSpcReduction="20000"/>
          </a:bodyPr>
          <a:lstStyle/>
          <a:p>
            <a:r>
              <a:rPr lang="en-IN"/>
              <a:t>Sales increased by 9% in R13W vs P13W; South East grew the most (34%)  while West was the only region that declined in R13W vs P13W</a:t>
            </a:r>
          </a:p>
          <a:p>
            <a:endParaRPr lang="en-IN" sz="500"/>
          </a:p>
          <a:p>
            <a:r>
              <a:rPr lang="en-IN" sz="1900"/>
              <a:t>Relative market share strongest in Central and weakest in Mid-Atlantic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B5260F-1DC4-9F62-2709-11D3B4A25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915601"/>
              </p:ext>
            </p:extLst>
          </p:nvPr>
        </p:nvGraphicFramePr>
        <p:xfrm>
          <a:off x="1825444" y="1306866"/>
          <a:ext cx="10058400" cy="235517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25027964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937998909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44926659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576558505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524877790"/>
                    </a:ext>
                  </a:extLst>
                </a:gridCol>
              </a:tblGrid>
              <a:tr h="252058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+mn-lt"/>
                        </a:rPr>
                        <a:t>Geography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+mn-lt"/>
                        </a:rPr>
                        <a:t>Latest Week Sales (1000 mgs)</a:t>
                      </a:r>
                    </a:p>
                    <a:p>
                      <a:pPr algn="ctr"/>
                      <a:r>
                        <a:rPr lang="en-US" sz="1200" b="1">
                          <a:latin typeface="+mn-lt"/>
                        </a:rPr>
                        <a:t>(Growth vs Prv. Week)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latin typeface="+mn-lt"/>
                        </a:rPr>
                        <a:t>Jan’26 Sales (1000 mgs)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latin typeface="+mn-lt"/>
                        </a:rPr>
                        <a:t>(Growth vs Dec’25)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latin typeface="+mn-lt"/>
                        </a:rPr>
                        <a:t>R13W Sales (1000 mgs)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latin typeface="+mn-lt"/>
                        </a:rPr>
                        <a:t>(Growth vs P13W)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latin typeface="+mn-lt"/>
                        </a:rPr>
                        <a:t>Rytelo vs Reblozyl Share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latin typeface="+mn-lt"/>
                        </a:rPr>
                        <a:t>(R3M: Oct’25-Dec’25)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132639"/>
                  </a:ext>
                </a:extLst>
              </a:tr>
              <a:tr h="2520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</a:rPr>
                        <a:t>Nation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4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78.7 (-5.6%)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389.5 (-4.3%)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1111.6 (9.3%)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</a:rPr>
                        <a:t>9.0%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6911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</a:rPr>
                        <a:t>North East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FF0000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7.5 (-62.1%)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64.6 (-8.9%)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194.8 (6.9%)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</a:rPr>
                        <a:t>9.6%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8631282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</a:rPr>
                        <a:t>Mid Atlantic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11.3 (1.3%)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FF0000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47.4 (-15.4%)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FF0000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143.4</a:t>
                      </a: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 (7.2%)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0000"/>
                          </a:solidFill>
                          <a:effectLst/>
                          <a:latin typeface="Source Sans Pro" panose="020B0503030403020204" pitchFamily="34" charset="0"/>
                        </a:rPr>
                        <a:t>7.3%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98216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</a:rPr>
                        <a:t>South East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8000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17.3</a:t>
                      </a: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 (-23.3%)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8000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81.5 (13.9%)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8000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211.3 (34.2%)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</a:rPr>
                        <a:t>9.4%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183813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</a:rPr>
                        <a:t>Central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15.4 (</a:t>
                      </a:r>
                      <a:r>
                        <a:rPr lang="en-IN" sz="1200" b="1" i="0" u="none" strike="noStrike" kern="1200">
                          <a:solidFill>
                            <a:srgbClr val="008000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77.7%</a:t>
                      </a: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71 (-1%)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192.8 (14.4%)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8000"/>
                          </a:solidFill>
                          <a:effectLst/>
                          <a:latin typeface="Source Sans Pro" panose="020B0503030403020204" pitchFamily="34" charset="0"/>
                        </a:rPr>
                        <a:t>9.9%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9732018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</a:rPr>
                        <a:t>Great Lakes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14 (19.8%)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69.6 (-2%)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201.0 (5%)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</a:rPr>
                        <a:t>9.7%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975230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</a:rPr>
                        <a:t>West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13.3 (37.9%)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55.5 (-14.4%)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167.7 (</a:t>
                      </a:r>
                      <a:r>
                        <a:rPr lang="en-IN" sz="1200" b="1" i="0" u="none" strike="noStrike" kern="1200">
                          <a:solidFill>
                            <a:srgbClr val="FF0000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-8.8%</a:t>
                      </a: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</a:rPr>
                        <a:t>8.3%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12818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2238A15-B509-4BEA-D09E-457CC67E6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938219"/>
              </p:ext>
            </p:extLst>
          </p:nvPr>
        </p:nvGraphicFramePr>
        <p:xfrm>
          <a:off x="1825445" y="3918548"/>
          <a:ext cx="10118905" cy="2404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331">
                  <a:extLst>
                    <a:ext uri="{9D8B030D-6E8A-4147-A177-3AD203B41FA5}">
                      <a16:colId xmlns:a16="http://schemas.microsoft.com/office/drawing/2014/main" val="1250279641"/>
                    </a:ext>
                  </a:extLst>
                </a:gridCol>
                <a:gridCol w="1758349">
                  <a:extLst>
                    <a:ext uri="{9D8B030D-6E8A-4147-A177-3AD203B41FA5}">
                      <a16:colId xmlns:a16="http://schemas.microsoft.com/office/drawing/2014/main" val="937998909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449266593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576558505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1524877790"/>
                    </a:ext>
                  </a:extLst>
                </a:gridCol>
              </a:tblGrid>
              <a:tr h="588339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Geography</a:t>
                      </a:r>
                      <a:endParaRPr lang="en-US" sz="1400" b="1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LTD Accounts </a:t>
                      </a:r>
                    </a:p>
                    <a:p>
                      <a:pPr algn="ctr"/>
                      <a:r>
                        <a:rPr lang="en-US" sz="1100" b="1"/>
                        <a:t>through Jan’26</a:t>
                      </a:r>
                      <a:r>
                        <a:rPr lang="en-US" sz="1100" b="1">
                          <a:latin typeface="+mn-lt"/>
                        </a:rPr>
                        <a:t>(Dec’25)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/>
                        <a:t>Jan’26 New Accounts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/>
                        <a:t>(Dec’25 New Accounts)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/>
                        <a:t>Jan’26 Ordering Accounts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>
                          <a:latin typeface="+mn-lt"/>
                        </a:rPr>
                        <a:t>(Dec’25 Ordering Accounts, change 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/>
                        <a:t>Jan’26 Discontinued Accounts*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>
                          <a:latin typeface="+mn-lt"/>
                        </a:rPr>
                        <a:t>(Dec’25 </a:t>
                      </a:r>
                      <a:r>
                        <a:rPr lang="en-US" sz="1050" b="1"/>
                        <a:t>Discontinued</a:t>
                      </a:r>
                      <a:r>
                        <a:rPr lang="en-US" sz="1050" b="1">
                          <a:latin typeface="+mn-lt"/>
                        </a:rPr>
                        <a:t> accounts, change%)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132639"/>
                  </a:ext>
                </a:extLst>
              </a:tr>
              <a:tr h="3173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Nation</a:t>
                      </a:r>
                      <a:endParaRPr lang="en-US" sz="14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4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1333(1289)</a:t>
                      </a:r>
                      <a:r>
                        <a:rPr lang="en-IN" sz="1400" b="1" u="none" strike="noStrike" kern="1200" baseline="30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4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44(49)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4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528(541,-2%)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4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599(546,10%)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691119"/>
                  </a:ext>
                </a:extLst>
              </a:tr>
              <a:tr h="249863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North East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214(209)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5(10)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85(94</a:t>
                      </a:r>
                      <a:r>
                        <a:rPr lang="en-IN" sz="1200" b="1" u="none" strike="noStrike" kern="120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,-10%)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95(84,13%)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86312829"/>
                  </a:ext>
                </a:extLst>
              </a:tr>
              <a:tr h="249863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Mid Atlantic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187(183)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4(5)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</a:t>
                      </a: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(75,-8%)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(76,17%)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98216804"/>
                  </a:ext>
                </a:extLst>
              </a:tr>
              <a:tr h="249863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South East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221(214)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7(7)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105(99</a:t>
                      </a: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,6%)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90(87,3%)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18381354"/>
                  </a:ext>
                </a:extLst>
              </a:tr>
              <a:tr h="249863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Central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218(207)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11(</a:t>
                      </a: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93(93,0%)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89(84,6%)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35678871"/>
                  </a:ext>
                </a:extLst>
              </a:tr>
              <a:tr h="249863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Great Lakes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243(236)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7(10)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93(95,-2%)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</a:t>
                      </a: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(103,13%)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97523069"/>
                  </a:ext>
                </a:extLst>
              </a:tr>
              <a:tr h="249863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IN" sz="1200" b="1" i="0" u="none" strike="noStrike" kern="1200">
                          <a:solidFill>
                            <a:srgbClr val="003B5C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West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246(236)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10(9)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83(85,-2%)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200" b="1" u="none" strike="noStrike" kern="120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</a:t>
                      </a:r>
                      <a:r>
                        <a:rPr lang="en-IN" sz="12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(109,7%)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128188"/>
                  </a:ext>
                </a:extLst>
              </a:tr>
            </a:tbl>
          </a:graphicData>
        </a:graphic>
      </p:graphicFrame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95869CB-1AF0-8E2D-8215-35F399DB29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5444" y="6412182"/>
            <a:ext cx="9756956" cy="393121"/>
          </a:xfrm>
        </p:spPr>
        <p:txBody>
          <a:bodyPr wrap="square">
            <a:spAutoFit/>
          </a:bodyPr>
          <a:lstStyle/>
          <a:p>
            <a:r>
              <a:rPr lang="en-IN"/>
              <a:t>Sales Data through 1/31; ; R4W: 1/3/2025 - 1/30/2025 ; R3M: Oct-Dec’25; R13W: 11/1/2025 - 1/30/2026;  </a:t>
            </a:r>
            <a:r>
              <a:rPr lang="en-US" b="1" baseline="30000"/>
              <a:t>1</a:t>
            </a:r>
            <a:r>
              <a:rPr lang="en-IN"/>
              <a:t> 4 accounts have region unassigned; </a:t>
            </a:r>
            <a:endParaRPr lang="en-IN" baseline="30000"/>
          </a:p>
          <a:p>
            <a:r>
              <a:rPr lang="en-IN"/>
              <a:t>R3M </a:t>
            </a:r>
            <a:r>
              <a:rPr lang="en-IN" err="1"/>
              <a:t>Rytelo</a:t>
            </a:r>
            <a:r>
              <a:rPr lang="en-IN"/>
              <a:t> share calculated using </a:t>
            </a:r>
            <a:r>
              <a:rPr lang="en-IN" i="1" err="1"/>
              <a:t>Rytelo</a:t>
            </a:r>
            <a:r>
              <a:rPr lang="en-IN" i="1"/>
              <a:t> </a:t>
            </a:r>
            <a:r>
              <a:rPr lang="en-IN"/>
              <a:t>and </a:t>
            </a:r>
            <a:r>
              <a:rPr lang="en-IN" i="1" err="1"/>
              <a:t>Reblozyl</a:t>
            </a:r>
            <a:r>
              <a:rPr lang="en-IN" i="1"/>
              <a:t> </a:t>
            </a:r>
            <a:r>
              <a:rPr lang="en-IN"/>
              <a:t>DDD Sales through Dec’25;  </a:t>
            </a:r>
            <a:r>
              <a:rPr lang="en-IN" b="1"/>
              <a:t>*</a:t>
            </a:r>
            <a:r>
              <a:rPr lang="en-US" b="1"/>
              <a:t>Discontinued accounts are taken with respect to last Friday of the month;</a:t>
            </a:r>
            <a:endParaRPr lang="en-IN" b="1"/>
          </a:p>
          <a:p>
            <a:r>
              <a:rPr lang="en-US"/>
              <a:t>Active: An account that has ordered </a:t>
            </a:r>
            <a:r>
              <a:rPr lang="en-US" i="1" err="1"/>
              <a:t>Rytelo</a:t>
            </a:r>
            <a:r>
              <a:rPr lang="en-US" i="1"/>
              <a:t> </a:t>
            </a:r>
            <a:r>
              <a:rPr lang="en-US"/>
              <a:t>in the recent 4 weeks | Discontinued: An existing account that has NOT ordered </a:t>
            </a:r>
            <a:r>
              <a:rPr lang="en-US" i="1" err="1"/>
              <a:t>Rytelo</a:t>
            </a:r>
            <a:r>
              <a:rPr lang="en-US" i="1"/>
              <a:t> </a:t>
            </a:r>
            <a:r>
              <a:rPr lang="en-US"/>
              <a:t>in the recent 13 weeks</a:t>
            </a:r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289963-DDC8-73E5-2012-D971EFE87500}"/>
              </a:ext>
            </a:extLst>
          </p:cNvPr>
          <p:cNvSpPr/>
          <p:nvPr/>
        </p:nvSpPr>
        <p:spPr>
          <a:xfrm>
            <a:off x="308156" y="1306866"/>
            <a:ext cx="1371600" cy="2468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sz="1600" b="1"/>
              <a:t>Sales Performance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8F165C-4CB8-FA43-6116-14D609BB8180}"/>
              </a:ext>
            </a:extLst>
          </p:cNvPr>
          <p:cNvSpPr/>
          <p:nvPr/>
        </p:nvSpPr>
        <p:spPr>
          <a:xfrm>
            <a:off x="308156" y="3918548"/>
            <a:ext cx="1371600" cy="2404872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sz="1600" b="1"/>
              <a:t>Account Performance</a:t>
            </a:r>
          </a:p>
        </p:txBody>
      </p:sp>
    </p:spTree>
    <p:extLst>
      <p:ext uri="{BB962C8B-B14F-4D97-AF65-F5344CB8AC3E}">
        <p14:creationId xmlns:p14="http://schemas.microsoft.com/office/powerpoint/2010/main" val="1538148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77DD4-691E-0AF7-4406-BE8EF9602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EF252C8-0EA3-497A-3475-F04B54E223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0192199"/>
              </p:ext>
            </p:extLst>
          </p:nvPr>
        </p:nvGraphicFramePr>
        <p:xfrm>
          <a:off x="6563845" y="1389728"/>
          <a:ext cx="4689372" cy="3355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F43A2-82CB-83CB-BAFC-29B3644AFE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77465" y="6376280"/>
            <a:ext cx="9303746" cy="429469"/>
          </a:xfrm>
        </p:spPr>
        <p:txBody>
          <a:bodyPr>
            <a:normAutofit/>
          </a:bodyPr>
          <a:lstStyle/>
          <a:p>
            <a:r>
              <a:rPr lang="en-IN" sz="900" i="1"/>
              <a:t>Data Time Period: Oct’25 – Dec’25 (3 months); </a:t>
            </a:r>
            <a:r>
              <a:rPr lang="en-IN" sz="900" i="1" err="1"/>
              <a:t>Reblozyl</a:t>
            </a:r>
            <a:r>
              <a:rPr lang="en-IN" sz="900" i="1"/>
              <a:t> </a:t>
            </a:r>
            <a:r>
              <a:rPr lang="en-IN" sz="900"/>
              <a:t>DDD Sales through Dec’25; </a:t>
            </a:r>
            <a:r>
              <a:rPr lang="en-IN" sz="900" err="1"/>
              <a:t>Rytelo</a:t>
            </a:r>
            <a:r>
              <a:rPr lang="en-IN" sz="900"/>
              <a:t> 867 Sales through Dec’25; </a:t>
            </a:r>
            <a:r>
              <a:rPr lang="en-IN" sz="900" b="1"/>
              <a:t>Non Targets are denoted by Tier 5; </a:t>
            </a:r>
          </a:p>
          <a:p>
            <a:r>
              <a:rPr lang="en-US" sz="900"/>
              <a:t>An assumption of 1,682 mg per patient per year is used to convert </a:t>
            </a:r>
            <a:r>
              <a:rPr lang="en-US" sz="900" err="1"/>
              <a:t>Reblozyl</a:t>
            </a:r>
            <a:r>
              <a:rPr lang="en-US" sz="900"/>
              <a:t> DDD (mg) into approximate patient counts; Quarterly patients prorated to annual patients</a:t>
            </a:r>
          </a:p>
          <a:p>
            <a:r>
              <a:rPr lang="en-US" sz="900"/>
              <a:t>An assumption of 3,150 mg per patient per year is used to convert </a:t>
            </a:r>
            <a:r>
              <a:rPr lang="en-US" sz="900" err="1"/>
              <a:t>Rytelo</a:t>
            </a:r>
            <a:r>
              <a:rPr lang="en-US" sz="900"/>
              <a:t> (mg) into approximate patient counts ; Quarterly patients prorated to annual patients</a:t>
            </a:r>
            <a:endParaRPr lang="en-IN" sz="9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A10C9-17E2-70D0-57A7-24CC0BECA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1421" y="173736"/>
            <a:ext cx="11103413" cy="790173"/>
          </a:xfrm>
        </p:spPr>
        <p:txBody>
          <a:bodyPr>
            <a:normAutofit fontScale="55000" lnSpcReduction="20000"/>
          </a:bodyPr>
          <a:lstStyle/>
          <a:p>
            <a:r>
              <a:rPr lang="en-US" sz="3600" err="1"/>
              <a:t>Rytelo</a:t>
            </a:r>
            <a:r>
              <a:rPr lang="en-US" sz="3600"/>
              <a:t> Underperforming in Tiers 1,2 and 3 with 45% of its sales coming from Tier 4 and Tier 5 (Non-Targets) accounts vs 32% for </a:t>
            </a:r>
            <a:r>
              <a:rPr lang="en-US" sz="3600" err="1"/>
              <a:t>Reblozyl</a:t>
            </a:r>
            <a:r>
              <a:rPr lang="en-US" sz="3600"/>
              <a:t>; </a:t>
            </a:r>
          </a:p>
          <a:p>
            <a:r>
              <a:rPr lang="en-US" b="0"/>
              <a:t>Each Tier 1 Account has ~11 </a:t>
            </a:r>
            <a:r>
              <a:rPr lang="en-US" b="0" err="1"/>
              <a:t>Reblozyl</a:t>
            </a:r>
            <a:r>
              <a:rPr lang="en-US" b="0"/>
              <a:t> patients annually, representing significant opportunity for </a:t>
            </a:r>
            <a:r>
              <a:rPr lang="en-US" b="0" err="1"/>
              <a:t>Rytelo</a:t>
            </a:r>
            <a:r>
              <a:rPr lang="en-US" b="0"/>
              <a:t> in Tier 1 Accounts</a:t>
            </a:r>
            <a:endParaRPr lang="en-IN" b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A5D8D8-22AF-2A86-53B8-75ACDCBEA9AD}"/>
              </a:ext>
            </a:extLst>
          </p:cNvPr>
          <p:cNvSpPr/>
          <p:nvPr/>
        </p:nvSpPr>
        <p:spPr>
          <a:xfrm>
            <a:off x="0" y="5405274"/>
            <a:ext cx="1219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Tier 1, 2 and 3 Target accounts have significantly higher average Reblozyl patients annually vs average Rytelo patients, providing ample opportunity for growth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DF8249E-C348-4982-4E78-279D728082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6275685"/>
              </p:ext>
            </p:extLst>
          </p:nvPr>
        </p:nvGraphicFramePr>
        <p:xfrm>
          <a:off x="696879" y="1389728"/>
          <a:ext cx="4689372" cy="3355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D68CD6F4-AFEB-E7BD-CE9C-7F822B7E8153}"/>
              </a:ext>
            </a:extLst>
          </p:cNvPr>
          <p:cNvSpPr/>
          <p:nvPr/>
        </p:nvSpPr>
        <p:spPr>
          <a:xfrm>
            <a:off x="1271934" y="2614624"/>
            <a:ext cx="679269" cy="452846"/>
          </a:xfrm>
          <a:prstGeom prst="rect">
            <a:avLst/>
          </a:prstGeom>
          <a:noFill/>
          <a:ln w="19050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979F01-D9E8-CC9A-2106-1547A70FFBB5}"/>
              </a:ext>
            </a:extLst>
          </p:cNvPr>
          <p:cNvSpPr/>
          <p:nvPr/>
        </p:nvSpPr>
        <p:spPr>
          <a:xfrm>
            <a:off x="7071362" y="2731745"/>
            <a:ext cx="679269" cy="4528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FADF1F6-47EF-6B96-6996-D1458D543D1D}"/>
              </a:ext>
            </a:extLst>
          </p:cNvPr>
          <p:cNvSpPr txBox="1">
            <a:spLocks/>
          </p:cNvSpPr>
          <p:nvPr/>
        </p:nvSpPr>
        <p:spPr>
          <a:xfrm>
            <a:off x="1438277" y="4919199"/>
            <a:ext cx="7318558" cy="42946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9525" indent="0" algn="l" defTabSz="6858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31006" indent="-202406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SzPct val="100000"/>
              <a:buFont typeface="System Font Regular"/>
              <a:buChar char="◦"/>
              <a:tabLst/>
              <a:defRPr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604838" indent="-20955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SzPct val="100000"/>
              <a:buFont typeface="System Font Regular"/>
              <a:buChar char="▸"/>
              <a:tabLst/>
              <a:defRPr sz="135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781812" indent="-216694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SzPct val="100000"/>
              <a:buFont typeface=".Apple SD Gothic NeoI Regular"/>
              <a:buChar char="▹"/>
              <a:tabLst/>
              <a:defRPr sz="12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945356" indent="-161925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SzPct val="100000"/>
              <a:buFont typeface="System Font Regular"/>
              <a:buChar char="⁃"/>
              <a:tabLst/>
              <a:defRPr sz="105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720090" indent="0" algn="l" defTabSz="685800" rtl="0" eaLnBrk="1" latinLnBrk="0" hangingPunct="1">
              <a:lnSpc>
                <a:spcPct val="90000"/>
              </a:lnSpc>
              <a:spcBef>
                <a:spcPts val="75"/>
              </a:spcBef>
              <a:buClr>
                <a:schemeClr val="accent3"/>
              </a:buClr>
              <a:buFont typeface="Wingdings" panose="05000000000000000000" pitchFamily="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09244" indent="-89154" algn="l" defTabSz="685800" rtl="0" eaLnBrk="1" latinLnBrk="0" hangingPunct="1">
              <a:lnSpc>
                <a:spcPct val="90000"/>
              </a:lnSpc>
              <a:spcBef>
                <a:spcPts val="75"/>
              </a:spcBef>
              <a:buClr>
                <a:schemeClr val="accent3"/>
              </a:buClr>
              <a:buFont typeface="Wingdings" panose="05000000000000000000" pitchFamily="2" charset="2"/>
              <a:buChar char="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9244" indent="-89154" algn="l" defTabSz="685800" rtl="0" eaLnBrk="1" latinLnBrk="0" hangingPunct="1">
              <a:lnSpc>
                <a:spcPct val="90000"/>
              </a:lnSpc>
              <a:spcBef>
                <a:spcPts val="75"/>
              </a:spcBef>
              <a:buClr>
                <a:schemeClr val="accent3"/>
              </a:buClr>
              <a:buFont typeface="Wingdings" panose="05000000000000000000" pitchFamily="2" charset="2"/>
              <a:buChar char="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9244" indent="-89154" algn="l" defTabSz="685800" rtl="0" eaLnBrk="1" latinLnBrk="0" hangingPunct="1">
              <a:lnSpc>
                <a:spcPct val="90000"/>
              </a:lnSpc>
              <a:spcBef>
                <a:spcPts val="75"/>
              </a:spcBef>
              <a:buClr>
                <a:schemeClr val="accent3"/>
              </a:buClr>
              <a:buFont typeface="Wingdings" panose="05000000000000000000" pitchFamily="2" charset="2"/>
              <a:buChar char="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marR="0" lvl="0" indent="0" algn="l" defTabSz="6858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5EB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3B5C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30406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595.25"/>
  <p:tag name="LTOP" val=" 566.1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709d1eeb-fa83-40bd-98fa-29989cb85eba&quot; IsConsolidated=&quot;False&quot; IsTopLevel=&quot;False&quot; Layer=&quot;Harvey 4&quot; Source=&quot;Harvey 4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709d1eeb-fa83-40bd-98fa-29989cb85eba&quot; IsConsolidated=&quot;False&quot; IsTopLevel=&quot;False&quot; Layer=&quot;Harvey 0/4 [0]&quot; Source=&quot;Harvey 4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709d1eeb-fa83-40bd-98fa-29989cb85eba&quot; IsConsolidated=&quot;False&quot; IsTopLevel=&quot;False&quot; Layer=&quot;Harvey 1/4 [1]&quot; Source=&quot;Harvey 4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709d1eeb-fa83-40bd-98fa-29989cb85eba&quot; IsConsolidated=&quot;False&quot; IsTopLevel=&quot;False&quot; Layer=&quot;Harvey 2/4 [2]&quot; Source=&quot;Harvey 4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709d1eeb-fa83-40bd-98fa-29989cb85eba&quot; IsConsolidated=&quot;False&quot; IsTopLevel=&quot;False&quot; Layer=&quot;Harvey 3/4 [3]&quot; Source=&quot;Harvey 4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709d1eeb-fa83-40bd-98fa-29989cb85eba&quot; IsConsolidated=&quot;False&quot; IsTopLevel=&quot;False&quot; Layer=&quot;Harvey 4/4 [4]&quot; Source=&quot;Harvey 4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eron_2023_PowerPoint Template">
  <a:themeElements>
    <a:clrScheme name="Geron_2023">
      <a:dk1>
        <a:srgbClr val="003B5C"/>
      </a:dk1>
      <a:lt1>
        <a:srgbClr val="FFFFFF"/>
      </a:lt1>
      <a:dk2>
        <a:srgbClr val="D0D0CE"/>
      </a:dk2>
      <a:lt2>
        <a:srgbClr val="FFFFFF"/>
      </a:lt2>
      <a:accent1>
        <a:srgbClr val="005EB8"/>
      </a:accent1>
      <a:accent2>
        <a:srgbClr val="05C3DD"/>
      </a:accent2>
      <a:accent3>
        <a:srgbClr val="003B5C"/>
      </a:accent3>
      <a:accent4>
        <a:srgbClr val="FFA300"/>
      </a:accent4>
      <a:accent5>
        <a:srgbClr val="8F1A95"/>
      </a:accent5>
      <a:accent6>
        <a:srgbClr val="F9413A"/>
      </a:accent6>
      <a:hlink>
        <a:srgbClr val="005EB8"/>
      </a:hlink>
      <a:folHlink>
        <a:srgbClr val="05C3DD"/>
      </a:folHlink>
    </a:clrScheme>
    <a:fontScheme name="Geron">
      <a:majorFont>
        <a:latin typeface="Avenir Next LT Pro"/>
        <a:ea typeface=""/>
        <a:cs typeface=""/>
      </a:majorFont>
      <a:minorFont>
        <a:latin typeface="Source San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tile tx="0" ty="0" sx="100000" sy="100000" flip="none" algn="tl"/>
        </a:blipFill>
        <a:ln>
          <a:noFill/>
        </a:ln>
      </a:spPr>
      <a:bodyPr rtlCol="0" anchor="ctr"/>
      <a:lstStyle>
        <a:defPPr algn="ctr">
          <a:lnSpc>
            <a:spcPct val="90000"/>
          </a:lnSpc>
          <a:defRPr b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noFill/>
        <a:ln w="12700" cap="rnd">
          <a:solidFill>
            <a:schemeClr val="tx2"/>
          </a:solidFill>
          <a:prstDash val="solid"/>
          <a:round/>
          <a:headEnd/>
          <a:tailEnd/>
        </a:ln>
        <a:effectLst/>
      </a:spPr>
      <a:bodyPr/>
      <a:lstStyle/>
    </a:lnDef>
    <a:txDef>
      <a:spPr bwMode="gray">
        <a:noFill/>
        <a:ln w="2857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wrap="square" lIns="0" tIns="0" rIns="0" bIns="0" rtlCol="0">
        <a:normAutofit fontScale="92500" lnSpcReduction="10000"/>
      </a:bodyPr>
      <a:lstStyle>
        <a:defPPr marL="236538" marR="0" indent="-227013" algn="l" defTabSz="914400" rtl="0" eaLnBrk="1" fontAlgn="auto" latinLnBrk="0" hangingPunct="1">
          <a:lnSpc>
            <a:spcPct val="100000"/>
          </a:lnSpc>
          <a:spcBef>
            <a:spcPts val="300"/>
          </a:spcBef>
          <a:spcAft>
            <a:spcPts val="0"/>
          </a:spcAft>
          <a:buClr>
            <a:srgbClr val="005EB8"/>
          </a:buClr>
          <a:buSzPct val="100000"/>
          <a:buFont typeface="Arial" panose="020B0604020202020204" pitchFamily="34" charset="0"/>
          <a:buChar char="•"/>
          <a:tabLst/>
          <a:defRPr kumimoji="0" sz="2200" b="0" i="0" u="none" strike="noStrike" kern="1200" cap="none" spc="0" normalizeH="0" baseline="0" noProof="0" dirty="0" smtClean="0">
            <a:ln>
              <a:noFill/>
            </a:ln>
            <a:solidFill>
              <a:srgbClr val="003B5C"/>
            </a:solidFill>
            <a:effectLst/>
            <a:uLnTx/>
            <a:uFillTx/>
            <a:latin typeface="Source Sans Pro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eron_2023_PowerPoint Template" id="{CBA8AD38-CE7D-FE45-B150-14628243C388}" vid="{9C0772C6-BCB3-144B-8A6E-02928051E63A}"/>
    </a:ext>
  </a:extLst>
</a:theme>
</file>

<file path=ppt/theme/theme2.xml><?xml version="1.0" encoding="utf-8"?>
<a:theme xmlns:a="http://schemas.openxmlformats.org/drawingml/2006/main" name="Master">
  <a:themeElements>
    <a:clrScheme name="New Clear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C42"/>
      </a:accent1>
      <a:accent2>
        <a:srgbClr val="082E5C"/>
      </a:accent2>
      <a:accent3>
        <a:srgbClr val="2A0960"/>
      </a:accent3>
      <a:accent4>
        <a:srgbClr val="015155"/>
      </a:accent4>
      <a:accent5>
        <a:srgbClr val="8C0400"/>
      </a:accent5>
      <a:accent6>
        <a:srgbClr val="8C3300"/>
      </a:accent6>
      <a:hlink>
        <a:srgbClr val="0000FF"/>
      </a:hlink>
      <a:folHlink>
        <a:srgbClr val="0000FF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21977A"/>
        </a:solidFill>
        <a:ln w="9525">
          <a:solidFill>
            <a:schemeClr val="tx1"/>
          </a:solidFill>
          <a:miter lim="800000"/>
          <a:headEnd/>
          <a:tailEnd/>
        </a:ln>
      </a:spPr>
      <a:bodyPr rot="0" spcFirstLastPara="0" vertOverflow="overflow" horzOverflow="overflow" vert="horz" wrap="square" lIns="92075" tIns="91440" rIns="92075" bIns="9144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 eaLnBrk="0" fontAlgn="base" hangingPunct="0">
          <a:spcBef>
            <a:spcPts val="300"/>
          </a:spcBef>
          <a:spcAft>
            <a:spcPts val="300"/>
          </a:spcAft>
          <a:defRPr sz="1400" b="1" dirty="0" smtClean="0">
            <a:solidFill>
              <a:schemeClr val="bg1"/>
            </a:solidFill>
            <a:cs typeface="Arial" pitchFamily="34" charset="0"/>
          </a:defRPr>
        </a:defPPr>
      </a:lst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000.066.048">
      <a:srgbClr val="004230"/>
    </a:custClr>
    <a:custClr name="028.056.094">
      <a:srgbClr val="1C385E"/>
    </a:custClr>
    <a:custClr name="064.064.064">
      <a:srgbClr val="404040"/>
    </a:custClr>
    <a:custClr name="116.003.000">
      <a:srgbClr val="740300"/>
    </a:custClr>
    <a:custClr name="120.042.018">
      <a:srgbClr val="782A12"/>
    </a:custClr>
    <a:custClr name="000.062.068">
      <a:srgbClr val="003E44"/>
    </a:custClr>
    <a:custClr name="051.032.089">
      <a:srgbClr val="332059"/>
    </a:custClr>
    <a:custClr name="255.192.000">
      <a:srgbClr val="FFC000"/>
    </a:custClr>
    <a:custClr name="255.255.255">
      <a:srgbClr val="FFFFFF"/>
    </a:custClr>
    <a:custClr name="255.255.255">
      <a:srgbClr val="FFFFFF"/>
    </a:custClr>
    <a:custClr name="000.092.066">
      <a:srgbClr val="005C42"/>
    </a:custClr>
    <a:custClr name="038.083.138">
      <a:srgbClr val="26538A"/>
    </a:custClr>
    <a:custClr name="089.089.089">
      <a:srgbClr val="595959"/>
    </a:custClr>
    <a:custClr name="155.005.001">
      <a:srgbClr val="9B0501"/>
    </a:custClr>
    <a:custClr name="174.069.036">
      <a:srgbClr val="AE4524"/>
    </a:custClr>
    <a:custClr name="000.085.094">
      <a:srgbClr val="00555E"/>
    </a:custClr>
    <a:custClr name="080.062.148">
      <a:srgbClr val="503E94"/>
    </a:custClr>
    <a:custClr name="255.250.204">
      <a:srgbClr val="FFFACC"/>
    </a:custClr>
    <a:custClr name="255.255.255">
      <a:srgbClr val="FFFFFF"/>
    </a:custClr>
    <a:custClr name="255.255.255">
      <a:srgbClr val="FFFFFF"/>
    </a:custClr>
    <a:custClr name="033.151.122">
      <a:srgbClr val="21977A"/>
    </a:custClr>
    <a:custClr name="067.124.187">
      <a:srgbClr val="437CBB"/>
    </a:custClr>
    <a:custClr name="135.135.135">
      <a:srgbClr val="878787"/>
    </a:custClr>
    <a:custClr name="221.079.079">
      <a:srgbClr val="DD4F4F"/>
    </a:custClr>
    <a:custClr name="225.104.71">
      <a:srgbClr val="E16847"/>
    </a:custClr>
    <a:custClr name="037.151.163">
      <a:srgbClr val="2597A3"/>
    </a:custClr>
    <a:custClr name="124.100.200">
      <a:srgbClr val="7C64C8"/>
    </a:custClr>
    <a:custClr name="255.255.255">
      <a:srgbClr val="FFFFFF"/>
    </a:custClr>
    <a:custClr name="255.255.255">
      <a:srgbClr val="FFFFFF"/>
    </a:custClr>
    <a:custClr name="255.255.255">
      <a:srgbClr val="FFFFFF"/>
    </a:custClr>
    <a:custClr name="159.223.205">
      <a:srgbClr val="9FDFCD"/>
    </a:custClr>
    <a:custClr name="168.201.240">
      <a:srgbClr val="A8C9F0"/>
    </a:custClr>
    <a:custClr name="207.207.207">
      <a:srgbClr val="CFCFCF"/>
    </a:custClr>
    <a:custClr name="253.181.181">
      <a:srgbClr val="FDB5B5"/>
    </a:custClr>
    <a:custClr name="255.200.185">
      <a:srgbClr val="FFC8B9"/>
    </a:custClr>
    <a:custClr name="163.222.225">
      <a:srgbClr val="A6DEE4"/>
    </a:custClr>
    <a:custClr name="207.198.240">
      <a:srgbClr val="CFC6F0"/>
    </a:custClr>
    <a:custClr name="221.221.221">
      <a:srgbClr val="DDDDDD"/>
    </a:custClr>
    <a:custClr name="255.255.255">
      <a:srgbClr val="FFFFFF"/>
    </a:custClr>
    <a:custClr name="255.255.255">
      <a:srgbClr val="FFFFFF"/>
    </a:custClr>
    <a:custClr name="220.248.240">
      <a:srgbClr val="DCF8F0"/>
    </a:custClr>
    <a:custClr name="226.237.250">
      <a:srgbClr val="E2EDFA"/>
    </a:custClr>
    <a:custClr name="243.243.243">
      <a:srgbClr val="F3F3F3"/>
    </a:custClr>
    <a:custClr name="252.233.232">
      <a:srgbClr val="FCE9E8"/>
    </a:custClr>
    <a:custClr name="255.231.225">
      <a:srgbClr val="FFE7E1"/>
    </a:custClr>
    <a:custClr name="223.244.245">
      <a:srgbClr val="DFF4F5"/>
    </a:custClr>
    <a:custClr name="240.234.246">
      <a:srgbClr val="F0EAF6"/>
    </a:custClr>
    <a:custClr name="127.127.127">
      <a:srgbClr val="7F7F7F"/>
    </a:custClr>
    <a:custClr name="255.255.255">
      <a:srgbClr val="FFFFFF"/>
    </a:custClr>
    <a:custClr name="255.255.255">
      <a:srgbClr val="FFFFFF"/>
    </a:custClr>
  </a:custClrLst>
  <a:extLst>
    <a:ext uri="{05A4C25C-085E-4340-85A3-A5531E510DB2}">
      <thm15:themeFamily xmlns:thm15="http://schemas.microsoft.com/office/thememl/2012/main" name="Presentation5" id="{4D4BDF08-3000-4452-8BB8-5E3110A9CD87}" vid="{CD87317D-E433-46FE-9FEF-6EE75AC7F86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8F903F0705C04089D137F70F4E8CDD" ma:contentTypeVersion="5" ma:contentTypeDescription="Create a new document." ma:contentTypeScope="" ma:versionID="c3f532331c95dd877d25caf6d08af30f">
  <xsd:schema xmlns:xsd="http://www.w3.org/2001/XMLSchema" xmlns:xs="http://www.w3.org/2001/XMLSchema" xmlns:p="http://schemas.microsoft.com/office/2006/metadata/properties" xmlns:ns3="fd57391e-af61-45d7-a242-2213f6ffa9d7" targetNamespace="http://schemas.microsoft.com/office/2006/metadata/properties" ma:root="true" ma:fieldsID="79cad7f31a903ac6415e801f7128d57b" ns3:_="">
    <xsd:import namespace="fd57391e-af61-45d7-a242-2213f6ffa9d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57391e-af61-45d7-a242-2213f6ffa9d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d57391e-af61-45d7-a242-2213f6ffa9d7" xsi:nil="true"/>
  </documentManagement>
</p:properties>
</file>

<file path=customXml/itemProps1.xml><?xml version="1.0" encoding="utf-8"?>
<ds:datastoreItem xmlns:ds="http://schemas.openxmlformats.org/officeDocument/2006/customXml" ds:itemID="{3C86D552-2BD5-4C58-BF8C-2E64013D29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B07C4D-E422-4B4E-8F4B-46BBC0903D48}">
  <ds:schemaRefs>
    <ds:schemaRef ds:uri="fd57391e-af61-45d7-a242-2213f6ffa9d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9E78D41-81DF-42C2-AAD8-4C1EFABBBC5F}">
  <ds:schemaRefs>
    <ds:schemaRef ds:uri="fd57391e-af61-45d7-a242-2213f6ffa9d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8e5d10b0-7470-414c-851c-3e33bc29d4ea}" enabled="0" method="" siteId="{8e5d10b0-7470-414c-851c-3e33bc29d4e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899</Words>
  <Application>Microsoft Office PowerPoint</Application>
  <PresentationFormat>Widescreen</PresentationFormat>
  <Paragraphs>132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.Apple SD Gothic NeoI Regular</vt:lpstr>
      <vt:lpstr>Aptos</vt:lpstr>
      <vt:lpstr>Arial</vt:lpstr>
      <vt:lpstr>Avenir Next LT Pro</vt:lpstr>
      <vt:lpstr>Calibri</vt:lpstr>
      <vt:lpstr>Source Sans Pro</vt:lpstr>
      <vt:lpstr>System Font Regular</vt:lpstr>
      <vt:lpstr>Wingdings</vt:lpstr>
      <vt:lpstr>Geron_2023_PowerPoint Template</vt:lpstr>
      <vt:lpstr>Master</vt:lpstr>
      <vt:lpstr>think-cell Slide</vt:lpstr>
      <vt:lpstr>PowerPoint Presentation</vt:lpstr>
      <vt:lpstr>PowerPoint Presentation</vt:lpstr>
      <vt:lpstr>National Metrics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Amy Truong</dc:creator>
  <cp:lastModifiedBy>Abbas Husain</cp:lastModifiedBy>
  <cp:revision>2</cp:revision>
  <dcterms:created xsi:type="dcterms:W3CDTF">2025-01-23T22:55:24Z</dcterms:created>
  <dcterms:modified xsi:type="dcterms:W3CDTF">2026-03-09T10:49:21Z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0x010100D58F903F0705C04089D137F70F4E8CDD</vt:lpwstr>
  </property>
</Properties>
</file>